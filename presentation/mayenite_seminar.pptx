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3"/>
  </p:notesMasterIdLst>
  <p:handoutMasterIdLst>
    <p:handoutMasterId r:id="rId44"/>
  </p:handoutMasterIdLst>
  <p:sldIdLst>
    <p:sldId id="436" r:id="rId2"/>
    <p:sldId id="437" r:id="rId3"/>
    <p:sldId id="409" r:id="rId4"/>
    <p:sldId id="421" r:id="rId5"/>
    <p:sldId id="429" r:id="rId6"/>
    <p:sldId id="428" r:id="rId7"/>
    <p:sldId id="321" r:id="rId8"/>
    <p:sldId id="423" r:id="rId9"/>
    <p:sldId id="424" r:id="rId10"/>
    <p:sldId id="408" r:id="rId11"/>
    <p:sldId id="422" r:id="rId12"/>
    <p:sldId id="453" r:id="rId13"/>
    <p:sldId id="357" r:id="rId14"/>
    <p:sldId id="454" r:id="rId50"/>
    <p:sldId id="425" r:id="rId15"/>
    <p:sldId id="426" r:id="rId16"/>
    <p:sldId id="427" r:id="rId17"/>
    <p:sldId id="431" r:id="rId18"/>
    <p:sldId id="438" r:id="rId19"/>
    <p:sldId id="455" r:id="rId51"/>
    <p:sldId id="320" r:id="rId20"/>
    <p:sldId id="434" r:id="rId21"/>
    <p:sldId id="435" r:id="rId22"/>
    <p:sldId id="456" r:id="rId52"/>
    <p:sldId id="401" r:id="rId23"/>
    <p:sldId id="457" r:id="rId53"/>
    <p:sldId id="433" r:id="rId24"/>
    <p:sldId id="432" r:id="rId25"/>
    <p:sldId id="430" r:id="rId26"/>
    <p:sldId id="439" r:id="rId27"/>
    <p:sldId id="440" r:id="rId28"/>
    <p:sldId id="441" r:id="rId29"/>
    <p:sldId id="442" r:id="rId30"/>
    <p:sldId id="443" r:id="rId31"/>
    <p:sldId id="458" r:id="rId54"/>
    <p:sldId id="444" r:id="rId32"/>
    <p:sldId id="459" r:id="rId55"/>
    <p:sldId id="445" r:id="rId33"/>
    <p:sldId id="460" r:id="rId56"/>
    <p:sldId id="446" r:id="rId34"/>
    <p:sldId id="461" r:id="rId57"/>
    <p:sldId id="447" r:id="rId35"/>
    <p:sldId id="448" r:id="rId36"/>
    <p:sldId id="449" r:id="rId37"/>
    <p:sldId id="450" r:id="rId38"/>
    <p:sldId id="451" r:id="rId39"/>
    <p:sldId id="452" r:id="rId40"/>
    <p:sldId id="462" r:id="rId58"/>
    <p:sldId id="463" r:id="rId59"/>
    <p:sldId id="318" r:id="rId41"/>
  </p:sldIdLst>
  <p:sldSz cx="9144000" cy="5143500" type="screen16x9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25D"/>
    <a:srgbClr val="778495"/>
    <a:srgbClr val="D9D9D9"/>
    <a:srgbClr val="F9F9F9"/>
    <a:srgbClr val="F4B06C"/>
    <a:srgbClr val="5B795B"/>
    <a:srgbClr val="F8CDA0"/>
    <a:srgbClr val="6B8866"/>
    <a:srgbClr val="5AAD9E"/>
    <a:srgbClr val="F4E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1" autoAdjust="0"/>
    <p:restoredTop sz="94660" autoAdjust="0"/>
  </p:normalViewPr>
  <p:slideViewPr>
    <p:cSldViewPr>
      <p:cViewPr varScale="1">
        <p:scale>
          <a:sx n="164" d="100"/>
          <a:sy n="164" d="100"/>
        </p:scale>
        <p:origin x="544" y="168"/>
      </p:cViewPr>
      <p:guideLst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  <Relationship Id="rId50" Type="http://schemas.openxmlformats.org/officeDocument/2006/relationships/slide" Target="slides/slide41.xml"/>
  <Relationship Id="rId51" Type="http://schemas.openxmlformats.org/officeDocument/2006/relationships/slide" Target="slides/slide42.xml"/>
  <Relationship Id="rId52" Type="http://schemas.openxmlformats.org/officeDocument/2006/relationships/slide" Target="slides/slide43.xml"/>
  <Relationship Id="rId53" Type="http://schemas.openxmlformats.org/officeDocument/2006/relationships/slide" Target="slides/slide44.xml"/>
  <Relationship Id="rId54" Type="http://schemas.openxmlformats.org/officeDocument/2006/relationships/slide" Target="slides/slide45.xml"/>
  <Relationship Id="rId55" Type="http://schemas.openxmlformats.org/officeDocument/2006/relationships/slide" Target="slides/slide46.xml"/>
  <Relationship Id="rId56" Type="http://schemas.openxmlformats.org/officeDocument/2006/relationships/slide" Target="slides/slide47.xml"/>
  <Relationship Id="rId57" Type="http://schemas.openxmlformats.org/officeDocument/2006/relationships/slide" Target="slides/slide48.xml"/>
  <Relationship Id="rId58" Type="http://schemas.openxmlformats.org/officeDocument/2006/relationships/slide" Target="slides/slide49.xml"/>
  <Relationship Id="rId59" Type="http://schemas.openxmlformats.org/officeDocument/2006/relationships/slide" Target="slides/slide50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2022/7/21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44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2022/7/21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14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254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93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036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057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97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493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174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89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51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5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98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Templatesppt.com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91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2022/7/21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42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Templatesppt.com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020272" y="4803998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www.1ppt.com/excel/  </a:t>
            </a:r>
          </a:p>
          <a:p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www.1ppt.com/kejian/ </a:t>
            </a:r>
          </a:p>
          <a:p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www.1ppt.com/shiti/  </a:t>
            </a:r>
          </a:p>
          <a:p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www.1ppt.com/jiaoan/        </a:t>
            </a:r>
          </a:p>
          <a:p>
            <a:r>
              <a:rPr lang="zh-CN" altLang="en-US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en-US" altLang="zh-CN" sz="100" dirty="0">
                <a:solidFill>
                  <a:schemeClr val="bg1">
                    <a:lumMod val="95000"/>
                  </a:schemeClr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schemeClr val="bg1">
                  <a:lumMod val="95000"/>
                </a:schemeClr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935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11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2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>
  <p:cSld name="3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dt" idx="10"/>
          </p:nvPr>
        </p:nvSpPr>
        <p:spPr>
          <a:xfrm>
            <a:off x="457201" y="4767266"/>
            <a:ext cx="2133600" cy="273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ftr" idx="11"/>
          </p:nvPr>
        </p:nvSpPr>
        <p:spPr>
          <a:xfrm>
            <a:off x="3124200" y="4767266"/>
            <a:ext cx="2895600" cy="273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6553200" y="4767266"/>
            <a:ext cx="2133600" cy="273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9480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2022/7/21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31DAEE-F257-41AE-8D65-E74967B829C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46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50" r:id="rId7"/>
    <p:sldLayoutId id="2147483660" r:id="rId8"/>
    <p:sldLayoutId id="2147483661" r:id="rId9"/>
    <p:sldLayoutId id="2147483670" r:id="rId10"/>
  </p:sldLayoutIdLst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4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3" Type="http://schemas.openxmlformats.org/officeDocument/2006/relationships/image" Target="../media/F41.png"/></Relationships>
</file>

<file path=ppt/slides/_rels/slide4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3" Type="http://schemas.openxmlformats.org/officeDocument/2006/relationships/image" Target="../media/F42.png"/></Relationships>
</file>

<file path=ppt/slides/_rels/slide4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3" Type="http://schemas.openxmlformats.org/officeDocument/2006/relationships/image" Target="../media/F43.png"/></Relationships>
</file>

<file path=ppt/slides/_rels/slide4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3" Type="http://schemas.openxmlformats.org/officeDocument/2006/relationships/image" Target="../media/F44.png"/></Relationships>
</file>

<file path=ppt/slides/_rels/slide4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3" Type="http://schemas.openxmlformats.org/officeDocument/2006/relationships/image" Target="../media/F45.png"/></Relationships>
</file>

<file path=ppt/slides/_rels/slide4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3" Type="http://schemas.openxmlformats.org/officeDocument/2006/relationships/image" Target="../media/F46.png"/></Relationships>
</file>

<file path=ppt/slides/_rels/slide4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3" Type="http://schemas.openxmlformats.org/officeDocument/2006/relationships/image" Target="../media/F47.png"/></Relationships>
</file>

<file path=ppt/slides/_rels/slide4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3" Type="http://schemas.openxmlformats.org/officeDocument/2006/relationships/image" Target="../media/F48.png"/></Relationships>
</file>

<file path=ppt/slides/_rels/slide4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50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57A41059-5525-4929-87F8-C8063FDB3436}"/>
              </a:ext>
            </a:extLst>
          </p:cNvPr>
          <p:cNvSpPr/>
          <p:nvPr/>
        </p:nvSpPr>
        <p:spPr>
          <a:xfrm rot="2675650">
            <a:off x="-2340070" y="-469111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5918C08D-C9C5-480D-BEFB-3BCA796FE8D8}"/>
              </a:ext>
            </a:extLst>
          </p:cNvPr>
          <p:cNvSpPr/>
          <p:nvPr/>
        </p:nvSpPr>
        <p:spPr>
          <a:xfrm rot="2675650">
            <a:off x="1572115" y="-3383776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70EC654-F10B-4B83-B46B-317ED883C1B6}"/>
              </a:ext>
            </a:extLst>
          </p:cNvPr>
          <p:cNvSpPr/>
          <p:nvPr/>
        </p:nvSpPr>
        <p:spPr>
          <a:xfrm rot="2675650">
            <a:off x="2962965" y="3846937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47DF36B-D89C-4DF8-951A-D46071D21566}"/>
              </a:ext>
            </a:extLst>
          </p:cNvPr>
          <p:cNvSpPr/>
          <p:nvPr/>
        </p:nvSpPr>
        <p:spPr>
          <a:xfrm rot="2675650">
            <a:off x="5051196" y="4157398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3D9724D-B437-4C4D-BC74-4C4CA4BDB5F7}"/>
              </a:ext>
            </a:extLst>
          </p:cNvPr>
          <p:cNvSpPr/>
          <p:nvPr/>
        </p:nvSpPr>
        <p:spPr>
          <a:xfrm rot="2554597">
            <a:off x="-1707549" y="1410768"/>
            <a:ext cx="2952328" cy="2808312"/>
          </a:xfrm>
          <a:prstGeom prst="roundRect">
            <a:avLst>
              <a:gd name="adj" fmla="val 15577"/>
            </a:avLst>
          </a:pr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AD3232-33F2-471B-9445-068CDAD21B50}"/>
              </a:ext>
            </a:extLst>
          </p:cNvPr>
          <p:cNvSpPr/>
          <p:nvPr/>
        </p:nvSpPr>
        <p:spPr>
          <a:xfrm>
            <a:off x="3686014" y="693770"/>
            <a:ext cx="532387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fontAlgn="auto" rtl="1">
              <a:spcBef>
                <a:spcPts val="0"/>
              </a:spcBef>
              <a:spcAft>
                <a:spcPts val="0"/>
              </a:spcAft>
              <a:defRPr/>
            </a:pPr>
            <a:r>
              <a:rPr lang="fa-IR" altLang="en-US" sz="7200" b="1" dirty="0">
                <a:solidFill>
                  <a:srgbClr val="39425D"/>
                </a:solidFill>
                <a:ea typeface="微软雅黑" panose="020B0503020204020204" pitchFamily="34" charset="-122"/>
                <a:cs typeface="+mn-ea"/>
                <a:sym typeface="+mn-lt"/>
              </a:rPr>
              <a:t>ماینیت</a:t>
            </a:r>
          </a:p>
          <a:p>
            <a:pPr algn="r" fontAlgn="auto" rtl="1">
              <a:spcBef>
                <a:spcPts val="0"/>
              </a:spcBef>
              <a:spcAft>
                <a:spcPts val="0"/>
              </a:spcAft>
              <a:defRPr/>
            </a:pPr>
            <a:r>
              <a:rPr lang="fa-IR" altLang="en-US" sz="7200" b="1" dirty="0">
                <a:solidFill>
                  <a:srgbClr val="39425D"/>
                </a:solidFill>
                <a:ea typeface="微软雅黑" panose="020B0503020204020204" pitchFamily="34" charset="-122"/>
                <a:cs typeface="+mn-ea"/>
                <a:sym typeface="+mn-lt"/>
              </a:rPr>
              <a:t>در HAC70</a:t>
            </a:r>
          </a:p>
          <a:p>
            <a:pPr algn="r" fontAlgn="auto" rtl="1">
              <a:spcBef>
                <a:spcPts val="0"/>
              </a:spcBef>
              <a:spcAft>
                <a:spcPts val="0"/>
              </a:spcAft>
              <a:defRPr/>
            </a:pPr>
            <a:r>
              <a:rPr lang="fa-IR" altLang="en-US" sz="2400" dirty="0">
                <a:solidFill>
                  <a:srgbClr val="39425D"/>
                </a:solidFill>
                <a:ea typeface="微软雅黑" panose="020B0503020204020204" pitchFamily="34" charset="-122"/>
                <a:cs typeface="+mn-ea"/>
                <a:sym typeface="+mn-lt"/>
              </a:rPr>
              <a:t>زهرا سادات عظیمی | کارشناسی ارشد</a:t>
            </a:r>
            <a:endParaRPr lang="fa-IR" altLang="en-US" sz="2400" dirty="0">
              <a:solidFill>
                <a:srgbClr val="39425D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939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7AA868A-BD43-4C3F-A307-9E4FCBF46C19}"/>
              </a:ext>
            </a:extLst>
          </p:cNvPr>
          <p:cNvSpPr/>
          <p:nvPr/>
        </p:nvSpPr>
        <p:spPr>
          <a:xfrm rot="2753278">
            <a:off x="-3189303" y="-52164"/>
            <a:ext cx="6624736" cy="873314"/>
          </a:xfrm>
          <a:prstGeom prst="roundRect">
            <a:avLst>
              <a:gd name="adj" fmla="val 50000"/>
            </a:avLst>
          </a:pr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5246A2C-D020-4915-BFD1-7FC3CBDF1785}"/>
              </a:ext>
            </a:extLst>
          </p:cNvPr>
          <p:cNvSpPr/>
          <p:nvPr/>
        </p:nvSpPr>
        <p:spPr>
          <a:xfrm rot="18846722" flipV="1">
            <a:off x="-3189303" y="4092900"/>
            <a:ext cx="6624736" cy="873314"/>
          </a:xfrm>
          <a:prstGeom prst="roundRect">
            <a:avLst>
              <a:gd name="adj" fmla="val 50000"/>
            </a:avLst>
          </a:pr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</a:endParaRPr>
          </a:p>
        </p:txBody>
      </p:sp>
      <p:grpSp>
        <p:nvGrpSpPr>
          <p:cNvPr id="23" name="Group 9"/>
          <p:cNvGrpSpPr/>
          <p:nvPr/>
        </p:nvGrpSpPr>
        <p:grpSpPr>
          <a:xfrm>
            <a:off x="-123648" y="2252889"/>
            <a:ext cx="1619671" cy="435025"/>
            <a:chOff x="1984754" y="2365645"/>
            <a:chExt cx="2520977" cy="677107"/>
          </a:xfrm>
        </p:grpSpPr>
        <p:sp>
          <p:nvSpPr>
            <p:cNvPr id="24" name="TextBox 7"/>
            <p:cNvSpPr txBox="1"/>
            <p:nvPr/>
          </p:nvSpPr>
          <p:spPr>
            <a:xfrm>
              <a:off x="2345143" y="2365645"/>
              <a:ext cx="1800200" cy="677107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70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5" name="TextBox 8"/>
            <p:cNvSpPr txBox="1"/>
            <p:nvPr/>
          </p:nvSpPr>
          <p:spPr>
            <a:xfrm>
              <a:off x="1984754" y="2582623"/>
              <a:ext cx="2520977" cy="23951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b="1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فهرست</a:t>
              </a:r>
              <a:endParaRPr kumimoji="0" lang="fa-IR" altLang="zh-CN" sz="2000" b="1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6" name="Diamond 11"/>
          <p:cNvSpPr/>
          <p:nvPr/>
        </p:nvSpPr>
        <p:spPr bwMode="auto">
          <a:xfrm>
            <a:off x="1879174" y="771550"/>
            <a:ext cx="739798" cy="739797"/>
          </a:xfrm>
          <a:prstGeom prst="diamond">
            <a:avLst/>
          </a:prstGeom>
          <a:solidFill>
            <a:schemeClr val="accent2"/>
          </a:solidFill>
          <a:ln w="19050">
            <a:noFill/>
            <a:round/>
            <a:headEnd/>
            <a:tailEnd/>
          </a:ln>
        </p:spPr>
        <p:txBody>
          <a:bodyPr vert="horz" wrap="none" lIns="91440" tIns="45720" rIns="91440" bIns="45720" anchor="ctr" anchorCtr="1" compatLnSpc="1">
            <a:prstTxWarp prst="textNoShape">
              <a:avLst/>
            </a:prstTxWarp>
            <a:normAutofit fontScale="85000"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2400" b="1" i="0" u="none" strike="noStrike" kern="1200" cap="none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۰۱</a:t>
            </a:r>
          </a:p>
        </p:txBody>
      </p:sp>
      <p:sp>
        <p:nvSpPr>
          <p:cNvPr id="7" name="Diamond 12"/>
          <p:cNvSpPr/>
          <p:nvPr/>
        </p:nvSpPr>
        <p:spPr bwMode="auto">
          <a:xfrm>
            <a:off x="2707062" y="1582508"/>
            <a:ext cx="739798" cy="739797"/>
          </a:xfrm>
          <a:prstGeom prst="diamond">
            <a:avLst/>
          </a:prstGeom>
          <a:solidFill>
            <a:srgbClr val="39425D"/>
          </a:solidFill>
          <a:ln w="19050">
            <a:noFill/>
            <a:round/>
            <a:headEnd/>
            <a:tailEnd/>
          </a:ln>
        </p:spPr>
        <p:txBody>
          <a:bodyPr vert="horz" wrap="none" lIns="91440" tIns="45720" rIns="91440" bIns="45720" anchor="ctr" anchorCtr="1" compatLnSpc="1">
            <a:prstTxWarp prst="textNoShape">
              <a:avLst/>
            </a:prstTxWarp>
            <a:normAutofit fontScale="85000"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2400" b="1" i="0" u="none" strike="noStrike" kern="1200" cap="none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۰۲</a:t>
            </a:r>
          </a:p>
        </p:txBody>
      </p:sp>
      <p:sp>
        <p:nvSpPr>
          <p:cNvPr id="8" name="Diamond 13"/>
          <p:cNvSpPr/>
          <p:nvPr/>
        </p:nvSpPr>
        <p:spPr bwMode="auto">
          <a:xfrm>
            <a:off x="2707062" y="2727520"/>
            <a:ext cx="739798" cy="739797"/>
          </a:xfrm>
          <a:prstGeom prst="diamond">
            <a:avLst/>
          </a:prstGeom>
          <a:solidFill>
            <a:schemeClr val="accent4"/>
          </a:solidFill>
          <a:ln w="19050">
            <a:noFill/>
            <a:round/>
            <a:headEnd/>
            <a:tailEnd/>
          </a:ln>
        </p:spPr>
        <p:txBody>
          <a:bodyPr vert="horz" wrap="none" lIns="91440" tIns="45720" rIns="91440" bIns="45720" anchor="ctr" anchorCtr="1" compatLnSpc="1">
            <a:prstTxWarp prst="textNoShape">
              <a:avLst/>
            </a:prstTxWarp>
            <a:normAutofit fontScale="85000"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2400" b="1" i="0" u="none" strike="noStrike" kern="1200" cap="none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۰۳</a:t>
            </a:r>
          </a:p>
        </p:txBody>
      </p:sp>
      <p:sp>
        <p:nvSpPr>
          <p:cNvPr id="9" name="Diamond 14"/>
          <p:cNvSpPr/>
          <p:nvPr/>
        </p:nvSpPr>
        <p:spPr bwMode="auto">
          <a:xfrm>
            <a:off x="1879174" y="3588307"/>
            <a:ext cx="739798" cy="739797"/>
          </a:xfrm>
          <a:prstGeom prst="diamond">
            <a:avLst/>
          </a:prstGeom>
          <a:solidFill>
            <a:srgbClr val="39425D"/>
          </a:solidFill>
          <a:ln w="19050">
            <a:noFill/>
            <a:round/>
            <a:headEnd/>
            <a:tailEnd/>
          </a:ln>
        </p:spPr>
        <p:txBody>
          <a:bodyPr vert="horz" wrap="none" lIns="91440" tIns="45720" rIns="91440" bIns="45720" anchor="ctr" anchorCtr="1" compatLnSpc="1">
            <a:prstTxWarp prst="textNoShape">
              <a:avLst/>
            </a:prstTxWarp>
            <a:normAutofit fontScale="85000"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2400" b="1" i="0" u="none" strike="noStrike" kern="1200" cap="none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۰۴</a:t>
            </a:r>
          </a:p>
        </p:txBody>
      </p:sp>
      <p:grpSp>
        <p:nvGrpSpPr>
          <p:cNvPr id="10" name="Group 21"/>
          <p:cNvGrpSpPr/>
          <p:nvPr/>
        </p:nvGrpSpPr>
        <p:grpSpPr>
          <a:xfrm>
            <a:off x="2618972" y="955184"/>
            <a:ext cx="2545865" cy="361864"/>
            <a:chOff x="3943834" y="704409"/>
            <a:chExt cx="3962574" cy="563232"/>
          </a:xfrm>
        </p:grpSpPr>
        <p:sp>
          <p:nvSpPr>
            <p:cNvPr id="20" name="TextBox 19"/>
            <p:cNvSpPr txBox="1"/>
            <p:nvPr/>
          </p:nvSpPr>
          <p:spPr>
            <a:xfrm>
              <a:off x="3943834" y="704409"/>
              <a:ext cx="3962574" cy="242864"/>
            </a:xfrm>
            <a:prstGeom prst="rect">
              <a:avLst/>
            </a:prstGeom>
            <a:noFill/>
          </p:spPr>
          <p:txBody>
            <a:bodyPr wrap="square" lIns="360000" tIns="0" rIns="0" bIns="0" anchor="b" anchorCtr="0">
              <a:normAutofit fontScale="77500"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مبانی جرم ریختنی و HAC70</a:t>
              </a:r>
              <a:endParaRPr kumimoji="0" lang="fa-IR" altLang="en-US" sz="1600" b="1" i="0" u="none" strike="noStrike" kern="1200" cap="none" normalizeH="0" baseline="0" noProof="0" dirty="0">
                <a:ln>
                  <a:noFill/>
                </a:ln>
                <a:solidFill>
                  <a:srgbClr val="2A465C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1" name="TextBox 20"/>
            <p:cNvSpPr txBox="1">
              <a:spLocks/>
            </p:cNvSpPr>
            <p:nvPr/>
          </p:nvSpPr>
          <p:spPr>
            <a:xfrm>
              <a:off x="3943834" y="947273"/>
              <a:ext cx="3962574" cy="32036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 fontScale="77500"/>
            </a:bodyPr>
            <a:lstStyle/>
            <a:p>
              <a:pPr lvl="0" rtl="1" algn="r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000000">
                      <a:lumMod val="100000"/>
                    </a:srgbClr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دیرگداز بی‌شکل، رده‌بندی و بسته‌بندی ذرات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11" name="Group 22"/>
          <p:cNvGrpSpPr/>
          <p:nvPr/>
        </p:nvGrpSpPr>
        <p:grpSpPr>
          <a:xfrm>
            <a:off x="3446860" y="1750126"/>
            <a:ext cx="2545865" cy="361864"/>
            <a:chOff x="3943834" y="704409"/>
            <a:chExt cx="3962574" cy="563232"/>
          </a:xfrm>
        </p:grpSpPr>
        <p:sp>
          <p:nvSpPr>
            <p:cNvPr id="18" name="TextBox 23"/>
            <p:cNvSpPr txBox="1"/>
            <p:nvPr/>
          </p:nvSpPr>
          <p:spPr>
            <a:xfrm>
              <a:off x="3943834" y="704409"/>
              <a:ext cx="3962574" cy="242864"/>
            </a:xfrm>
            <a:prstGeom prst="rect">
              <a:avLst/>
            </a:prstGeom>
            <a:noFill/>
          </p:spPr>
          <p:txBody>
            <a:bodyPr wrap="square" lIns="360000" tIns="0" rIns="0" bIns="0" anchor="b" anchorCtr="0">
              <a:normAutofit fontScale="77500"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ماینیت (C₁₂A₇)</a:t>
              </a:r>
              <a:endParaRPr kumimoji="0" lang="fa-IR" altLang="en-US" sz="1600" b="1" i="0" u="none" strike="noStrike" kern="1200" cap="none" normalizeH="0" baseline="0" noProof="0" dirty="0">
                <a:ln>
                  <a:noFill/>
                </a:ln>
                <a:solidFill>
                  <a:srgbClr val="838383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TextBox 24"/>
            <p:cNvSpPr txBox="1">
              <a:spLocks/>
            </p:cNvSpPr>
            <p:nvPr/>
          </p:nvSpPr>
          <p:spPr>
            <a:xfrm>
              <a:off x="3943834" y="947273"/>
              <a:ext cx="3962574" cy="32036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 fontScale="77500"/>
            </a:bodyPr>
            <a:lstStyle/>
            <a:p>
              <a:pPr lvl="0" rtl="1" algn="r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000000">
                      <a:lumMod val="100000"/>
                    </a:srgbClr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ساختار قفسی، سنتز اکسیدی و احیایی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12" name="Group 25"/>
          <p:cNvGrpSpPr/>
          <p:nvPr/>
        </p:nvGrpSpPr>
        <p:grpSpPr>
          <a:xfrm>
            <a:off x="3446860" y="2968905"/>
            <a:ext cx="2545865" cy="361864"/>
            <a:chOff x="3943834" y="704409"/>
            <a:chExt cx="3962574" cy="563232"/>
          </a:xfrm>
        </p:grpSpPr>
        <p:sp>
          <p:nvSpPr>
            <p:cNvPr id="16" name="TextBox 26"/>
            <p:cNvSpPr txBox="1"/>
            <p:nvPr/>
          </p:nvSpPr>
          <p:spPr>
            <a:xfrm>
              <a:off x="3943834" y="704409"/>
              <a:ext cx="3962574" cy="242864"/>
            </a:xfrm>
            <a:prstGeom prst="rect">
              <a:avLst/>
            </a:prstGeom>
            <a:noFill/>
          </p:spPr>
          <p:txBody>
            <a:bodyPr wrap="square" lIns="360000" tIns="0" rIns="0" bIns="0" anchor="b" anchorCtr="0">
              <a:normAutofit fontScale="77500"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هیدراتاسیون و ریزدانه‌ها</a:t>
              </a:r>
              <a:endParaRPr kumimoji="0" lang="fa-IR" altLang="en-US" sz="1600" b="1" i="0" u="none" strike="noStrike" kern="1200" cap="none" normalizeH="0" baseline="0" noProof="0" dirty="0">
                <a:ln>
                  <a:noFill/>
                </a:ln>
                <a:solidFill>
                  <a:srgbClr val="2A465C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TextBox 27"/>
            <p:cNvSpPr txBox="1">
              <a:spLocks/>
            </p:cNvSpPr>
            <p:nvPr/>
          </p:nvSpPr>
          <p:spPr>
            <a:xfrm>
              <a:off x="3943834" y="947273"/>
              <a:ext cx="3962574" cy="32036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 fontScale="77500"/>
            </a:bodyPr>
            <a:lstStyle/>
            <a:p>
              <a:pPr lvl="0" rtl="1" algn="r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000000">
                      <a:lumMod val="100000"/>
                    </a:srgbClr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گیرش، تبدیل هیدرات‌ها، میکروسیلیس و آلومینا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13" name="Group 28"/>
          <p:cNvGrpSpPr/>
          <p:nvPr/>
        </p:nvGrpSpPr>
        <p:grpSpPr>
          <a:xfrm>
            <a:off x="2618972" y="3844429"/>
            <a:ext cx="2545865" cy="361864"/>
            <a:chOff x="3943834" y="704409"/>
            <a:chExt cx="3962574" cy="563232"/>
          </a:xfrm>
        </p:grpSpPr>
        <p:sp>
          <p:nvSpPr>
            <p:cNvPr id="14" name="TextBox 29"/>
            <p:cNvSpPr txBox="1"/>
            <p:nvPr/>
          </p:nvSpPr>
          <p:spPr>
            <a:xfrm>
              <a:off x="3943834" y="704409"/>
              <a:ext cx="3962574" cy="242864"/>
            </a:xfrm>
            <a:prstGeom prst="rect">
              <a:avLst/>
            </a:prstGeom>
            <a:noFill/>
          </p:spPr>
          <p:txBody>
            <a:bodyPr wrap="square" lIns="360000" tIns="0" rIns="0" bIns="0" anchor="b" anchorCtr="0">
              <a:normAutofit fontScale="77500"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هدف و طرح آزمایش</a:t>
              </a:r>
              <a:endParaRPr kumimoji="0" lang="fa-IR" altLang="en-US" sz="1600" b="1" i="0" u="none" strike="noStrike" kern="1200" cap="none" normalizeH="0" baseline="0" noProof="0" dirty="0">
                <a:ln>
                  <a:noFill/>
                </a:ln>
                <a:solidFill>
                  <a:srgbClr val="838383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TextBox 30"/>
            <p:cNvSpPr txBox="1">
              <a:spLocks/>
            </p:cNvSpPr>
            <p:nvPr/>
          </p:nvSpPr>
          <p:spPr>
            <a:xfrm>
              <a:off x="3943834" y="947273"/>
              <a:ext cx="3962574" cy="32036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 fontScale="77500"/>
            </a:bodyPr>
            <a:lstStyle/>
            <a:p>
              <a:pPr lvl="0" rtl="1" algn="r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000000">
                      <a:lumMod val="100000"/>
                    </a:srgbClr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شکاف پژوهشی، فرضیه‌ها، گروه‌ها و زمان‌بندی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84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4000">
        <p:fade/>
      </p:transition>
    </mc:Choice>
    <mc:Fallback xmlns="">
      <p:transition spd="slow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9"/>
          <p:cNvCxnSpPr/>
          <p:nvPr/>
        </p:nvCxnSpPr>
        <p:spPr bwMode="auto">
          <a:xfrm flipV="1">
            <a:off x="4349045" y="2348200"/>
            <a:ext cx="392572" cy="159114"/>
          </a:xfrm>
          <a:prstGeom prst="line">
            <a:avLst/>
          </a:prstGeom>
          <a:solidFill>
            <a:schemeClr val="accent1"/>
          </a:solidFill>
          <a:ln w="15875" cap="rnd" cmpd="sng" algn="ctr">
            <a:solidFill>
              <a:srgbClr val="39425D"/>
            </a:solidFill>
            <a:prstDash val="sysDot"/>
            <a:round/>
            <a:headEnd type="oval" w="sm" len="sm"/>
            <a:tailEnd type="oval" w="sm" len="sm"/>
          </a:ln>
          <a:effectLst/>
        </p:spPr>
      </p:cxnSp>
      <p:grpSp>
        <p:nvGrpSpPr>
          <p:cNvPr id="52" name="组合 51"/>
          <p:cNvGrpSpPr/>
          <p:nvPr/>
        </p:nvGrpSpPr>
        <p:grpSpPr>
          <a:xfrm>
            <a:off x="2187137" y="1691330"/>
            <a:ext cx="2136631" cy="2224481"/>
            <a:chOff x="2187137" y="1691330"/>
            <a:chExt cx="2136631" cy="2224481"/>
          </a:xfrm>
        </p:grpSpPr>
        <p:sp>
          <p:nvSpPr>
            <p:cNvPr id="5" name="Oval 40"/>
            <p:cNvSpPr/>
            <p:nvPr/>
          </p:nvSpPr>
          <p:spPr bwMode="auto">
            <a:xfrm>
              <a:off x="2187137" y="1779179"/>
              <a:ext cx="2136631" cy="2136632"/>
            </a:xfrm>
            <a:prstGeom prst="ellipse">
              <a:avLst/>
            </a:prstGeom>
            <a:solidFill>
              <a:srgbClr val="778495"/>
            </a:solidFill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6" name="TextBox 41"/>
            <p:cNvSpPr txBox="1"/>
            <p:nvPr/>
          </p:nvSpPr>
          <p:spPr>
            <a:xfrm>
              <a:off x="2519675" y="2569097"/>
              <a:ext cx="1471557" cy="346249"/>
            </a:xfrm>
            <a:prstGeom prst="rect">
              <a:avLst/>
            </a:prstGeom>
            <a:noFill/>
            <a:effectLst/>
          </p:spPr>
          <p:txBody>
            <a:bodyPr wrap="none" anchor="ctr" anchorCtr="1">
              <a:normAutofit fontScale="77500"/>
            </a:bodyPr>
            <a:lstStyle/>
            <a:p>
              <a:pPr algn="ctr" rtl="1"/>
              <a:r>
                <a:rPr lang="fa-IR" altLang="en-US" sz="3600" b="1" baseline="30000" dirty="0">
                  <a:solidFill>
                    <a:schemeClr val="bg1"/>
                  </a:solidFill>
                  <a:cs typeface="+mn-ea"/>
                  <a:sym typeface="+mn-lt"/>
                </a:rPr>
                <a:t>HAC70</a:t>
              </a:r>
              <a:endParaRPr lang="fa-IR" altLang="en-US" sz="3600" b="1" baseline="30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" name="TextBox 42"/>
            <p:cNvSpPr txBox="1"/>
            <p:nvPr/>
          </p:nvSpPr>
          <p:spPr>
            <a:xfrm>
              <a:off x="2187137" y="2845314"/>
              <a:ext cx="2136631" cy="39078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normAutofit fontScale="92500"/>
            </a:bodyPr>
            <a:lstStyle/>
            <a:p>
              <a:pPr algn="ctr" rtl="1">
                <a:lnSpc>
                  <a:spcPct val="120000"/>
                </a:lnSpc>
              </a:pPr>
              <a:r>
                <a:rPr lang="fa-IR" altLang="en-US" sz="1200" dirty="0">
                  <a:solidFill>
                    <a:schemeClr val="bg1"/>
                  </a:solidFill>
                  <a:cs typeface="+mn-ea"/>
                  <a:sym typeface="+mn-lt"/>
                </a:rPr>
                <a:t>چسب هیدرولیکی؛ Al₂O₃ زیاد و ناخالصی کم</a:t>
              </a:r>
              <a:endParaRPr lang="fa-IR" altLang="en-US" sz="1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Oval 43"/>
            <p:cNvSpPr>
              <a:spLocks noChangeAspect="1"/>
            </p:cNvSpPr>
            <p:nvPr/>
          </p:nvSpPr>
          <p:spPr bwMode="auto">
            <a:xfrm>
              <a:off x="3535763" y="1691330"/>
              <a:ext cx="496124" cy="497429"/>
            </a:xfrm>
            <a:prstGeom prst="ellipse">
              <a:avLst/>
            </a:prstGeom>
            <a:solidFill>
              <a:srgbClr val="39425D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9" name="Group 44"/>
            <p:cNvGrpSpPr>
              <a:grpSpLocks/>
            </p:cNvGrpSpPr>
            <p:nvPr/>
          </p:nvGrpSpPr>
          <p:grpSpPr bwMode="auto">
            <a:xfrm>
              <a:off x="3627544" y="1781533"/>
              <a:ext cx="309934" cy="309935"/>
              <a:chOff x="0" y="0"/>
              <a:chExt cx="576" cy="576"/>
            </a:xfrm>
            <a:solidFill>
              <a:schemeClr val="bg1"/>
            </a:solidFill>
            <a:effectLst/>
          </p:grpSpPr>
          <p:sp>
            <p:nvSpPr>
              <p:cNvPr id="32" name="Freeform: Shape 45"/>
              <p:cNvSpPr>
                <a:spLocks/>
              </p:cNvSpPr>
              <p:nvPr/>
            </p:nvSpPr>
            <p:spPr bwMode="auto">
              <a:xfrm>
                <a:off x="0" y="0"/>
                <a:ext cx="576" cy="57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w 21600"/>
                  <a:gd name="T29" fmla="*/ 0 h 21600"/>
                  <a:gd name="T30" fmla="*/ 0 w 21600"/>
                  <a:gd name="T31" fmla="*/ 0 h 21600"/>
                  <a:gd name="T32" fmla="*/ 0 w 21600"/>
                  <a:gd name="T33" fmla="*/ 0 h 21600"/>
                  <a:gd name="T34" fmla="*/ 0 w 21600"/>
                  <a:gd name="T35" fmla="*/ 0 h 21600"/>
                  <a:gd name="T36" fmla="*/ 0 w 21600"/>
                  <a:gd name="T37" fmla="*/ 0 h 21600"/>
                  <a:gd name="T38" fmla="*/ 0 w 21600"/>
                  <a:gd name="T39" fmla="*/ 0 h 21600"/>
                  <a:gd name="T40" fmla="*/ 0 w 21600"/>
                  <a:gd name="T41" fmla="*/ 0 h 21600"/>
                  <a:gd name="T42" fmla="*/ 0 w 21600"/>
                  <a:gd name="T43" fmla="*/ 0 h 21600"/>
                  <a:gd name="T44" fmla="*/ 0 w 21600"/>
                  <a:gd name="T45" fmla="*/ 0 h 21600"/>
                  <a:gd name="T46" fmla="*/ 0 w 21600"/>
                  <a:gd name="T47" fmla="*/ 0 h 21600"/>
                  <a:gd name="T48" fmla="*/ 0 w 21600"/>
                  <a:gd name="T49" fmla="*/ 0 h 21600"/>
                  <a:gd name="T50" fmla="*/ 0 w 21600"/>
                  <a:gd name="T51" fmla="*/ 0 h 21600"/>
                  <a:gd name="T52" fmla="*/ 0 w 21600"/>
                  <a:gd name="T53" fmla="*/ 0 h 21600"/>
                  <a:gd name="T54" fmla="*/ 0 w 21600"/>
                  <a:gd name="T55" fmla="*/ 0 h 21600"/>
                  <a:gd name="T56" fmla="*/ 0 w 21600"/>
                  <a:gd name="T57" fmla="*/ 0 h 21600"/>
                  <a:gd name="T58" fmla="*/ 0 w 21600"/>
                  <a:gd name="T59" fmla="*/ 0 h 21600"/>
                  <a:gd name="T60" fmla="*/ 0 w 21600"/>
                  <a:gd name="T61" fmla="*/ 0 h 21600"/>
                  <a:gd name="T62" fmla="*/ 0 w 21600"/>
                  <a:gd name="T63" fmla="*/ 0 h 21600"/>
                  <a:gd name="T64" fmla="*/ 0 w 21600"/>
                  <a:gd name="T65" fmla="*/ 0 h 21600"/>
                  <a:gd name="T66" fmla="*/ 0 w 21600"/>
                  <a:gd name="T67" fmla="*/ 0 h 21600"/>
                  <a:gd name="T68" fmla="*/ 0 w 21600"/>
                  <a:gd name="T69" fmla="*/ 0 h 21600"/>
                  <a:gd name="T70" fmla="*/ 0 w 21600"/>
                  <a:gd name="T71" fmla="*/ 0 h 21600"/>
                  <a:gd name="T72" fmla="*/ 0 w 21600"/>
                  <a:gd name="T73" fmla="*/ 0 h 21600"/>
                  <a:gd name="T74" fmla="*/ 0 w 21600"/>
                  <a:gd name="T75" fmla="*/ 0 h 21600"/>
                  <a:gd name="T76" fmla="*/ 0 w 21600"/>
                  <a:gd name="T77" fmla="*/ 0 h 21600"/>
                  <a:gd name="T78" fmla="*/ 0 w 21600"/>
                  <a:gd name="T79" fmla="*/ 0 h 21600"/>
                  <a:gd name="T80" fmla="*/ 0 w 21600"/>
                  <a:gd name="T81" fmla="*/ 0 h 21600"/>
                  <a:gd name="T82" fmla="*/ 0 w 21600"/>
                  <a:gd name="T83" fmla="*/ 0 h 21600"/>
                  <a:gd name="T84" fmla="*/ 0 w 21600"/>
                  <a:gd name="T85" fmla="*/ 0 h 21600"/>
                  <a:gd name="T86" fmla="*/ 0 w 21600"/>
                  <a:gd name="T87" fmla="*/ 0 h 21600"/>
                  <a:gd name="T88" fmla="*/ 0 w 21600"/>
                  <a:gd name="T89" fmla="*/ 0 h 21600"/>
                  <a:gd name="T90" fmla="*/ 0 w 21600"/>
                  <a:gd name="T91" fmla="*/ 0 h 21600"/>
                  <a:gd name="T92" fmla="*/ 0 w 21600"/>
                  <a:gd name="T93" fmla="*/ 0 h 21600"/>
                  <a:gd name="T94" fmla="*/ 0 w 21600"/>
                  <a:gd name="T95" fmla="*/ 0 h 21600"/>
                  <a:gd name="T96" fmla="*/ 0 w 21600"/>
                  <a:gd name="T97" fmla="*/ 0 h 21600"/>
                  <a:gd name="T98" fmla="*/ 0 w 21600"/>
                  <a:gd name="T99" fmla="*/ 0 h 21600"/>
                  <a:gd name="T100" fmla="*/ 0 w 21600"/>
                  <a:gd name="T101" fmla="*/ 0 h 21600"/>
                  <a:gd name="T102" fmla="*/ 0 w 21600"/>
                  <a:gd name="T103" fmla="*/ 0 h 21600"/>
                  <a:gd name="T104" fmla="*/ 0 w 21600"/>
                  <a:gd name="T105" fmla="*/ 0 h 21600"/>
                  <a:gd name="T106" fmla="*/ 0 w 21600"/>
                  <a:gd name="T107" fmla="*/ 0 h 21600"/>
                  <a:gd name="T108" fmla="*/ 0 w 21600"/>
                  <a:gd name="T109" fmla="*/ 0 h 21600"/>
                  <a:gd name="T110" fmla="*/ 0 w 21600"/>
                  <a:gd name="T111" fmla="*/ 0 h 21600"/>
                  <a:gd name="T112" fmla="*/ 0 w 21600"/>
                  <a:gd name="T113" fmla="*/ 0 h 21600"/>
                  <a:gd name="T114" fmla="*/ 0 w 21600"/>
                  <a:gd name="T115" fmla="*/ 0 h 21600"/>
                  <a:gd name="T116" fmla="*/ 0 w 21600"/>
                  <a:gd name="T117" fmla="*/ 0 h 2160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7951" y="7646"/>
                    </a:moveTo>
                    <a:cubicBezTo>
                      <a:pt x="18069" y="7639"/>
                      <a:pt x="18121" y="7531"/>
                      <a:pt x="18225" y="7500"/>
                    </a:cubicBezTo>
                    <a:cubicBezTo>
                      <a:pt x="18420" y="7442"/>
                      <a:pt x="18352" y="7564"/>
                      <a:pt x="18447" y="7660"/>
                    </a:cubicBezTo>
                    <a:cubicBezTo>
                      <a:pt x="18529" y="7660"/>
                      <a:pt x="18346" y="7716"/>
                      <a:pt x="18334" y="7716"/>
                    </a:cubicBezTo>
                    <a:cubicBezTo>
                      <a:pt x="18252" y="7747"/>
                      <a:pt x="18257" y="7731"/>
                      <a:pt x="18192" y="7731"/>
                    </a:cubicBezTo>
                    <a:cubicBezTo>
                      <a:pt x="18166" y="7764"/>
                      <a:pt x="18232" y="7915"/>
                      <a:pt x="18248" y="7915"/>
                    </a:cubicBezTo>
                    <a:cubicBezTo>
                      <a:pt x="18307" y="8002"/>
                      <a:pt x="18338" y="7946"/>
                      <a:pt x="18332" y="8076"/>
                    </a:cubicBezTo>
                    <a:cubicBezTo>
                      <a:pt x="18326" y="8193"/>
                      <a:pt x="18422" y="8085"/>
                      <a:pt x="18461" y="8085"/>
                    </a:cubicBezTo>
                    <a:cubicBezTo>
                      <a:pt x="18461" y="8156"/>
                      <a:pt x="18566" y="8214"/>
                      <a:pt x="18574" y="8297"/>
                    </a:cubicBezTo>
                    <a:cubicBezTo>
                      <a:pt x="18528" y="8303"/>
                      <a:pt x="18423" y="8283"/>
                      <a:pt x="18404" y="8297"/>
                    </a:cubicBezTo>
                    <a:cubicBezTo>
                      <a:pt x="18411" y="8380"/>
                      <a:pt x="18461" y="8380"/>
                      <a:pt x="18461" y="8453"/>
                    </a:cubicBezTo>
                    <a:cubicBezTo>
                      <a:pt x="18549" y="8453"/>
                      <a:pt x="18392" y="8680"/>
                      <a:pt x="18546" y="8680"/>
                    </a:cubicBezTo>
                    <a:cubicBezTo>
                      <a:pt x="18510" y="8823"/>
                      <a:pt x="18267" y="8774"/>
                      <a:pt x="18234" y="8638"/>
                    </a:cubicBezTo>
                    <a:cubicBezTo>
                      <a:pt x="17995" y="8584"/>
                      <a:pt x="18122" y="8416"/>
                      <a:pt x="18114" y="8284"/>
                    </a:cubicBezTo>
                    <a:cubicBezTo>
                      <a:pt x="18104" y="8108"/>
                      <a:pt x="17951" y="8050"/>
                      <a:pt x="17951" y="7915"/>
                    </a:cubicBezTo>
                    <a:cubicBezTo>
                      <a:pt x="17826" y="7915"/>
                      <a:pt x="17951" y="7670"/>
                      <a:pt x="17951" y="7646"/>
                    </a:cubicBezTo>
                    <a:close/>
                    <a:moveTo>
                      <a:pt x="17869" y="15860"/>
                    </a:moveTo>
                    <a:cubicBezTo>
                      <a:pt x="17880" y="15711"/>
                      <a:pt x="17855" y="15455"/>
                      <a:pt x="17923" y="15455"/>
                    </a:cubicBezTo>
                    <a:cubicBezTo>
                      <a:pt x="17923" y="15341"/>
                      <a:pt x="17986" y="15185"/>
                      <a:pt x="17994" y="15044"/>
                    </a:cubicBezTo>
                    <a:cubicBezTo>
                      <a:pt x="18017" y="15044"/>
                      <a:pt x="18041" y="15044"/>
                      <a:pt x="18065" y="15044"/>
                    </a:cubicBezTo>
                    <a:cubicBezTo>
                      <a:pt x="18065" y="15015"/>
                      <a:pt x="18058" y="14913"/>
                      <a:pt x="18107" y="14888"/>
                    </a:cubicBezTo>
                    <a:cubicBezTo>
                      <a:pt x="18107" y="14812"/>
                      <a:pt x="18303" y="14778"/>
                      <a:pt x="18192" y="14676"/>
                    </a:cubicBezTo>
                    <a:cubicBezTo>
                      <a:pt x="18145" y="14660"/>
                      <a:pt x="18107" y="14451"/>
                      <a:pt x="18107" y="14378"/>
                    </a:cubicBezTo>
                    <a:cubicBezTo>
                      <a:pt x="18046" y="14439"/>
                      <a:pt x="18138" y="14619"/>
                      <a:pt x="17994" y="14619"/>
                    </a:cubicBezTo>
                    <a:cubicBezTo>
                      <a:pt x="17994" y="14447"/>
                      <a:pt x="17802" y="14718"/>
                      <a:pt x="17966" y="14718"/>
                    </a:cubicBezTo>
                    <a:cubicBezTo>
                      <a:pt x="17966" y="14874"/>
                      <a:pt x="17765" y="14803"/>
                      <a:pt x="17696" y="14761"/>
                    </a:cubicBezTo>
                    <a:cubicBezTo>
                      <a:pt x="17662" y="14847"/>
                      <a:pt x="17637" y="14882"/>
                      <a:pt x="17739" y="14903"/>
                    </a:cubicBezTo>
                    <a:cubicBezTo>
                      <a:pt x="17698" y="15025"/>
                      <a:pt x="17655" y="14946"/>
                      <a:pt x="17597" y="14903"/>
                    </a:cubicBezTo>
                    <a:cubicBezTo>
                      <a:pt x="17540" y="15073"/>
                      <a:pt x="17410" y="16061"/>
                      <a:pt x="17786" y="15978"/>
                    </a:cubicBezTo>
                    <a:cubicBezTo>
                      <a:pt x="16200" y="18114"/>
                      <a:pt x="13659" y="19500"/>
                      <a:pt x="10800" y="19500"/>
                    </a:cubicBezTo>
                    <a:cubicBezTo>
                      <a:pt x="6003" y="19500"/>
                      <a:pt x="2100" y="15597"/>
                      <a:pt x="2100" y="10800"/>
                    </a:cubicBezTo>
                    <a:cubicBezTo>
                      <a:pt x="2100" y="9473"/>
                      <a:pt x="2400" y="8214"/>
                      <a:pt x="2934" y="7088"/>
                    </a:cubicBezTo>
                    <a:cubicBezTo>
                      <a:pt x="2934" y="7089"/>
                      <a:pt x="2936" y="7091"/>
                      <a:pt x="2936" y="7093"/>
                    </a:cubicBezTo>
                    <a:cubicBezTo>
                      <a:pt x="3188" y="7294"/>
                      <a:pt x="3192" y="7631"/>
                      <a:pt x="3192" y="7901"/>
                    </a:cubicBezTo>
                    <a:cubicBezTo>
                      <a:pt x="3158" y="8054"/>
                      <a:pt x="3234" y="8236"/>
                      <a:pt x="3234" y="8383"/>
                    </a:cubicBezTo>
                    <a:cubicBezTo>
                      <a:pt x="3305" y="8418"/>
                      <a:pt x="3432" y="8638"/>
                      <a:pt x="3432" y="8709"/>
                    </a:cubicBezTo>
                    <a:cubicBezTo>
                      <a:pt x="3435" y="8709"/>
                      <a:pt x="3594" y="8932"/>
                      <a:pt x="3603" y="8949"/>
                    </a:cubicBezTo>
                    <a:cubicBezTo>
                      <a:pt x="3792" y="8949"/>
                      <a:pt x="3886" y="9032"/>
                      <a:pt x="3886" y="9205"/>
                    </a:cubicBezTo>
                    <a:cubicBezTo>
                      <a:pt x="3876" y="9205"/>
                      <a:pt x="4000" y="9469"/>
                      <a:pt x="4042" y="9502"/>
                    </a:cubicBezTo>
                    <a:cubicBezTo>
                      <a:pt x="4042" y="9577"/>
                      <a:pt x="4155" y="9849"/>
                      <a:pt x="4226" y="9885"/>
                    </a:cubicBezTo>
                    <a:cubicBezTo>
                      <a:pt x="4226" y="10115"/>
                      <a:pt x="4784" y="10484"/>
                      <a:pt x="4465" y="9943"/>
                    </a:cubicBezTo>
                    <a:cubicBezTo>
                      <a:pt x="4436" y="9894"/>
                      <a:pt x="4289" y="9616"/>
                      <a:pt x="4255" y="9616"/>
                    </a:cubicBezTo>
                    <a:cubicBezTo>
                      <a:pt x="4255" y="9525"/>
                      <a:pt x="4068" y="9420"/>
                      <a:pt x="4090" y="9342"/>
                    </a:cubicBezTo>
                    <a:cubicBezTo>
                      <a:pt x="4124" y="9221"/>
                      <a:pt x="4340" y="9498"/>
                      <a:pt x="4340" y="9559"/>
                    </a:cubicBezTo>
                    <a:cubicBezTo>
                      <a:pt x="4371" y="9559"/>
                      <a:pt x="4453" y="9741"/>
                      <a:pt x="4453" y="9758"/>
                    </a:cubicBezTo>
                    <a:cubicBezTo>
                      <a:pt x="4505" y="9758"/>
                      <a:pt x="4709" y="9909"/>
                      <a:pt x="4709" y="9999"/>
                    </a:cubicBezTo>
                    <a:cubicBezTo>
                      <a:pt x="4856" y="9999"/>
                      <a:pt x="4940" y="10367"/>
                      <a:pt x="4945" y="10471"/>
                    </a:cubicBezTo>
                    <a:cubicBezTo>
                      <a:pt x="4948" y="10558"/>
                      <a:pt x="4996" y="10792"/>
                      <a:pt x="5120" y="10792"/>
                    </a:cubicBezTo>
                    <a:cubicBezTo>
                      <a:pt x="5174" y="10900"/>
                      <a:pt x="5409" y="10861"/>
                      <a:pt x="5460" y="10962"/>
                    </a:cubicBezTo>
                    <a:cubicBezTo>
                      <a:pt x="5611" y="10962"/>
                      <a:pt x="5777" y="11075"/>
                      <a:pt x="5941" y="11075"/>
                    </a:cubicBezTo>
                    <a:cubicBezTo>
                      <a:pt x="6084" y="11075"/>
                      <a:pt x="6113" y="11246"/>
                      <a:pt x="6239" y="11246"/>
                    </a:cubicBezTo>
                    <a:cubicBezTo>
                      <a:pt x="6259" y="11285"/>
                      <a:pt x="6324" y="11271"/>
                      <a:pt x="6324" y="11302"/>
                    </a:cubicBezTo>
                    <a:cubicBezTo>
                      <a:pt x="6448" y="11302"/>
                      <a:pt x="6791" y="11496"/>
                      <a:pt x="6735" y="11642"/>
                    </a:cubicBezTo>
                    <a:cubicBezTo>
                      <a:pt x="6795" y="11672"/>
                      <a:pt x="6964" y="11843"/>
                      <a:pt x="6947" y="11926"/>
                    </a:cubicBezTo>
                    <a:cubicBezTo>
                      <a:pt x="6971" y="12095"/>
                      <a:pt x="7238" y="12086"/>
                      <a:pt x="7345" y="12138"/>
                    </a:cubicBezTo>
                    <a:cubicBezTo>
                      <a:pt x="7444" y="11839"/>
                      <a:pt x="7571" y="12122"/>
                      <a:pt x="7571" y="12266"/>
                    </a:cubicBezTo>
                    <a:cubicBezTo>
                      <a:pt x="7561" y="12313"/>
                      <a:pt x="7571" y="12512"/>
                      <a:pt x="7571" y="12606"/>
                    </a:cubicBezTo>
                    <a:cubicBezTo>
                      <a:pt x="7701" y="12606"/>
                      <a:pt x="7536" y="12818"/>
                      <a:pt x="7501" y="12677"/>
                    </a:cubicBezTo>
                    <a:cubicBezTo>
                      <a:pt x="7451" y="12698"/>
                      <a:pt x="7423" y="12736"/>
                      <a:pt x="7415" y="12790"/>
                    </a:cubicBezTo>
                    <a:cubicBezTo>
                      <a:pt x="7346" y="12790"/>
                      <a:pt x="7186" y="13220"/>
                      <a:pt x="7345" y="13272"/>
                    </a:cubicBezTo>
                    <a:cubicBezTo>
                      <a:pt x="7326" y="13439"/>
                      <a:pt x="7134" y="13582"/>
                      <a:pt x="7316" y="13683"/>
                    </a:cubicBezTo>
                    <a:cubicBezTo>
                      <a:pt x="7316" y="13672"/>
                      <a:pt x="7662" y="14179"/>
                      <a:pt x="7614" y="14179"/>
                    </a:cubicBezTo>
                    <a:cubicBezTo>
                      <a:pt x="7614" y="14259"/>
                      <a:pt x="7665" y="14355"/>
                      <a:pt x="7685" y="14420"/>
                    </a:cubicBezTo>
                    <a:cubicBezTo>
                      <a:pt x="7685" y="14567"/>
                      <a:pt x="7830" y="14902"/>
                      <a:pt x="8039" y="14902"/>
                    </a:cubicBezTo>
                    <a:cubicBezTo>
                      <a:pt x="8037" y="14898"/>
                      <a:pt x="8254" y="15129"/>
                      <a:pt x="8223" y="15129"/>
                    </a:cubicBezTo>
                    <a:cubicBezTo>
                      <a:pt x="8287" y="15511"/>
                      <a:pt x="8195" y="15751"/>
                      <a:pt x="8195" y="16163"/>
                    </a:cubicBezTo>
                    <a:cubicBezTo>
                      <a:pt x="8072" y="16163"/>
                      <a:pt x="8188" y="16989"/>
                      <a:pt x="8025" y="17071"/>
                    </a:cubicBezTo>
                    <a:cubicBezTo>
                      <a:pt x="7995" y="17203"/>
                      <a:pt x="7898" y="17312"/>
                      <a:pt x="7940" y="17396"/>
                    </a:cubicBezTo>
                    <a:cubicBezTo>
                      <a:pt x="7954" y="17531"/>
                      <a:pt x="7940" y="17666"/>
                      <a:pt x="7940" y="17779"/>
                    </a:cubicBezTo>
                    <a:cubicBezTo>
                      <a:pt x="7907" y="17779"/>
                      <a:pt x="7869" y="17962"/>
                      <a:pt x="7869" y="18006"/>
                    </a:cubicBezTo>
                    <a:cubicBezTo>
                      <a:pt x="7775" y="18006"/>
                      <a:pt x="7769" y="18709"/>
                      <a:pt x="7780" y="18957"/>
                    </a:cubicBezTo>
                    <a:cubicBezTo>
                      <a:pt x="8005" y="19041"/>
                      <a:pt x="8236" y="19114"/>
                      <a:pt x="8470" y="19179"/>
                    </a:cubicBezTo>
                    <a:cubicBezTo>
                      <a:pt x="8443" y="19138"/>
                      <a:pt x="8422" y="19094"/>
                      <a:pt x="8422" y="19040"/>
                    </a:cubicBezTo>
                    <a:cubicBezTo>
                      <a:pt x="8327" y="19040"/>
                      <a:pt x="8420" y="18785"/>
                      <a:pt x="8521" y="18785"/>
                    </a:cubicBezTo>
                    <a:cubicBezTo>
                      <a:pt x="8556" y="18663"/>
                      <a:pt x="8618" y="18661"/>
                      <a:pt x="8677" y="18572"/>
                    </a:cubicBezTo>
                    <a:cubicBezTo>
                      <a:pt x="8747" y="18572"/>
                      <a:pt x="8635" y="18459"/>
                      <a:pt x="8635" y="18530"/>
                    </a:cubicBezTo>
                    <a:cubicBezTo>
                      <a:pt x="8618" y="18530"/>
                      <a:pt x="8618" y="18575"/>
                      <a:pt x="8578" y="18586"/>
                    </a:cubicBezTo>
                    <a:cubicBezTo>
                      <a:pt x="8565" y="18552"/>
                      <a:pt x="8582" y="18516"/>
                      <a:pt x="8564" y="18516"/>
                    </a:cubicBezTo>
                    <a:cubicBezTo>
                      <a:pt x="8564" y="18436"/>
                      <a:pt x="8606" y="18359"/>
                      <a:pt x="8606" y="18275"/>
                    </a:cubicBezTo>
                    <a:cubicBezTo>
                      <a:pt x="8633" y="18275"/>
                      <a:pt x="8668" y="18173"/>
                      <a:pt x="8706" y="18147"/>
                    </a:cubicBezTo>
                    <a:cubicBezTo>
                      <a:pt x="8784" y="18056"/>
                      <a:pt x="8862" y="18045"/>
                      <a:pt x="8862" y="17920"/>
                    </a:cubicBezTo>
                    <a:cubicBezTo>
                      <a:pt x="8879" y="17920"/>
                      <a:pt x="8837" y="17779"/>
                      <a:pt x="8805" y="17779"/>
                    </a:cubicBezTo>
                    <a:cubicBezTo>
                      <a:pt x="8888" y="17707"/>
                      <a:pt x="8989" y="17837"/>
                      <a:pt x="8989" y="17693"/>
                    </a:cubicBezTo>
                    <a:cubicBezTo>
                      <a:pt x="9015" y="17693"/>
                      <a:pt x="9032" y="17605"/>
                      <a:pt x="9032" y="17580"/>
                    </a:cubicBezTo>
                    <a:cubicBezTo>
                      <a:pt x="9152" y="17500"/>
                      <a:pt x="9130" y="17481"/>
                      <a:pt x="9315" y="17481"/>
                    </a:cubicBezTo>
                    <a:cubicBezTo>
                      <a:pt x="9338" y="17435"/>
                      <a:pt x="9473" y="17380"/>
                      <a:pt x="9528" y="17382"/>
                    </a:cubicBezTo>
                    <a:cubicBezTo>
                      <a:pt x="9528" y="17362"/>
                      <a:pt x="9545" y="17169"/>
                      <a:pt x="9528" y="17169"/>
                    </a:cubicBezTo>
                    <a:cubicBezTo>
                      <a:pt x="9528" y="17065"/>
                      <a:pt x="9712" y="17054"/>
                      <a:pt x="9712" y="17013"/>
                    </a:cubicBezTo>
                    <a:cubicBezTo>
                      <a:pt x="9812" y="16942"/>
                      <a:pt x="9843" y="16857"/>
                      <a:pt x="9849" y="16740"/>
                    </a:cubicBezTo>
                    <a:cubicBezTo>
                      <a:pt x="9854" y="16645"/>
                      <a:pt x="9994" y="16531"/>
                      <a:pt x="10073" y="16531"/>
                    </a:cubicBezTo>
                    <a:cubicBezTo>
                      <a:pt x="10199" y="16531"/>
                      <a:pt x="10115" y="16475"/>
                      <a:pt x="10194" y="16475"/>
                    </a:cubicBezTo>
                    <a:cubicBezTo>
                      <a:pt x="10171" y="16407"/>
                      <a:pt x="10224" y="16412"/>
                      <a:pt x="10260" y="16368"/>
                    </a:cubicBezTo>
                    <a:cubicBezTo>
                      <a:pt x="10314" y="16301"/>
                      <a:pt x="10296" y="16065"/>
                      <a:pt x="10307" y="15964"/>
                    </a:cubicBezTo>
                    <a:cubicBezTo>
                      <a:pt x="10281" y="15964"/>
                      <a:pt x="10425" y="15828"/>
                      <a:pt x="10435" y="15808"/>
                    </a:cubicBezTo>
                    <a:cubicBezTo>
                      <a:pt x="10502" y="15808"/>
                      <a:pt x="10552" y="15752"/>
                      <a:pt x="10619" y="15752"/>
                    </a:cubicBezTo>
                    <a:cubicBezTo>
                      <a:pt x="10655" y="15681"/>
                      <a:pt x="10888" y="15575"/>
                      <a:pt x="10974" y="15511"/>
                    </a:cubicBezTo>
                    <a:cubicBezTo>
                      <a:pt x="11011" y="15360"/>
                      <a:pt x="11115" y="15330"/>
                      <a:pt x="11115" y="15170"/>
                    </a:cubicBezTo>
                    <a:cubicBezTo>
                      <a:pt x="11157" y="15170"/>
                      <a:pt x="11200" y="14858"/>
                      <a:pt x="11200" y="14802"/>
                    </a:cubicBezTo>
                    <a:cubicBezTo>
                      <a:pt x="11208" y="14802"/>
                      <a:pt x="11215" y="14518"/>
                      <a:pt x="11215" y="14490"/>
                    </a:cubicBezTo>
                    <a:cubicBezTo>
                      <a:pt x="11221" y="14490"/>
                      <a:pt x="11427" y="14261"/>
                      <a:pt x="11427" y="14234"/>
                    </a:cubicBezTo>
                    <a:cubicBezTo>
                      <a:pt x="11617" y="14093"/>
                      <a:pt x="11588" y="13676"/>
                      <a:pt x="11405" y="13514"/>
                    </a:cubicBezTo>
                    <a:cubicBezTo>
                      <a:pt x="11299" y="13420"/>
                      <a:pt x="11232" y="13367"/>
                      <a:pt x="11073" y="13313"/>
                    </a:cubicBezTo>
                    <a:cubicBezTo>
                      <a:pt x="11048" y="13388"/>
                      <a:pt x="10982" y="13340"/>
                      <a:pt x="10915" y="13339"/>
                    </a:cubicBezTo>
                    <a:cubicBezTo>
                      <a:pt x="10800" y="13335"/>
                      <a:pt x="10788" y="13413"/>
                      <a:pt x="10676" y="13413"/>
                    </a:cubicBezTo>
                    <a:cubicBezTo>
                      <a:pt x="10690" y="13345"/>
                      <a:pt x="10725" y="13144"/>
                      <a:pt x="10591" y="13130"/>
                    </a:cubicBezTo>
                    <a:cubicBezTo>
                      <a:pt x="10591" y="13265"/>
                      <a:pt x="10455" y="13200"/>
                      <a:pt x="10492" y="13115"/>
                    </a:cubicBezTo>
                    <a:cubicBezTo>
                      <a:pt x="10428" y="13115"/>
                      <a:pt x="10369" y="13016"/>
                      <a:pt x="10280" y="13002"/>
                    </a:cubicBezTo>
                    <a:cubicBezTo>
                      <a:pt x="10280" y="13147"/>
                      <a:pt x="10062" y="13030"/>
                      <a:pt x="10123" y="13030"/>
                    </a:cubicBezTo>
                    <a:cubicBezTo>
                      <a:pt x="10123" y="13012"/>
                      <a:pt x="10087" y="12817"/>
                      <a:pt x="10138" y="12817"/>
                    </a:cubicBezTo>
                    <a:cubicBezTo>
                      <a:pt x="10121" y="12734"/>
                      <a:pt x="10101" y="12590"/>
                      <a:pt x="10038" y="12548"/>
                    </a:cubicBezTo>
                    <a:cubicBezTo>
                      <a:pt x="9983" y="12431"/>
                      <a:pt x="10070" y="12473"/>
                      <a:pt x="9939" y="12364"/>
                    </a:cubicBezTo>
                    <a:cubicBezTo>
                      <a:pt x="9917" y="12318"/>
                      <a:pt x="9905" y="12353"/>
                      <a:pt x="9883" y="12308"/>
                    </a:cubicBezTo>
                    <a:cubicBezTo>
                      <a:pt x="9839" y="12308"/>
                      <a:pt x="9753" y="12192"/>
                      <a:pt x="9727" y="12293"/>
                    </a:cubicBezTo>
                    <a:cubicBezTo>
                      <a:pt x="9644" y="12287"/>
                      <a:pt x="9572" y="12248"/>
                      <a:pt x="9495" y="12224"/>
                    </a:cubicBezTo>
                    <a:cubicBezTo>
                      <a:pt x="9355" y="12182"/>
                      <a:pt x="9478" y="12169"/>
                      <a:pt x="9386" y="12123"/>
                    </a:cubicBezTo>
                    <a:cubicBezTo>
                      <a:pt x="9386" y="12082"/>
                      <a:pt x="9259" y="12071"/>
                      <a:pt x="9259" y="12010"/>
                    </a:cubicBezTo>
                    <a:cubicBezTo>
                      <a:pt x="9233" y="11942"/>
                      <a:pt x="9182" y="11935"/>
                      <a:pt x="9174" y="11911"/>
                    </a:cubicBezTo>
                    <a:cubicBezTo>
                      <a:pt x="9161" y="11914"/>
                      <a:pt x="9152" y="11909"/>
                      <a:pt x="9145" y="11897"/>
                    </a:cubicBezTo>
                    <a:cubicBezTo>
                      <a:pt x="9117" y="11898"/>
                      <a:pt x="9123" y="11842"/>
                      <a:pt x="9059" y="11842"/>
                    </a:cubicBezTo>
                    <a:cubicBezTo>
                      <a:pt x="9053" y="11822"/>
                      <a:pt x="8992" y="11772"/>
                      <a:pt x="8975" y="11783"/>
                    </a:cubicBezTo>
                    <a:cubicBezTo>
                      <a:pt x="8909" y="11829"/>
                      <a:pt x="8732" y="11807"/>
                      <a:pt x="8655" y="11802"/>
                    </a:cubicBezTo>
                    <a:cubicBezTo>
                      <a:pt x="8463" y="11788"/>
                      <a:pt x="8497" y="11569"/>
                      <a:pt x="8395" y="11556"/>
                    </a:cubicBezTo>
                    <a:cubicBezTo>
                      <a:pt x="8327" y="11603"/>
                      <a:pt x="8249" y="11646"/>
                      <a:pt x="8172" y="11647"/>
                    </a:cubicBezTo>
                    <a:cubicBezTo>
                      <a:pt x="8154" y="11620"/>
                      <a:pt x="8151" y="11627"/>
                      <a:pt x="8111" y="11603"/>
                    </a:cubicBezTo>
                    <a:cubicBezTo>
                      <a:pt x="8101" y="11603"/>
                      <a:pt x="8049" y="11633"/>
                      <a:pt x="8035" y="11643"/>
                    </a:cubicBezTo>
                    <a:cubicBezTo>
                      <a:pt x="7988" y="11672"/>
                      <a:pt x="7943" y="11762"/>
                      <a:pt x="7885" y="11730"/>
                    </a:cubicBezTo>
                    <a:cubicBezTo>
                      <a:pt x="7858" y="11700"/>
                      <a:pt x="7838" y="11708"/>
                      <a:pt x="7827" y="11755"/>
                    </a:cubicBezTo>
                    <a:cubicBezTo>
                      <a:pt x="7708" y="11755"/>
                      <a:pt x="7887" y="12038"/>
                      <a:pt x="7601" y="12038"/>
                    </a:cubicBezTo>
                    <a:cubicBezTo>
                      <a:pt x="7612" y="11938"/>
                      <a:pt x="7602" y="11840"/>
                      <a:pt x="7459" y="11840"/>
                    </a:cubicBezTo>
                    <a:cubicBezTo>
                      <a:pt x="7459" y="11962"/>
                      <a:pt x="7255" y="11938"/>
                      <a:pt x="7161" y="11925"/>
                    </a:cubicBezTo>
                    <a:cubicBezTo>
                      <a:pt x="7185" y="11831"/>
                      <a:pt x="7139" y="11763"/>
                      <a:pt x="7062" y="11712"/>
                    </a:cubicBezTo>
                    <a:cubicBezTo>
                      <a:pt x="7062" y="11639"/>
                      <a:pt x="7006" y="11546"/>
                      <a:pt x="7006" y="11429"/>
                    </a:cubicBezTo>
                    <a:cubicBezTo>
                      <a:pt x="6906" y="11429"/>
                      <a:pt x="7056" y="11117"/>
                      <a:pt x="6892" y="11117"/>
                    </a:cubicBezTo>
                    <a:cubicBezTo>
                      <a:pt x="6902" y="11134"/>
                      <a:pt x="6907" y="11153"/>
                      <a:pt x="6906" y="11174"/>
                    </a:cubicBezTo>
                    <a:cubicBezTo>
                      <a:pt x="6793" y="11174"/>
                      <a:pt x="6679" y="11194"/>
                      <a:pt x="6566" y="11174"/>
                    </a:cubicBezTo>
                    <a:cubicBezTo>
                      <a:pt x="6594" y="11071"/>
                      <a:pt x="6506" y="11060"/>
                      <a:pt x="6533" y="10951"/>
                    </a:cubicBezTo>
                    <a:cubicBezTo>
                      <a:pt x="6554" y="10862"/>
                      <a:pt x="6590" y="10783"/>
                      <a:pt x="6609" y="10692"/>
                    </a:cubicBezTo>
                    <a:cubicBezTo>
                      <a:pt x="6651" y="10692"/>
                      <a:pt x="6645" y="10564"/>
                      <a:pt x="6722" y="10564"/>
                    </a:cubicBezTo>
                    <a:cubicBezTo>
                      <a:pt x="6800" y="10519"/>
                      <a:pt x="6694" y="10393"/>
                      <a:pt x="6694" y="10508"/>
                    </a:cubicBezTo>
                    <a:cubicBezTo>
                      <a:pt x="6694" y="10508"/>
                      <a:pt x="6553" y="10558"/>
                      <a:pt x="6537" y="10564"/>
                    </a:cubicBezTo>
                    <a:cubicBezTo>
                      <a:pt x="6537" y="10573"/>
                      <a:pt x="6396" y="10708"/>
                      <a:pt x="6396" y="10607"/>
                    </a:cubicBezTo>
                    <a:cubicBezTo>
                      <a:pt x="6324" y="10635"/>
                      <a:pt x="6214" y="10778"/>
                      <a:pt x="6325" y="10805"/>
                    </a:cubicBezTo>
                    <a:cubicBezTo>
                      <a:pt x="6313" y="10864"/>
                      <a:pt x="6226" y="10910"/>
                      <a:pt x="6226" y="10919"/>
                    </a:cubicBezTo>
                    <a:cubicBezTo>
                      <a:pt x="6065" y="10920"/>
                      <a:pt x="6123" y="10908"/>
                      <a:pt x="6113" y="10833"/>
                    </a:cubicBezTo>
                    <a:cubicBezTo>
                      <a:pt x="6019" y="10833"/>
                      <a:pt x="5911" y="10621"/>
                      <a:pt x="5815" y="10621"/>
                    </a:cubicBezTo>
                    <a:cubicBezTo>
                      <a:pt x="5815" y="10530"/>
                      <a:pt x="5716" y="10443"/>
                      <a:pt x="5716" y="10323"/>
                    </a:cubicBezTo>
                    <a:cubicBezTo>
                      <a:pt x="5692" y="10323"/>
                      <a:pt x="5692" y="9898"/>
                      <a:pt x="5716" y="9898"/>
                    </a:cubicBezTo>
                    <a:cubicBezTo>
                      <a:pt x="5716" y="9682"/>
                      <a:pt x="5867" y="9502"/>
                      <a:pt x="6084" y="9480"/>
                    </a:cubicBezTo>
                    <a:cubicBezTo>
                      <a:pt x="6220" y="9466"/>
                      <a:pt x="6205" y="9562"/>
                      <a:pt x="6328" y="9580"/>
                    </a:cubicBezTo>
                    <a:cubicBezTo>
                      <a:pt x="6399" y="9590"/>
                      <a:pt x="6440" y="9558"/>
                      <a:pt x="6509" y="9530"/>
                    </a:cubicBezTo>
                    <a:cubicBezTo>
                      <a:pt x="6505" y="9471"/>
                      <a:pt x="6466" y="9455"/>
                      <a:pt x="6453" y="9402"/>
                    </a:cubicBezTo>
                    <a:cubicBezTo>
                      <a:pt x="6537" y="9402"/>
                      <a:pt x="6772" y="9417"/>
                      <a:pt x="6807" y="9487"/>
                    </a:cubicBezTo>
                    <a:cubicBezTo>
                      <a:pt x="6888" y="9521"/>
                      <a:pt x="6992" y="9430"/>
                      <a:pt x="7048" y="9509"/>
                    </a:cubicBezTo>
                    <a:cubicBezTo>
                      <a:pt x="7090" y="9567"/>
                      <a:pt x="7161" y="9754"/>
                      <a:pt x="7161" y="9813"/>
                    </a:cubicBezTo>
                    <a:cubicBezTo>
                      <a:pt x="7144" y="9813"/>
                      <a:pt x="7238" y="9954"/>
                      <a:pt x="7247" y="9969"/>
                    </a:cubicBezTo>
                    <a:cubicBezTo>
                      <a:pt x="7380" y="9967"/>
                      <a:pt x="7347" y="9863"/>
                      <a:pt x="7326" y="9763"/>
                    </a:cubicBezTo>
                    <a:cubicBezTo>
                      <a:pt x="7309" y="9681"/>
                      <a:pt x="7288" y="9431"/>
                      <a:pt x="7232" y="9374"/>
                    </a:cubicBezTo>
                    <a:cubicBezTo>
                      <a:pt x="7232" y="9134"/>
                      <a:pt x="7396" y="9159"/>
                      <a:pt x="7488" y="8977"/>
                    </a:cubicBezTo>
                    <a:cubicBezTo>
                      <a:pt x="7637" y="8977"/>
                      <a:pt x="7669" y="8737"/>
                      <a:pt x="7757" y="8679"/>
                    </a:cubicBezTo>
                    <a:cubicBezTo>
                      <a:pt x="7757" y="8649"/>
                      <a:pt x="7814" y="8459"/>
                      <a:pt x="7827" y="8452"/>
                    </a:cubicBezTo>
                    <a:cubicBezTo>
                      <a:pt x="7847" y="8338"/>
                      <a:pt x="7896" y="8341"/>
                      <a:pt x="7941" y="8268"/>
                    </a:cubicBezTo>
                    <a:cubicBezTo>
                      <a:pt x="7924" y="8268"/>
                      <a:pt x="8125" y="8118"/>
                      <a:pt x="8125" y="8141"/>
                    </a:cubicBezTo>
                    <a:cubicBezTo>
                      <a:pt x="8201" y="8090"/>
                      <a:pt x="8267" y="7931"/>
                      <a:pt x="8295" y="7843"/>
                    </a:cubicBezTo>
                    <a:cubicBezTo>
                      <a:pt x="8334" y="7843"/>
                      <a:pt x="8420" y="7763"/>
                      <a:pt x="8437" y="7730"/>
                    </a:cubicBezTo>
                    <a:cubicBezTo>
                      <a:pt x="8537" y="7730"/>
                      <a:pt x="8597" y="7673"/>
                      <a:pt x="8721" y="7673"/>
                    </a:cubicBezTo>
                    <a:cubicBezTo>
                      <a:pt x="8701" y="7713"/>
                      <a:pt x="8721" y="7704"/>
                      <a:pt x="8735" y="7772"/>
                    </a:cubicBezTo>
                    <a:cubicBezTo>
                      <a:pt x="8739" y="7771"/>
                      <a:pt x="8657" y="7790"/>
                      <a:pt x="8648" y="7769"/>
                    </a:cubicBezTo>
                    <a:cubicBezTo>
                      <a:pt x="8633" y="7825"/>
                      <a:pt x="8520" y="7840"/>
                      <a:pt x="8749" y="7814"/>
                    </a:cubicBezTo>
                    <a:cubicBezTo>
                      <a:pt x="8763" y="7784"/>
                      <a:pt x="8838" y="7757"/>
                      <a:pt x="8877" y="7744"/>
                    </a:cubicBezTo>
                    <a:cubicBezTo>
                      <a:pt x="8877" y="7671"/>
                      <a:pt x="8983" y="7722"/>
                      <a:pt x="9004" y="7658"/>
                    </a:cubicBezTo>
                    <a:cubicBezTo>
                      <a:pt x="8921" y="7654"/>
                      <a:pt x="8856" y="7622"/>
                      <a:pt x="8800" y="7530"/>
                    </a:cubicBezTo>
                    <a:cubicBezTo>
                      <a:pt x="8741" y="7435"/>
                      <a:pt x="8618" y="7304"/>
                      <a:pt x="8820" y="7304"/>
                    </a:cubicBezTo>
                    <a:cubicBezTo>
                      <a:pt x="8820" y="7275"/>
                      <a:pt x="8792" y="7291"/>
                      <a:pt x="8792" y="7262"/>
                    </a:cubicBezTo>
                    <a:cubicBezTo>
                      <a:pt x="8687" y="7291"/>
                      <a:pt x="8665" y="7361"/>
                      <a:pt x="8550" y="7361"/>
                    </a:cubicBezTo>
                    <a:cubicBezTo>
                      <a:pt x="8409" y="7408"/>
                      <a:pt x="8340" y="7547"/>
                      <a:pt x="8181" y="7545"/>
                    </a:cubicBezTo>
                    <a:cubicBezTo>
                      <a:pt x="8195" y="7402"/>
                      <a:pt x="8447" y="7114"/>
                      <a:pt x="8577" y="7072"/>
                    </a:cubicBezTo>
                    <a:cubicBezTo>
                      <a:pt x="8825" y="6993"/>
                      <a:pt x="9234" y="7212"/>
                      <a:pt x="9302" y="6907"/>
                    </a:cubicBezTo>
                    <a:cubicBezTo>
                      <a:pt x="9351" y="6913"/>
                      <a:pt x="9570" y="6991"/>
                      <a:pt x="9570" y="6893"/>
                    </a:cubicBezTo>
                    <a:cubicBezTo>
                      <a:pt x="9623" y="6893"/>
                      <a:pt x="9526" y="6794"/>
                      <a:pt x="9627" y="6794"/>
                    </a:cubicBezTo>
                    <a:cubicBezTo>
                      <a:pt x="9613" y="6724"/>
                      <a:pt x="9497" y="6638"/>
                      <a:pt x="9458" y="6638"/>
                    </a:cubicBezTo>
                    <a:cubicBezTo>
                      <a:pt x="9458" y="6482"/>
                      <a:pt x="9373" y="6652"/>
                      <a:pt x="9329" y="6652"/>
                    </a:cubicBezTo>
                    <a:cubicBezTo>
                      <a:pt x="9329" y="6550"/>
                      <a:pt x="9293" y="6559"/>
                      <a:pt x="9259" y="6524"/>
                    </a:cubicBezTo>
                    <a:cubicBezTo>
                      <a:pt x="9259" y="6449"/>
                      <a:pt x="9097" y="6334"/>
                      <a:pt x="9046" y="6255"/>
                    </a:cubicBezTo>
                    <a:cubicBezTo>
                      <a:pt x="8977" y="6255"/>
                      <a:pt x="8877" y="5906"/>
                      <a:pt x="8819" y="5943"/>
                    </a:cubicBezTo>
                    <a:cubicBezTo>
                      <a:pt x="8819" y="6029"/>
                      <a:pt x="8755" y="6142"/>
                      <a:pt x="8663" y="6142"/>
                    </a:cubicBezTo>
                    <a:cubicBezTo>
                      <a:pt x="8663" y="6199"/>
                      <a:pt x="8520" y="6173"/>
                      <a:pt x="8493" y="6170"/>
                    </a:cubicBezTo>
                    <a:cubicBezTo>
                      <a:pt x="8493" y="6087"/>
                      <a:pt x="8522" y="6159"/>
                      <a:pt x="8522" y="6113"/>
                    </a:cubicBezTo>
                    <a:cubicBezTo>
                      <a:pt x="8474" y="6113"/>
                      <a:pt x="8479" y="6053"/>
                      <a:pt x="8479" y="6043"/>
                    </a:cubicBezTo>
                    <a:cubicBezTo>
                      <a:pt x="8452" y="6043"/>
                      <a:pt x="8238" y="5833"/>
                      <a:pt x="8238" y="5788"/>
                    </a:cubicBezTo>
                    <a:cubicBezTo>
                      <a:pt x="8048" y="5851"/>
                      <a:pt x="8194" y="5771"/>
                      <a:pt x="8011" y="5688"/>
                    </a:cubicBezTo>
                    <a:cubicBezTo>
                      <a:pt x="7947" y="5856"/>
                      <a:pt x="7766" y="5717"/>
                      <a:pt x="7657" y="5717"/>
                    </a:cubicBezTo>
                    <a:cubicBezTo>
                      <a:pt x="7657" y="5740"/>
                      <a:pt x="7564" y="5704"/>
                      <a:pt x="7529" y="5717"/>
                    </a:cubicBezTo>
                    <a:cubicBezTo>
                      <a:pt x="7530" y="5816"/>
                      <a:pt x="7612" y="6029"/>
                      <a:pt x="7501" y="6057"/>
                    </a:cubicBezTo>
                    <a:cubicBezTo>
                      <a:pt x="7522" y="6132"/>
                      <a:pt x="7574" y="6082"/>
                      <a:pt x="7616" y="6132"/>
                    </a:cubicBezTo>
                    <a:cubicBezTo>
                      <a:pt x="7681" y="6210"/>
                      <a:pt x="7655" y="6350"/>
                      <a:pt x="7614" y="6440"/>
                    </a:cubicBezTo>
                    <a:cubicBezTo>
                      <a:pt x="7778" y="6503"/>
                      <a:pt x="7487" y="6634"/>
                      <a:pt x="7487" y="6553"/>
                    </a:cubicBezTo>
                    <a:cubicBezTo>
                      <a:pt x="7397" y="6578"/>
                      <a:pt x="7383" y="6692"/>
                      <a:pt x="7472" y="6751"/>
                    </a:cubicBezTo>
                    <a:cubicBezTo>
                      <a:pt x="7472" y="6809"/>
                      <a:pt x="7443" y="6908"/>
                      <a:pt x="7529" y="6908"/>
                    </a:cubicBezTo>
                    <a:cubicBezTo>
                      <a:pt x="7505" y="7002"/>
                      <a:pt x="7363" y="7012"/>
                      <a:pt x="7274" y="6979"/>
                    </a:cubicBezTo>
                    <a:cubicBezTo>
                      <a:pt x="7265" y="6950"/>
                      <a:pt x="7274" y="6940"/>
                      <a:pt x="7302" y="6950"/>
                    </a:cubicBezTo>
                    <a:cubicBezTo>
                      <a:pt x="7288" y="6896"/>
                      <a:pt x="7220" y="6737"/>
                      <a:pt x="7245" y="6737"/>
                    </a:cubicBezTo>
                    <a:cubicBezTo>
                      <a:pt x="7227" y="6683"/>
                      <a:pt x="7047" y="6397"/>
                      <a:pt x="7047" y="6553"/>
                    </a:cubicBezTo>
                    <a:cubicBezTo>
                      <a:pt x="6945" y="6553"/>
                      <a:pt x="6835" y="6575"/>
                      <a:pt x="6835" y="6453"/>
                    </a:cubicBezTo>
                    <a:cubicBezTo>
                      <a:pt x="6797" y="6441"/>
                      <a:pt x="6737" y="6413"/>
                      <a:pt x="6721" y="6383"/>
                    </a:cubicBezTo>
                    <a:cubicBezTo>
                      <a:pt x="6535" y="6356"/>
                      <a:pt x="6460" y="6335"/>
                      <a:pt x="6253" y="6298"/>
                    </a:cubicBezTo>
                    <a:cubicBezTo>
                      <a:pt x="6262" y="6212"/>
                      <a:pt x="6076" y="6055"/>
                      <a:pt x="5984" y="6000"/>
                    </a:cubicBezTo>
                    <a:cubicBezTo>
                      <a:pt x="5984" y="5789"/>
                      <a:pt x="5924" y="5594"/>
                      <a:pt x="6154" y="5561"/>
                    </a:cubicBezTo>
                    <a:cubicBezTo>
                      <a:pt x="6154" y="5593"/>
                      <a:pt x="6359" y="5498"/>
                      <a:pt x="6381" y="5490"/>
                    </a:cubicBezTo>
                    <a:cubicBezTo>
                      <a:pt x="6439" y="5373"/>
                      <a:pt x="6554" y="5554"/>
                      <a:pt x="6603" y="5380"/>
                    </a:cubicBezTo>
                    <a:cubicBezTo>
                      <a:pt x="6633" y="5275"/>
                      <a:pt x="6758" y="5210"/>
                      <a:pt x="6863" y="5249"/>
                    </a:cubicBezTo>
                    <a:cubicBezTo>
                      <a:pt x="6845" y="5381"/>
                      <a:pt x="6807" y="5518"/>
                      <a:pt x="6693" y="5518"/>
                    </a:cubicBezTo>
                    <a:cubicBezTo>
                      <a:pt x="6775" y="5588"/>
                      <a:pt x="6998" y="5490"/>
                      <a:pt x="7089" y="5490"/>
                    </a:cubicBezTo>
                    <a:cubicBezTo>
                      <a:pt x="7089" y="5499"/>
                      <a:pt x="7235" y="5518"/>
                      <a:pt x="7274" y="5518"/>
                    </a:cubicBezTo>
                    <a:cubicBezTo>
                      <a:pt x="7210" y="5433"/>
                      <a:pt x="6803" y="5361"/>
                      <a:pt x="6990" y="5221"/>
                    </a:cubicBezTo>
                    <a:cubicBezTo>
                      <a:pt x="6990" y="5181"/>
                      <a:pt x="7154" y="5180"/>
                      <a:pt x="7176" y="5093"/>
                    </a:cubicBezTo>
                    <a:cubicBezTo>
                      <a:pt x="7193" y="5025"/>
                      <a:pt x="7212" y="4832"/>
                      <a:pt x="7175" y="4819"/>
                    </a:cubicBezTo>
                    <a:cubicBezTo>
                      <a:pt x="7120" y="4800"/>
                      <a:pt x="7064" y="4827"/>
                      <a:pt x="6976" y="4810"/>
                    </a:cubicBezTo>
                    <a:cubicBezTo>
                      <a:pt x="6976" y="4780"/>
                      <a:pt x="6975" y="4753"/>
                      <a:pt x="6947" y="4753"/>
                    </a:cubicBezTo>
                    <a:cubicBezTo>
                      <a:pt x="6947" y="4841"/>
                      <a:pt x="6868" y="4758"/>
                      <a:pt x="6806" y="4781"/>
                    </a:cubicBezTo>
                    <a:cubicBezTo>
                      <a:pt x="6806" y="4803"/>
                      <a:pt x="6859" y="4867"/>
                      <a:pt x="6820" y="4867"/>
                    </a:cubicBezTo>
                    <a:cubicBezTo>
                      <a:pt x="6820" y="4998"/>
                      <a:pt x="6805" y="5126"/>
                      <a:pt x="6636" y="5150"/>
                    </a:cubicBezTo>
                    <a:cubicBezTo>
                      <a:pt x="6634" y="5058"/>
                      <a:pt x="6587" y="4883"/>
                      <a:pt x="6494" y="4852"/>
                    </a:cubicBezTo>
                    <a:cubicBezTo>
                      <a:pt x="6494" y="5125"/>
                      <a:pt x="6233" y="4739"/>
                      <a:pt x="6182" y="4696"/>
                    </a:cubicBezTo>
                    <a:cubicBezTo>
                      <a:pt x="6162" y="4615"/>
                      <a:pt x="6104" y="4580"/>
                      <a:pt x="6040" y="4555"/>
                    </a:cubicBezTo>
                    <a:cubicBezTo>
                      <a:pt x="5997" y="4665"/>
                      <a:pt x="5921" y="4566"/>
                      <a:pt x="5855" y="4681"/>
                    </a:cubicBezTo>
                    <a:cubicBezTo>
                      <a:pt x="5801" y="4775"/>
                      <a:pt x="5861" y="4763"/>
                      <a:pt x="5799" y="4866"/>
                    </a:cubicBezTo>
                    <a:cubicBezTo>
                      <a:pt x="5719" y="4866"/>
                      <a:pt x="5523" y="4812"/>
                      <a:pt x="5516" y="4895"/>
                    </a:cubicBezTo>
                    <a:cubicBezTo>
                      <a:pt x="5600" y="4897"/>
                      <a:pt x="5635" y="4916"/>
                      <a:pt x="5615" y="4994"/>
                    </a:cubicBezTo>
                    <a:cubicBezTo>
                      <a:pt x="5753" y="4994"/>
                      <a:pt x="5558" y="5081"/>
                      <a:pt x="5558" y="5093"/>
                    </a:cubicBezTo>
                    <a:cubicBezTo>
                      <a:pt x="5479" y="5093"/>
                      <a:pt x="5425" y="5125"/>
                      <a:pt x="5332" y="5110"/>
                    </a:cubicBezTo>
                    <a:cubicBezTo>
                      <a:pt x="5217" y="5092"/>
                      <a:pt x="5097" y="5071"/>
                      <a:pt x="4988" y="5035"/>
                    </a:cubicBezTo>
                    <a:cubicBezTo>
                      <a:pt x="4894" y="5003"/>
                      <a:pt x="4911" y="4952"/>
                      <a:pt x="4878" y="4952"/>
                    </a:cubicBezTo>
                    <a:cubicBezTo>
                      <a:pt x="4752" y="4742"/>
                      <a:pt x="5063" y="4867"/>
                      <a:pt x="5063" y="4881"/>
                    </a:cubicBezTo>
                    <a:cubicBezTo>
                      <a:pt x="5166" y="4881"/>
                      <a:pt x="5288" y="5015"/>
                      <a:pt x="5261" y="4796"/>
                    </a:cubicBezTo>
                    <a:cubicBezTo>
                      <a:pt x="5298" y="4805"/>
                      <a:pt x="5336" y="4810"/>
                      <a:pt x="5374" y="4810"/>
                    </a:cubicBezTo>
                    <a:cubicBezTo>
                      <a:pt x="5350" y="4712"/>
                      <a:pt x="5239" y="4762"/>
                      <a:pt x="5162" y="4767"/>
                    </a:cubicBezTo>
                    <a:cubicBezTo>
                      <a:pt x="5163" y="4707"/>
                      <a:pt x="5079" y="4569"/>
                      <a:pt x="5063" y="4569"/>
                    </a:cubicBezTo>
                    <a:cubicBezTo>
                      <a:pt x="5028" y="4464"/>
                      <a:pt x="5048" y="4459"/>
                      <a:pt x="5048" y="4370"/>
                    </a:cubicBezTo>
                    <a:cubicBezTo>
                      <a:pt x="5024" y="4377"/>
                      <a:pt x="4882" y="4473"/>
                      <a:pt x="4869" y="4443"/>
                    </a:cubicBezTo>
                    <a:cubicBezTo>
                      <a:pt x="6424" y="2990"/>
                      <a:pt x="8510" y="2099"/>
                      <a:pt x="10800" y="2099"/>
                    </a:cubicBezTo>
                    <a:cubicBezTo>
                      <a:pt x="13466" y="2099"/>
                      <a:pt x="15854" y="3307"/>
                      <a:pt x="17450" y="5201"/>
                    </a:cubicBezTo>
                    <a:cubicBezTo>
                      <a:pt x="17399" y="5342"/>
                      <a:pt x="17273" y="5227"/>
                      <a:pt x="17214" y="5335"/>
                    </a:cubicBezTo>
                    <a:cubicBezTo>
                      <a:pt x="17198" y="5335"/>
                      <a:pt x="17155" y="5462"/>
                      <a:pt x="17242" y="5462"/>
                    </a:cubicBezTo>
                    <a:cubicBezTo>
                      <a:pt x="17214" y="5576"/>
                      <a:pt x="17100" y="5560"/>
                      <a:pt x="17100" y="5462"/>
                    </a:cubicBezTo>
                    <a:cubicBezTo>
                      <a:pt x="17021" y="5462"/>
                      <a:pt x="16975" y="5549"/>
                      <a:pt x="16860" y="5547"/>
                    </a:cubicBezTo>
                    <a:cubicBezTo>
                      <a:pt x="16874" y="5475"/>
                      <a:pt x="16729" y="5264"/>
                      <a:pt x="16647" y="5264"/>
                    </a:cubicBezTo>
                    <a:cubicBezTo>
                      <a:pt x="16673" y="5212"/>
                      <a:pt x="16647" y="5259"/>
                      <a:pt x="16647" y="5207"/>
                    </a:cubicBezTo>
                    <a:cubicBezTo>
                      <a:pt x="16883" y="5207"/>
                      <a:pt x="17132" y="5165"/>
                      <a:pt x="17313" y="5165"/>
                    </a:cubicBezTo>
                    <a:cubicBezTo>
                      <a:pt x="17313" y="5035"/>
                      <a:pt x="16928" y="4871"/>
                      <a:pt x="16834" y="4921"/>
                    </a:cubicBezTo>
                    <a:cubicBezTo>
                      <a:pt x="16779" y="4951"/>
                      <a:pt x="16610" y="4867"/>
                      <a:pt x="16534" y="4867"/>
                    </a:cubicBezTo>
                    <a:cubicBezTo>
                      <a:pt x="16534" y="4811"/>
                      <a:pt x="16056" y="4812"/>
                      <a:pt x="15981" y="4810"/>
                    </a:cubicBezTo>
                    <a:cubicBezTo>
                      <a:pt x="15981" y="4715"/>
                      <a:pt x="15220" y="4925"/>
                      <a:pt x="15151" y="4930"/>
                    </a:cubicBezTo>
                    <a:cubicBezTo>
                      <a:pt x="14989" y="4943"/>
                      <a:pt x="14920" y="5039"/>
                      <a:pt x="14790" y="5150"/>
                    </a:cubicBezTo>
                    <a:cubicBezTo>
                      <a:pt x="14790" y="5149"/>
                      <a:pt x="14400" y="5476"/>
                      <a:pt x="14592" y="5476"/>
                    </a:cubicBezTo>
                    <a:cubicBezTo>
                      <a:pt x="14567" y="5700"/>
                      <a:pt x="13982" y="5675"/>
                      <a:pt x="13982" y="5817"/>
                    </a:cubicBezTo>
                    <a:cubicBezTo>
                      <a:pt x="13955" y="5824"/>
                      <a:pt x="13783" y="5780"/>
                      <a:pt x="13868" y="5929"/>
                    </a:cubicBezTo>
                    <a:cubicBezTo>
                      <a:pt x="13854" y="5929"/>
                      <a:pt x="14001" y="6095"/>
                      <a:pt x="14011" y="6114"/>
                    </a:cubicBezTo>
                    <a:cubicBezTo>
                      <a:pt x="14133" y="6114"/>
                      <a:pt x="14238" y="6170"/>
                      <a:pt x="14393" y="6170"/>
                    </a:cubicBezTo>
                    <a:cubicBezTo>
                      <a:pt x="14410" y="6137"/>
                      <a:pt x="14478" y="6120"/>
                      <a:pt x="14521" y="6114"/>
                    </a:cubicBezTo>
                    <a:cubicBezTo>
                      <a:pt x="14528" y="6201"/>
                      <a:pt x="14597" y="6383"/>
                      <a:pt x="14649" y="6383"/>
                    </a:cubicBezTo>
                    <a:cubicBezTo>
                      <a:pt x="14649" y="6464"/>
                      <a:pt x="14690" y="6592"/>
                      <a:pt x="14535" y="6511"/>
                    </a:cubicBezTo>
                    <a:cubicBezTo>
                      <a:pt x="14513" y="6494"/>
                      <a:pt x="14508" y="6379"/>
                      <a:pt x="14502" y="6337"/>
                    </a:cubicBezTo>
                    <a:cubicBezTo>
                      <a:pt x="14486" y="6228"/>
                      <a:pt x="14370" y="6386"/>
                      <a:pt x="14266" y="6369"/>
                    </a:cubicBezTo>
                    <a:cubicBezTo>
                      <a:pt x="14266" y="6449"/>
                      <a:pt x="14250" y="6666"/>
                      <a:pt x="14336" y="6695"/>
                    </a:cubicBezTo>
                    <a:cubicBezTo>
                      <a:pt x="14297" y="6813"/>
                      <a:pt x="14137" y="6732"/>
                      <a:pt x="14068" y="6837"/>
                    </a:cubicBezTo>
                    <a:cubicBezTo>
                      <a:pt x="14009" y="6837"/>
                      <a:pt x="13912" y="7011"/>
                      <a:pt x="13912" y="6893"/>
                    </a:cubicBezTo>
                    <a:cubicBezTo>
                      <a:pt x="13820" y="6954"/>
                      <a:pt x="13920" y="7118"/>
                      <a:pt x="13742" y="7021"/>
                    </a:cubicBezTo>
                    <a:cubicBezTo>
                      <a:pt x="13735" y="7060"/>
                      <a:pt x="13738" y="7113"/>
                      <a:pt x="13727" y="7177"/>
                    </a:cubicBezTo>
                    <a:cubicBezTo>
                      <a:pt x="13840" y="7177"/>
                      <a:pt x="13706" y="7262"/>
                      <a:pt x="13671" y="7262"/>
                    </a:cubicBezTo>
                    <a:cubicBezTo>
                      <a:pt x="13671" y="7386"/>
                      <a:pt x="13544" y="7255"/>
                      <a:pt x="13515" y="7234"/>
                    </a:cubicBezTo>
                    <a:cubicBezTo>
                      <a:pt x="13512" y="7240"/>
                      <a:pt x="13508" y="7245"/>
                      <a:pt x="13500" y="7247"/>
                    </a:cubicBezTo>
                    <a:cubicBezTo>
                      <a:pt x="13607" y="7428"/>
                      <a:pt x="13337" y="7343"/>
                      <a:pt x="13263" y="7302"/>
                    </a:cubicBezTo>
                    <a:cubicBezTo>
                      <a:pt x="13176" y="7253"/>
                      <a:pt x="13299" y="7384"/>
                      <a:pt x="13358" y="7404"/>
                    </a:cubicBezTo>
                    <a:cubicBezTo>
                      <a:pt x="13358" y="7492"/>
                      <a:pt x="13655" y="7652"/>
                      <a:pt x="13486" y="7829"/>
                    </a:cubicBezTo>
                    <a:cubicBezTo>
                      <a:pt x="13486" y="7881"/>
                      <a:pt x="13491" y="7886"/>
                      <a:pt x="13543" y="7886"/>
                    </a:cubicBezTo>
                    <a:cubicBezTo>
                      <a:pt x="13543" y="8010"/>
                      <a:pt x="13390" y="7988"/>
                      <a:pt x="13302" y="7971"/>
                    </a:cubicBezTo>
                    <a:cubicBezTo>
                      <a:pt x="13340" y="7898"/>
                      <a:pt x="13312" y="7860"/>
                      <a:pt x="13217" y="7857"/>
                    </a:cubicBezTo>
                    <a:cubicBezTo>
                      <a:pt x="13217" y="7966"/>
                      <a:pt x="12989" y="7906"/>
                      <a:pt x="12891" y="7942"/>
                    </a:cubicBezTo>
                    <a:cubicBezTo>
                      <a:pt x="12873" y="7906"/>
                      <a:pt x="12866" y="7895"/>
                      <a:pt x="12834" y="7886"/>
                    </a:cubicBezTo>
                    <a:cubicBezTo>
                      <a:pt x="12807" y="7951"/>
                      <a:pt x="12764" y="8396"/>
                      <a:pt x="12778" y="8396"/>
                    </a:cubicBezTo>
                    <a:cubicBezTo>
                      <a:pt x="12778" y="8571"/>
                      <a:pt x="12916" y="8683"/>
                      <a:pt x="13075" y="8736"/>
                    </a:cubicBezTo>
                    <a:cubicBezTo>
                      <a:pt x="13075" y="8692"/>
                      <a:pt x="13445" y="8720"/>
                      <a:pt x="13460" y="8660"/>
                    </a:cubicBezTo>
                    <a:cubicBezTo>
                      <a:pt x="13491" y="8540"/>
                      <a:pt x="13592" y="8537"/>
                      <a:pt x="13614" y="8410"/>
                    </a:cubicBezTo>
                    <a:cubicBezTo>
                      <a:pt x="13624" y="8351"/>
                      <a:pt x="13808" y="7901"/>
                      <a:pt x="13813" y="7900"/>
                    </a:cubicBezTo>
                    <a:cubicBezTo>
                      <a:pt x="13813" y="7883"/>
                      <a:pt x="14150" y="7991"/>
                      <a:pt x="14209" y="7871"/>
                    </a:cubicBezTo>
                    <a:cubicBezTo>
                      <a:pt x="14239" y="7871"/>
                      <a:pt x="14316" y="7844"/>
                      <a:pt x="14336" y="7815"/>
                    </a:cubicBezTo>
                    <a:cubicBezTo>
                      <a:pt x="14446" y="7829"/>
                      <a:pt x="14471" y="8027"/>
                      <a:pt x="14535" y="8027"/>
                    </a:cubicBezTo>
                    <a:cubicBezTo>
                      <a:pt x="14613" y="8144"/>
                      <a:pt x="14798" y="8114"/>
                      <a:pt x="14861" y="8240"/>
                    </a:cubicBezTo>
                    <a:cubicBezTo>
                      <a:pt x="14953" y="8240"/>
                      <a:pt x="14960" y="8478"/>
                      <a:pt x="14960" y="8566"/>
                    </a:cubicBezTo>
                    <a:cubicBezTo>
                      <a:pt x="15066" y="8486"/>
                      <a:pt x="15079" y="8416"/>
                      <a:pt x="15055" y="8335"/>
                    </a:cubicBezTo>
                    <a:cubicBezTo>
                      <a:pt x="15013" y="8194"/>
                      <a:pt x="15167" y="8362"/>
                      <a:pt x="15215" y="8297"/>
                    </a:cubicBezTo>
                    <a:cubicBezTo>
                      <a:pt x="15148" y="8297"/>
                      <a:pt x="15163" y="8166"/>
                      <a:pt x="15031" y="8198"/>
                    </a:cubicBezTo>
                    <a:cubicBezTo>
                      <a:pt x="15022" y="8161"/>
                      <a:pt x="15017" y="8123"/>
                      <a:pt x="15017" y="8084"/>
                    </a:cubicBezTo>
                    <a:cubicBezTo>
                      <a:pt x="14837" y="8114"/>
                      <a:pt x="14852" y="7842"/>
                      <a:pt x="14705" y="7872"/>
                    </a:cubicBezTo>
                    <a:cubicBezTo>
                      <a:pt x="14688" y="7805"/>
                      <a:pt x="14604" y="7784"/>
                      <a:pt x="14650" y="7702"/>
                    </a:cubicBezTo>
                    <a:cubicBezTo>
                      <a:pt x="14722" y="7572"/>
                      <a:pt x="14958" y="7957"/>
                      <a:pt x="15059" y="7957"/>
                    </a:cubicBezTo>
                    <a:cubicBezTo>
                      <a:pt x="15083" y="8004"/>
                      <a:pt x="15243" y="8020"/>
                      <a:pt x="15243" y="8056"/>
                    </a:cubicBezTo>
                    <a:cubicBezTo>
                      <a:pt x="15327" y="8084"/>
                      <a:pt x="15286" y="8221"/>
                      <a:pt x="15286" y="8297"/>
                    </a:cubicBezTo>
                    <a:cubicBezTo>
                      <a:pt x="15365" y="8297"/>
                      <a:pt x="15338" y="8340"/>
                      <a:pt x="15371" y="8396"/>
                    </a:cubicBezTo>
                    <a:cubicBezTo>
                      <a:pt x="15484" y="8453"/>
                      <a:pt x="15420" y="8667"/>
                      <a:pt x="15612" y="8708"/>
                    </a:cubicBezTo>
                    <a:cubicBezTo>
                      <a:pt x="15612" y="8636"/>
                      <a:pt x="15796" y="8495"/>
                      <a:pt x="15683" y="8495"/>
                    </a:cubicBezTo>
                    <a:cubicBezTo>
                      <a:pt x="15692" y="8437"/>
                      <a:pt x="15559" y="8180"/>
                      <a:pt x="15744" y="8216"/>
                    </a:cubicBezTo>
                    <a:cubicBezTo>
                      <a:pt x="15810" y="8229"/>
                      <a:pt x="15917" y="8234"/>
                      <a:pt x="15938" y="8313"/>
                    </a:cubicBezTo>
                    <a:cubicBezTo>
                      <a:pt x="15977" y="8469"/>
                      <a:pt x="15944" y="8555"/>
                      <a:pt x="16066" y="8665"/>
                    </a:cubicBezTo>
                    <a:cubicBezTo>
                      <a:pt x="16142" y="8819"/>
                      <a:pt x="16411" y="8648"/>
                      <a:pt x="16448" y="8722"/>
                    </a:cubicBezTo>
                    <a:cubicBezTo>
                      <a:pt x="16474" y="8722"/>
                      <a:pt x="16646" y="8794"/>
                      <a:pt x="16646" y="8736"/>
                    </a:cubicBezTo>
                    <a:cubicBezTo>
                      <a:pt x="16724" y="8711"/>
                      <a:pt x="16747" y="8694"/>
                      <a:pt x="16845" y="8694"/>
                    </a:cubicBezTo>
                    <a:cubicBezTo>
                      <a:pt x="16845" y="8792"/>
                      <a:pt x="16810" y="8918"/>
                      <a:pt x="16792" y="9001"/>
                    </a:cubicBezTo>
                    <a:cubicBezTo>
                      <a:pt x="16778" y="9068"/>
                      <a:pt x="16710" y="9131"/>
                      <a:pt x="16732" y="9218"/>
                    </a:cubicBezTo>
                    <a:cubicBezTo>
                      <a:pt x="16667" y="9218"/>
                      <a:pt x="16677" y="9303"/>
                      <a:pt x="16746" y="9303"/>
                    </a:cubicBezTo>
                    <a:cubicBezTo>
                      <a:pt x="16746" y="9434"/>
                      <a:pt x="16592" y="9413"/>
                      <a:pt x="16490" y="9402"/>
                    </a:cubicBezTo>
                    <a:cubicBezTo>
                      <a:pt x="16519" y="9500"/>
                      <a:pt x="16689" y="9710"/>
                      <a:pt x="16760" y="9757"/>
                    </a:cubicBezTo>
                    <a:cubicBezTo>
                      <a:pt x="16789" y="9843"/>
                      <a:pt x="16860" y="9994"/>
                      <a:pt x="16930" y="10040"/>
                    </a:cubicBezTo>
                    <a:cubicBezTo>
                      <a:pt x="16941" y="10105"/>
                      <a:pt x="17007" y="10284"/>
                      <a:pt x="17058" y="10309"/>
                    </a:cubicBezTo>
                    <a:cubicBezTo>
                      <a:pt x="17058" y="10407"/>
                      <a:pt x="17393" y="11032"/>
                      <a:pt x="17313" y="11032"/>
                    </a:cubicBezTo>
                    <a:cubicBezTo>
                      <a:pt x="17344" y="11084"/>
                      <a:pt x="17379" y="11107"/>
                      <a:pt x="17369" y="11160"/>
                    </a:cubicBezTo>
                    <a:cubicBezTo>
                      <a:pt x="17496" y="11160"/>
                      <a:pt x="17446" y="11471"/>
                      <a:pt x="17709" y="11471"/>
                    </a:cubicBezTo>
                    <a:cubicBezTo>
                      <a:pt x="17728" y="11433"/>
                      <a:pt x="17941" y="11358"/>
                      <a:pt x="17993" y="11358"/>
                    </a:cubicBezTo>
                    <a:cubicBezTo>
                      <a:pt x="18041" y="11263"/>
                      <a:pt x="18301" y="11188"/>
                      <a:pt x="18375" y="11188"/>
                    </a:cubicBezTo>
                    <a:cubicBezTo>
                      <a:pt x="18350" y="11111"/>
                      <a:pt x="18772" y="10928"/>
                      <a:pt x="18772" y="10890"/>
                    </a:cubicBezTo>
                    <a:cubicBezTo>
                      <a:pt x="18825" y="10871"/>
                      <a:pt x="18871" y="10761"/>
                      <a:pt x="18871" y="10699"/>
                    </a:cubicBezTo>
                    <a:cubicBezTo>
                      <a:pt x="18871" y="10603"/>
                      <a:pt x="18942" y="10596"/>
                      <a:pt x="18942" y="10522"/>
                    </a:cubicBezTo>
                    <a:cubicBezTo>
                      <a:pt x="19056" y="10446"/>
                      <a:pt x="19083" y="10254"/>
                      <a:pt x="18928" y="10210"/>
                    </a:cubicBezTo>
                    <a:cubicBezTo>
                      <a:pt x="18955" y="10373"/>
                      <a:pt x="18814" y="10287"/>
                      <a:pt x="18834" y="10243"/>
                    </a:cubicBezTo>
                    <a:cubicBezTo>
                      <a:pt x="18865" y="10178"/>
                      <a:pt x="18819" y="10152"/>
                      <a:pt x="18772" y="10097"/>
                    </a:cubicBezTo>
                    <a:cubicBezTo>
                      <a:pt x="18718" y="10070"/>
                      <a:pt x="18783" y="10009"/>
                      <a:pt x="18729" y="9969"/>
                    </a:cubicBezTo>
                    <a:cubicBezTo>
                      <a:pt x="18658" y="10146"/>
                      <a:pt x="18520" y="10224"/>
                      <a:pt x="18375" y="10224"/>
                    </a:cubicBezTo>
                    <a:cubicBezTo>
                      <a:pt x="18334" y="10107"/>
                      <a:pt x="18463" y="10258"/>
                      <a:pt x="18358" y="10097"/>
                    </a:cubicBezTo>
                    <a:cubicBezTo>
                      <a:pt x="18327" y="10050"/>
                      <a:pt x="18318" y="9998"/>
                      <a:pt x="18332" y="9941"/>
                    </a:cubicBezTo>
                    <a:cubicBezTo>
                      <a:pt x="18314" y="9941"/>
                      <a:pt x="18317" y="9936"/>
                      <a:pt x="18304" y="9926"/>
                    </a:cubicBezTo>
                    <a:cubicBezTo>
                      <a:pt x="18279" y="10077"/>
                      <a:pt x="18295" y="10097"/>
                      <a:pt x="18190" y="10097"/>
                    </a:cubicBezTo>
                    <a:cubicBezTo>
                      <a:pt x="18172" y="10045"/>
                      <a:pt x="18273" y="10019"/>
                      <a:pt x="18191" y="9939"/>
                    </a:cubicBezTo>
                    <a:cubicBezTo>
                      <a:pt x="18158" y="9908"/>
                      <a:pt x="18134" y="9823"/>
                      <a:pt x="18134" y="9785"/>
                    </a:cubicBezTo>
                    <a:cubicBezTo>
                      <a:pt x="18088" y="9754"/>
                      <a:pt x="17978" y="9575"/>
                      <a:pt x="18005" y="9526"/>
                    </a:cubicBezTo>
                    <a:cubicBezTo>
                      <a:pt x="18105" y="9345"/>
                      <a:pt x="18341" y="9758"/>
                      <a:pt x="18318" y="9827"/>
                    </a:cubicBezTo>
                    <a:cubicBezTo>
                      <a:pt x="18332" y="9822"/>
                      <a:pt x="18336" y="9827"/>
                      <a:pt x="18332" y="9841"/>
                    </a:cubicBezTo>
                    <a:cubicBezTo>
                      <a:pt x="18615" y="9756"/>
                      <a:pt x="18856" y="10026"/>
                      <a:pt x="19140" y="10026"/>
                    </a:cubicBezTo>
                    <a:cubicBezTo>
                      <a:pt x="19191" y="10047"/>
                      <a:pt x="19347" y="10079"/>
                      <a:pt x="19465" y="10072"/>
                    </a:cubicBezTo>
                    <a:cubicBezTo>
                      <a:pt x="19485" y="10312"/>
                      <a:pt x="19498" y="10554"/>
                      <a:pt x="19498" y="10799"/>
                    </a:cubicBezTo>
                    <a:cubicBezTo>
                      <a:pt x="19500" y="12687"/>
                      <a:pt x="18894" y="14433"/>
                      <a:pt x="17869" y="15860"/>
                    </a:cubicBezTo>
                    <a:close/>
                    <a:moveTo>
                      <a:pt x="16109" y="8099"/>
                    </a:moveTo>
                    <a:cubicBezTo>
                      <a:pt x="16087" y="7865"/>
                      <a:pt x="16229" y="7741"/>
                      <a:pt x="16321" y="7532"/>
                    </a:cubicBezTo>
                    <a:cubicBezTo>
                      <a:pt x="16482" y="7516"/>
                      <a:pt x="16539" y="7556"/>
                      <a:pt x="16534" y="7702"/>
                    </a:cubicBezTo>
                    <a:cubicBezTo>
                      <a:pt x="16648" y="7702"/>
                      <a:pt x="16556" y="7834"/>
                      <a:pt x="16708" y="7776"/>
                    </a:cubicBezTo>
                    <a:cubicBezTo>
                      <a:pt x="16745" y="7724"/>
                      <a:pt x="16796" y="7709"/>
                      <a:pt x="16860" y="7731"/>
                    </a:cubicBezTo>
                    <a:cubicBezTo>
                      <a:pt x="16959" y="7731"/>
                      <a:pt x="16986" y="7787"/>
                      <a:pt x="17059" y="7787"/>
                    </a:cubicBezTo>
                    <a:cubicBezTo>
                      <a:pt x="17129" y="7929"/>
                      <a:pt x="17351" y="7886"/>
                      <a:pt x="17342" y="8142"/>
                    </a:cubicBezTo>
                    <a:cubicBezTo>
                      <a:pt x="17504" y="8142"/>
                      <a:pt x="17200" y="8306"/>
                      <a:pt x="17200" y="8269"/>
                    </a:cubicBezTo>
                    <a:cubicBezTo>
                      <a:pt x="17019" y="8321"/>
                      <a:pt x="16979" y="8142"/>
                      <a:pt x="16902" y="8142"/>
                    </a:cubicBezTo>
                    <a:cubicBezTo>
                      <a:pt x="16902" y="8309"/>
                      <a:pt x="16808" y="8113"/>
                      <a:pt x="16789" y="8113"/>
                    </a:cubicBezTo>
                    <a:cubicBezTo>
                      <a:pt x="16789" y="8170"/>
                      <a:pt x="16242" y="8203"/>
                      <a:pt x="16151" y="8198"/>
                    </a:cubicBezTo>
                    <a:cubicBezTo>
                      <a:pt x="16164" y="8130"/>
                      <a:pt x="16176" y="8115"/>
                      <a:pt x="16109" y="8099"/>
                    </a:cubicBezTo>
                    <a:close/>
                    <a:moveTo>
                      <a:pt x="16109" y="8099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" name="Freeform: Shape 46"/>
              <p:cNvSpPr>
                <a:spLocks/>
              </p:cNvSpPr>
              <p:nvPr/>
            </p:nvSpPr>
            <p:spPr bwMode="auto">
              <a:xfrm>
                <a:off x="304" y="144"/>
                <a:ext cx="22" cy="7"/>
              </a:xfrm>
              <a:custGeom>
                <a:avLst/>
                <a:gdLst>
                  <a:gd name="T0" fmla="*/ 0 w 20542"/>
                  <a:gd name="T1" fmla="*/ 0 h 17263"/>
                  <a:gd name="T2" fmla="*/ 0 w 20542"/>
                  <a:gd name="T3" fmla="*/ 0 h 17263"/>
                  <a:gd name="T4" fmla="*/ 0 w 20542"/>
                  <a:gd name="T5" fmla="*/ 0 h 17263"/>
                  <a:gd name="T6" fmla="*/ 0 w 20542"/>
                  <a:gd name="T7" fmla="*/ 0 h 17263"/>
                  <a:gd name="T8" fmla="*/ 0 w 20542"/>
                  <a:gd name="T9" fmla="*/ 0 h 17263"/>
                  <a:gd name="T10" fmla="*/ 0 w 20542"/>
                  <a:gd name="T11" fmla="*/ 0 h 17263"/>
                  <a:gd name="T12" fmla="*/ 0 w 20542"/>
                  <a:gd name="T13" fmla="*/ 0 h 17263"/>
                  <a:gd name="T14" fmla="*/ 0 w 20542"/>
                  <a:gd name="T15" fmla="*/ 0 h 17263"/>
                  <a:gd name="T16" fmla="*/ 0 w 20542"/>
                  <a:gd name="T17" fmla="*/ 0 h 17263"/>
                  <a:gd name="T18" fmla="*/ 0 w 20542"/>
                  <a:gd name="T19" fmla="*/ 0 h 17263"/>
                  <a:gd name="T20" fmla="*/ 0 w 20542"/>
                  <a:gd name="T21" fmla="*/ 0 h 17263"/>
                  <a:gd name="T22" fmla="*/ 0 w 20542"/>
                  <a:gd name="T23" fmla="*/ 0 h 17263"/>
                  <a:gd name="T24" fmla="*/ 0 w 20542"/>
                  <a:gd name="T25" fmla="*/ 0 h 1726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542" h="17263">
                    <a:moveTo>
                      <a:pt x="19936" y="4186"/>
                    </a:moveTo>
                    <a:cubicBezTo>
                      <a:pt x="18293" y="6058"/>
                      <a:pt x="18766" y="9572"/>
                      <a:pt x="16483" y="7506"/>
                    </a:cubicBezTo>
                    <a:cubicBezTo>
                      <a:pt x="16483" y="-3197"/>
                      <a:pt x="15350" y="3479"/>
                      <a:pt x="11192" y="4910"/>
                    </a:cubicBezTo>
                    <a:cubicBezTo>
                      <a:pt x="10429" y="5139"/>
                      <a:pt x="5153" y="9537"/>
                      <a:pt x="5153" y="7506"/>
                    </a:cubicBezTo>
                    <a:cubicBezTo>
                      <a:pt x="5095" y="7506"/>
                      <a:pt x="5320" y="3196"/>
                      <a:pt x="5153" y="1660"/>
                    </a:cubicBezTo>
                    <a:cubicBezTo>
                      <a:pt x="4048" y="936"/>
                      <a:pt x="4819" y="1660"/>
                      <a:pt x="4819" y="0"/>
                    </a:cubicBezTo>
                    <a:cubicBezTo>
                      <a:pt x="4281" y="0"/>
                      <a:pt x="349" y="4186"/>
                      <a:pt x="349" y="4186"/>
                    </a:cubicBezTo>
                    <a:cubicBezTo>
                      <a:pt x="3714" y="4186"/>
                      <a:pt x="0" y="10915"/>
                      <a:pt x="0" y="13316"/>
                    </a:cubicBezTo>
                    <a:cubicBezTo>
                      <a:pt x="2602" y="14058"/>
                      <a:pt x="4339" y="16655"/>
                      <a:pt x="6519" y="16655"/>
                    </a:cubicBezTo>
                    <a:cubicBezTo>
                      <a:pt x="6519" y="18403"/>
                      <a:pt x="12450" y="15824"/>
                      <a:pt x="13235" y="15824"/>
                    </a:cubicBezTo>
                    <a:cubicBezTo>
                      <a:pt x="15778" y="15824"/>
                      <a:pt x="17406" y="14729"/>
                      <a:pt x="19412" y="11621"/>
                    </a:cubicBezTo>
                    <a:cubicBezTo>
                      <a:pt x="21600" y="8265"/>
                      <a:pt x="19936" y="8530"/>
                      <a:pt x="19936" y="4186"/>
                    </a:cubicBezTo>
                    <a:close/>
                    <a:moveTo>
                      <a:pt x="19936" y="4186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Freeform: Shape 47"/>
              <p:cNvSpPr>
                <a:spLocks/>
              </p:cNvSpPr>
              <p:nvPr/>
            </p:nvSpPr>
            <p:spPr bwMode="auto">
              <a:xfrm>
                <a:off x="352" y="168"/>
                <a:ext cx="18" cy="23"/>
              </a:xfrm>
              <a:custGeom>
                <a:avLst/>
                <a:gdLst>
                  <a:gd name="T0" fmla="*/ 0 w 20330"/>
                  <a:gd name="T1" fmla="*/ 0 h 21462"/>
                  <a:gd name="T2" fmla="*/ 0 w 20330"/>
                  <a:gd name="T3" fmla="*/ 0 h 21462"/>
                  <a:gd name="T4" fmla="*/ 0 w 20330"/>
                  <a:gd name="T5" fmla="*/ 0 h 21462"/>
                  <a:gd name="T6" fmla="*/ 0 w 20330"/>
                  <a:gd name="T7" fmla="*/ 0 h 21462"/>
                  <a:gd name="T8" fmla="*/ 0 w 20330"/>
                  <a:gd name="T9" fmla="*/ 0 h 21462"/>
                  <a:gd name="T10" fmla="*/ 0 w 20330"/>
                  <a:gd name="T11" fmla="*/ 0 h 21462"/>
                  <a:gd name="T12" fmla="*/ 0 w 20330"/>
                  <a:gd name="T13" fmla="*/ 0 h 21462"/>
                  <a:gd name="T14" fmla="*/ 0 w 20330"/>
                  <a:gd name="T15" fmla="*/ 0 h 21462"/>
                  <a:gd name="T16" fmla="*/ 0 w 20330"/>
                  <a:gd name="T17" fmla="*/ 0 h 21462"/>
                  <a:gd name="T18" fmla="*/ 0 w 20330"/>
                  <a:gd name="T19" fmla="*/ 0 h 21462"/>
                  <a:gd name="T20" fmla="*/ 0 w 20330"/>
                  <a:gd name="T21" fmla="*/ 0 h 21462"/>
                  <a:gd name="T22" fmla="*/ 0 w 20330"/>
                  <a:gd name="T23" fmla="*/ 0 h 21462"/>
                  <a:gd name="T24" fmla="*/ 0 w 20330"/>
                  <a:gd name="T25" fmla="*/ 0 h 21462"/>
                  <a:gd name="T26" fmla="*/ 0 w 20330"/>
                  <a:gd name="T27" fmla="*/ 0 h 21462"/>
                  <a:gd name="T28" fmla="*/ 0 w 20330"/>
                  <a:gd name="T29" fmla="*/ 0 h 21462"/>
                  <a:gd name="T30" fmla="*/ 0 w 20330"/>
                  <a:gd name="T31" fmla="*/ 0 h 21462"/>
                  <a:gd name="T32" fmla="*/ 0 w 20330"/>
                  <a:gd name="T33" fmla="*/ 0 h 2146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330" h="21462">
                    <a:moveTo>
                      <a:pt x="1685" y="9330"/>
                    </a:moveTo>
                    <a:cubicBezTo>
                      <a:pt x="5927" y="9330"/>
                      <a:pt x="6974" y="10452"/>
                      <a:pt x="7227" y="14183"/>
                    </a:cubicBezTo>
                    <a:cubicBezTo>
                      <a:pt x="12255" y="15539"/>
                      <a:pt x="3833" y="15223"/>
                      <a:pt x="3391" y="15223"/>
                    </a:cubicBezTo>
                    <a:cubicBezTo>
                      <a:pt x="3319" y="16960"/>
                      <a:pt x="268" y="20457"/>
                      <a:pt x="4176" y="19489"/>
                    </a:cubicBezTo>
                    <a:cubicBezTo>
                      <a:pt x="7019" y="18785"/>
                      <a:pt x="7633" y="18947"/>
                      <a:pt x="7651" y="21461"/>
                    </a:cubicBezTo>
                    <a:cubicBezTo>
                      <a:pt x="11424" y="21461"/>
                      <a:pt x="16723" y="21600"/>
                      <a:pt x="18745" y="18346"/>
                    </a:cubicBezTo>
                    <a:cubicBezTo>
                      <a:pt x="20776" y="18346"/>
                      <a:pt x="20938" y="16755"/>
                      <a:pt x="18745" y="16264"/>
                    </a:cubicBezTo>
                    <a:cubicBezTo>
                      <a:pt x="18745" y="18089"/>
                      <a:pt x="18853" y="18001"/>
                      <a:pt x="16605" y="18001"/>
                    </a:cubicBezTo>
                    <a:cubicBezTo>
                      <a:pt x="17427" y="14256"/>
                      <a:pt x="16840" y="11075"/>
                      <a:pt x="12769" y="11075"/>
                    </a:cubicBezTo>
                    <a:cubicBezTo>
                      <a:pt x="13428" y="9477"/>
                      <a:pt x="11731" y="8238"/>
                      <a:pt x="10079" y="7183"/>
                    </a:cubicBezTo>
                    <a:cubicBezTo>
                      <a:pt x="6965" y="5197"/>
                      <a:pt x="10152" y="4742"/>
                      <a:pt x="10639" y="2419"/>
                    </a:cubicBezTo>
                    <a:cubicBezTo>
                      <a:pt x="8337" y="2880"/>
                      <a:pt x="8274" y="4471"/>
                      <a:pt x="5097" y="4500"/>
                    </a:cubicBezTo>
                    <a:cubicBezTo>
                      <a:pt x="5097" y="3951"/>
                      <a:pt x="5783" y="2265"/>
                      <a:pt x="5214" y="2082"/>
                    </a:cubicBezTo>
                    <a:cubicBezTo>
                      <a:pt x="5972" y="2074"/>
                      <a:pt x="8987" y="0"/>
                      <a:pt x="5530" y="0"/>
                    </a:cubicBezTo>
                    <a:cubicBezTo>
                      <a:pt x="4032" y="4486"/>
                      <a:pt x="-662" y="88"/>
                      <a:pt x="78" y="4200"/>
                    </a:cubicBezTo>
                    <a:cubicBezTo>
                      <a:pt x="593" y="6970"/>
                      <a:pt x="1685" y="6780"/>
                      <a:pt x="1685" y="9330"/>
                    </a:cubicBezTo>
                    <a:close/>
                    <a:moveTo>
                      <a:pt x="1685" y="933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" name="Freeform: Shape 48"/>
              <p:cNvSpPr>
                <a:spLocks/>
              </p:cNvSpPr>
              <p:nvPr/>
            </p:nvSpPr>
            <p:spPr bwMode="auto">
              <a:xfrm>
                <a:off x="336" y="176"/>
                <a:ext cx="9" cy="11"/>
              </a:xfrm>
              <a:custGeom>
                <a:avLst/>
                <a:gdLst>
                  <a:gd name="T0" fmla="*/ 0 w 15938"/>
                  <a:gd name="T1" fmla="*/ 0 h 19489"/>
                  <a:gd name="T2" fmla="*/ 0 w 15938"/>
                  <a:gd name="T3" fmla="*/ 0 h 19489"/>
                  <a:gd name="T4" fmla="*/ 0 w 15938"/>
                  <a:gd name="T5" fmla="*/ 0 h 19489"/>
                  <a:gd name="T6" fmla="*/ 0 w 15938"/>
                  <a:gd name="T7" fmla="*/ 0 h 19489"/>
                  <a:gd name="T8" fmla="*/ 0 w 15938"/>
                  <a:gd name="T9" fmla="*/ 0 h 19489"/>
                  <a:gd name="T10" fmla="*/ 0 w 15938"/>
                  <a:gd name="T11" fmla="*/ 0 h 19489"/>
                  <a:gd name="T12" fmla="*/ 0 w 15938"/>
                  <a:gd name="T13" fmla="*/ 0 h 19489"/>
                  <a:gd name="T14" fmla="*/ 0 w 15938"/>
                  <a:gd name="T15" fmla="*/ 0 h 1948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38" h="19489">
                    <a:moveTo>
                      <a:pt x="1447" y="19489"/>
                    </a:moveTo>
                    <a:cubicBezTo>
                      <a:pt x="10460" y="19334"/>
                      <a:pt x="12771" y="13571"/>
                      <a:pt x="15260" y="5681"/>
                    </a:cubicBezTo>
                    <a:cubicBezTo>
                      <a:pt x="17711" y="-2111"/>
                      <a:pt x="12911" y="1905"/>
                      <a:pt x="10498" y="2201"/>
                    </a:cubicBezTo>
                    <a:cubicBezTo>
                      <a:pt x="8430" y="3342"/>
                      <a:pt x="6949" y="-1688"/>
                      <a:pt x="6043" y="608"/>
                    </a:cubicBezTo>
                    <a:cubicBezTo>
                      <a:pt x="5264" y="2567"/>
                      <a:pt x="6668" y="4864"/>
                      <a:pt x="8673" y="4864"/>
                    </a:cubicBezTo>
                    <a:cubicBezTo>
                      <a:pt x="8149" y="6540"/>
                      <a:pt x="-3889" y="8499"/>
                      <a:pt x="2047" y="10190"/>
                    </a:cubicBezTo>
                    <a:cubicBezTo>
                      <a:pt x="1320" y="14008"/>
                      <a:pt x="-1795" y="15896"/>
                      <a:pt x="1447" y="19489"/>
                    </a:cubicBezTo>
                    <a:close/>
                    <a:moveTo>
                      <a:pt x="1447" y="19489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" name="Freeform: Shape 49"/>
              <p:cNvSpPr>
                <a:spLocks/>
              </p:cNvSpPr>
              <p:nvPr/>
            </p:nvSpPr>
            <p:spPr bwMode="auto">
              <a:xfrm>
                <a:off x="352" y="192"/>
                <a:ext cx="2" cy="1"/>
              </a:xfrm>
              <a:custGeom>
                <a:avLst/>
                <a:gdLst>
                  <a:gd name="T0" fmla="*/ 0 w 21600"/>
                  <a:gd name="T1" fmla="*/ 0 h 13852"/>
                  <a:gd name="T2" fmla="*/ 0 w 21600"/>
                  <a:gd name="T3" fmla="*/ 0 h 13852"/>
                  <a:gd name="T4" fmla="*/ 0 w 21600"/>
                  <a:gd name="T5" fmla="*/ 0 h 13852"/>
                  <a:gd name="T6" fmla="*/ 0 w 21600"/>
                  <a:gd name="T7" fmla="*/ 0 h 13852"/>
                  <a:gd name="T8" fmla="*/ 0 w 21600"/>
                  <a:gd name="T9" fmla="*/ 0 h 138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13852">
                    <a:moveTo>
                      <a:pt x="0" y="4834"/>
                    </a:moveTo>
                    <a:cubicBezTo>
                      <a:pt x="3511" y="21600"/>
                      <a:pt x="21600" y="12034"/>
                      <a:pt x="21600" y="0"/>
                    </a:cubicBezTo>
                    <a:cubicBezTo>
                      <a:pt x="15647" y="0"/>
                      <a:pt x="9617" y="0"/>
                      <a:pt x="3511" y="0"/>
                    </a:cubicBezTo>
                    <a:cubicBezTo>
                      <a:pt x="4732" y="4834"/>
                      <a:pt x="3435" y="6480"/>
                      <a:pt x="0" y="4834"/>
                    </a:cubicBezTo>
                    <a:close/>
                    <a:moveTo>
                      <a:pt x="0" y="4834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Freeform: Shape 50"/>
              <p:cNvSpPr>
                <a:spLocks/>
              </p:cNvSpPr>
              <p:nvPr/>
            </p:nvSpPr>
            <p:spPr bwMode="auto">
              <a:xfrm>
                <a:off x="240" y="200"/>
                <a:ext cx="3" cy="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cubicBezTo>
                      <a:pt x="14954" y="20491"/>
                      <a:pt x="21600" y="16184"/>
                      <a:pt x="21600" y="0"/>
                    </a:cubicBezTo>
                    <a:cubicBezTo>
                      <a:pt x="7849" y="9201"/>
                      <a:pt x="3208" y="6526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" name="Freeform: Shape 51"/>
              <p:cNvSpPr>
                <a:spLocks/>
              </p:cNvSpPr>
              <p:nvPr/>
            </p:nvSpPr>
            <p:spPr bwMode="auto">
              <a:xfrm>
                <a:off x="376" y="216"/>
                <a:ext cx="3" cy="4"/>
              </a:xfrm>
              <a:custGeom>
                <a:avLst/>
                <a:gdLst>
                  <a:gd name="T0" fmla="*/ 0 w 15151"/>
                  <a:gd name="T1" fmla="*/ 0 h 21600"/>
                  <a:gd name="T2" fmla="*/ 0 w 15151"/>
                  <a:gd name="T3" fmla="*/ 0 h 21600"/>
                  <a:gd name="T4" fmla="*/ 0 w 15151"/>
                  <a:gd name="T5" fmla="*/ 0 h 21600"/>
                  <a:gd name="T6" fmla="*/ 0 w 15151"/>
                  <a:gd name="T7" fmla="*/ 0 h 21600"/>
                  <a:gd name="T8" fmla="*/ 0 w 15151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151" h="21600">
                    <a:moveTo>
                      <a:pt x="10724" y="0"/>
                    </a:moveTo>
                    <a:cubicBezTo>
                      <a:pt x="11899" y="6522"/>
                      <a:pt x="8375" y="7809"/>
                      <a:pt x="0" y="3905"/>
                    </a:cubicBezTo>
                    <a:cubicBezTo>
                      <a:pt x="3373" y="13417"/>
                      <a:pt x="1667" y="15535"/>
                      <a:pt x="7124" y="21600"/>
                    </a:cubicBezTo>
                    <a:cubicBezTo>
                      <a:pt x="9284" y="12503"/>
                      <a:pt x="21600" y="3905"/>
                      <a:pt x="10724" y="0"/>
                    </a:cubicBezTo>
                    <a:close/>
                    <a:moveTo>
                      <a:pt x="10724" y="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" name="Freeform: Shape 52"/>
              <p:cNvSpPr>
                <a:spLocks/>
              </p:cNvSpPr>
              <p:nvPr/>
            </p:nvSpPr>
            <p:spPr bwMode="auto">
              <a:xfrm>
                <a:off x="376" y="216"/>
                <a:ext cx="3" cy="5"/>
              </a:xfrm>
              <a:custGeom>
                <a:avLst/>
                <a:gdLst>
                  <a:gd name="T0" fmla="*/ 0 w 14680"/>
                  <a:gd name="T1" fmla="*/ 0 h 18108"/>
                  <a:gd name="T2" fmla="*/ 0 w 14680"/>
                  <a:gd name="T3" fmla="*/ 0 h 18108"/>
                  <a:gd name="T4" fmla="*/ 0 w 14680"/>
                  <a:gd name="T5" fmla="*/ 0 h 18108"/>
                  <a:gd name="T6" fmla="*/ 0 w 14680"/>
                  <a:gd name="T7" fmla="*/ 0 h 18108"/>
                  <a:gd name="T8" fmla="*/ 0 w 14680"/>
                  <a:gd name="T9" fmla="*/ 0 h 181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80" h="18108">
                    <a:moveTo>
                      <a:pt x="10298" y="0"/>
                    </a:moveTo>
                    <a:cubicBezTo>
                      <a:pt x="10298" y="7291"/>
                      <a:pt x="8417" y="10676"/>
                      <a:pt x="5725" y="2364"/>
                    </a:cubicBezTo>
                    <a:cubicBezTo>
                      <a:pt x="-3356" y="2364"/>
                      <a:pt x="1087" y="12243"/>
                      <a:pt x="1087" y="17618"/>
                    </a:cubicBezTo>
                    <a:cubicBezTo>
                      <a:pt x="18244" y="21600"/>
                      <a:pt x="16493" y="0"/>
                      <a:pt x="10298" y="0"/>
                    </a:cubicBezTo>
                    <a:close/>
                    <a:moveTo>
                      <a:pt x="10298" y="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Freeform: Shape 53"/>
              <p:cNvSpPr>
                <a:spLocks/>
              </p:cNvSpPr>
              <p:nvPr/>
            </p:nvSpPr>
            <p:spPr bwMode="auto">
              <a:xfrm>
                <a:off x="392" y="232"/>
                <a:ext cx="7" cy="3"/>
              </a:xfrm>
              <a:custGeom>
                <a:avLst/>
                <a:gdLst>
                  <a:gd name="T0" fmla="*/ 0 w 21600"/>
                  <a:gd name="T1" fmla="*/ 0 h 9393"/>
                  <a:gd name="T2" fmla="*/ 0 w 21600"/>
                  <a:gd name="T3" fmla="*/ 0 h 9393"/>
                  <a:gd name="T4" fmla="*/ 0 w 21600"/>
                  <a:gd name="T5" fmla="*/ 0 h 9393"/>
                  <a:gd name="T6" fmla="*/ 0 w 21600"/>
                  <a:gd name="T7" fmla="*/ 0 h 9393"/>
                  <a:gd name="T8" fmla="*/ 0 w 21600"/>
                  <a:gd name="T9" fmla="*/ 0 h 93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9393">
                    <a:moveTo>
                      <a:pt x="21600" y="0"/>
                    </a:moveTo>
                    <a:cubicBezTo>
                      <a:pt x="15130" y="2920"/>
                      <a:pt x="18136" y="5863"/>
                      <a:pt x="9453" y="3062"/>
                    </a:cubicBezTo>
                    <a:cubicBezTo>
                      <a:pt x="5701" y="1875"/>
                      <a:pt x="1732" y="-3323"/>
                      <a:pt x="0" y="3371"/>
                    </a:cubicBezTo>
                    <a:cubicBezTo>
                      <a:pt x="11016" y="4439"/>
                      <a:pt x="21600" y="18277"/>
                      <a:pt x="21600" y="0"/>
                    </a:cubicBezTo>
                    <a:close/>
                    <a:moveTo>
                      <a:pt x="21600" y="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" name="Freeform: Shape 54"/>
              <p:cNvSpPr>
                <a:spLocks/>
              </p:cNvSpPr>
              <p:nvPr/>
            </p:nvSpPr>
            <p:spPr bwMode="auto">
              <a:xfrm>
                <a:off x="320" y="232"/>
                <a:ext cx="166" cy="223"/>
              </a:xfrm>
              <a:custGeom>
                <a:avLst/>
                <a:gdLst>
                  <a:gd name="T0" fmla="*/ 0 w 21517"/>
                  <a:gd name="T1" fmla="*/ 0 h 21336"/>
                  <a:gd name="T2" fmla="*/ 0 w 21517"/>
                  <a:gd name="T3" fmla="*/ 0 h 21336"/>
                  <a:gd name="T4" fmla="*/ 0 w 21517"/>
                  <a:gd name="T5" fmla="*/ 0 h 21336"/>
                  <a:gd name="T6" fmla="*/ 0 w 21517"/>
                  <a:gd name="T7" fmla="*/ 0 h 21336"/>
                  <a:gd name="T8" fmla="*/ 0 w 21517"/>
                  <a:gd name="T9" fmla="*/ 0 h 21336"/>
                  <a:gd name="T10" fmla="*/ 0 w 21517"/>
                  <a:gd name="T11" fmla="*/ 0 h 21336"/>
                  <a:gd name="T12" fmla="*/ 0 w 21517"/>
                  <a:gd name="T13" fmla="*/ 0 h 21336"/>
                  <a:gd name="T14" fmla="*/ 0 w 21517"/>
                  <a:gd name="T15" fmla="*/ 0 h 21336"/>
                  <a:gd name="T16" fmla="*/ 0 w 21517"/>
                  <a:gd name="T17" fmla="*/ 0 h 21336"/>
                  <a:gd name="T18" fmla="*/ 0 w 21517"/>
                  <a:gd name="T19" fmla="*/ 0 h 21336"/>
                  <a:gd name="T20" fmla="*/ 0 w 21517"/>
                  <a:gd name="T21" fmla="*/ 0 h 21336"/>
                  <a:gd name="T22" fmla="*/ 0 w 21517"/>
                  <a:gd name="T23" fmla="*/ 0 h 21336"/>
                  <a:gd name="T24" fmla="*/ 0 w 21517"/>
                  <a:gd name="T25" fmla="*/ 0 h 21336"/>
                  <a:gd name="T26" fmla="*/ 0 w 21517"/>
                  <a:gd name="T27" fmla="*/ 0 h 21336"/>
                  <a:gd name="T28" fmla="*/ 0 w 21517"/>
                  <a:gd name="T29" fmla="*/ 0 h 21336"/>
                  <a:gd name="T30" fmla="*/ 0 w 21517"/>
                  <a:gd name="T31" fmla="*/ 0 h 21336"/>
                  <a:gd name="T32" fmla="*/ 0 w 21517"/>
                  <a:gd name="T33" fmla="*/ 0 h 21336"/>
                  <a:gd name="T34" fmla="*/ 0 w 21517"/>
                  <a:gd name="T35" fmla="*/ 0 h 21336"/>
                  <a:gd name="T36" fmla="*/ 0 w 21517"/>
                  <a:gd name="T37" fmla="*/ 0 h 21336"/>
                  <a:gd name="T38" fmla="*/ 0 w 21517"/>
                  <a:gd name="T39" fmla="*/ 0 h 21336"/>
                  <a:gd name="T40" fmla="*/ 0 w 21517"/>
                  <a:gd name="T41" fmla="*/ 0 h 21336"/>
                  <a:gd name="T42" fmla="*/ 0 w 21517"/>
                  <a:gd name="T43" fmla="*/ 0 h 21336"/>
                  <a:gd name="T44" fmla="*/ 0 w 21517"/>
                  <a:gd name="T45" fmla="*/ 0 h 21336"/>
                  <a:gd name="T46" fmla="*/ 0 w 21517"/>
                  <a:gd name="T47" fmla="*/ 0 h 21336"/>
                  <a:gd name="T48" fmla="*/ 0 w 21517"/>
                  <a:gd name="T49" fmla="*/ 0 h 21336"/>
                  <a:gd name="T50" fmla="*/ 0 w 21517"/>
                  <a:gd name="T51" fmla="*/ 0 h 21336"/>
                  <a:gd name="T52" fmla="*/ 0 w 21517"/>
                  <a:gd name="T53" fmla="*/ 0 h 21336"/>
                  <a:gd name="T54" fmla="*/ 0 w 21517"/>
                  <a:gd name="T55" fmla="*/ 0 h 21336"/>
                  <a:gd name="T56" fmla="*/ 0 w 21517"/>
                  <a:gd name="T57" fmla="*/ 0 h 21336"/>
                  <a:gd name="T58" fmla="*/ 0 w 21517"/>
                  <a:gd name="T59" fmla="*/ 0 h 21336"/>
                  <a:gd name="T60" fmla="*/ 0 w 21517"/>
                  <a:gd name="T61" fmla="*/ 0 h 21336"/>
                  <a:gd name="T62" fmla="*/ 0 w 21517"/>
                  <a:gd name="T63" fmla="*/ 0 h 21336"/>
                  <a:gd name="T64" fmla="*/ 0 w 21517"/>
                  <a:gd name="T65" fmla="*/ 0 h 213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1517" h="21336">
                    <a:moveTo>
                      <a:pt x="19567" y="7931"/>
                    </a:moveTo>
                    <a:cubicBezTo>
                      <a:pt x="19048" y="7904"/>
                      <a:pt x="19448" y="7845"/>
                      <a:pt x="19422" y="7719"/>
                    </a:cubicBezTo>
                    <a:cubicBezTo>
                      <a:pt x="19025" y="7719"/>
                      <a:pt x="18300" y="6676"/>
                      <a:pt x="18300" y="6418"/>
                    </a:cubicBezTo>
                    <a:cubicBezTo>
                      <a:pt x="18154" y="6364"/>
                      <a:pt x="18030" y="5984"/>
                      <a:pt x="18056" y="5984"/>
                    </a:cubicBezTo>
                    <a:cubicBezTo>
                      <a:pt x="17943" y="5729"/>
                      <a:pt x="17483" y="5519"/>
                      <a:pt x="17666" y="5262"/>
                    </a:cubicBezTo>
                    <a:cubicBezTo>
                      <a:pt x="17237" y="5072"/>
                      <a:pt x="16781" y="4416"/>
                      <a:pt x="16643" y="4106"/>
                    </a:cubicBezTo>
                    <a:cubicBezTo>
                      <a:pt x="16386" y="3964"/>
                      <a:pt x="16203" y="3565"/>
                      <a:pt x="16203" y="3348"/>
                    </a:cubicBezTo>
                    <a:cubicBezTo>
                      <a:pt x="15909" y="3348"/>
                      <a:pt x="15513" y="2695"/>
                      <a:pt x="15570" y="2445"/>
                    </a:cubicBezTo>
                    <a:cubicBezTo>
                      <a:pt x="15293" y="2445"/>
                      <a:pt x="15220" y="2082"/>
                      <a:pt x="14935" y="2082"/>
                    </a:cubicBezTo>
                    <a:cubicBezTo>
                      <a:pt x="15075" y="1777"/>
                      <a:pt x="13120" y="1748"/>
                      <a:pt x="12791" y="1721"/>
                    </a:cubicBezTo>
                    <a:cubicBezTo>
                      <a:pt x="12847" y="1475"/>
                      <a:pt x="12591" y="1324"/>
                      <a:pt x="12302" y="1324"/>
                    </a:cubicBezTo>
                    <a:cubicBezTo>
                      <a:pt x="12302" y="1706"/>
                      <a:pt x="11199" y="1748"/>
                      <a:pt x="10824" y="1733"/>
                    </a:cubicBezTo>
                    <a:cubicBezTo>
                      <a:pt x="10554" y="1724"/>
                      <a:pt x="9962" y="1667"/>
                      <a:pt x="9962" y="1432"/>
                    </a:cubicBezTo>
                    <a:cubicBezTo>
                      <a:pt x="9775" y="1397"/>
                      <a:pt x="9512" y="1432"/>
                      <a:pt x="9230" y="1432"/>
                    </a:cubicBezTo>
                    <a:cubicBezTo>
                      <a:pt x="9295" y="1188"/>
                      <a:pt x="8622" y="87"/>
                      <a:pt x="8255" y="22"/>
                    </a:cubicBezTo>
                    <a:cubicBezTo>
                      <a:pt x="8255" y="58"/>
                      <a:pt x="8255" y="96"/>
                      <a:pt x="8255" y="132"/>
                    </a:cubicBezTo>
                    <a:cubicBezTo>
                      <a:pt x="7980" y="165"/>
                      <a:pt x="6254" y="-152"/>
                      <a:pt x="6254" y="96"/>
                    </a:cubicBezTo>
                    <a:cubicBezTo>
                      <a:pt x="6047" y="96"/>
                      <a:pt x="5172" y="326"/>
                      <a:pt x="5035" y="529"/>
                    </a:cubicBezTo>
                    <a:cubicBezTo>
                      <a:pt x="4952" y="529"/>
                      <a:pt x="4156" y="817"/>
                      <a:pt x="4156" y="601"/>
                    </a:cubicBezTo>
                    <a:cubicBezTo>
                      <a:pt x="3956" y="601"/>
                      <a:pt x="3715" y="678"/>
                      <a:pt x="3619" y="817"/>
                    </a:cubicBezTo>
                    <a:cubicBezTo>
                      <a:pt x="3402" y="817"/>
                      <a:pt x="3172" y="1103"/>
                      <a:pt x="3035" y="1215"/>
                    </a:cubicBezTo>
                    <a:cubicBezTo>
                      <a:pt x="2658" y="1182"/>
                      <a:pt x="2928" y="1003"/>
                      <a:pt x="2548" y="1396"/>
                    </a:cubicBezTo>
                    <a:cubicBezTo>
                      <a:pt x="2548" y="1525"/>
                      <a:pt x="2261" y="2081"/>
                      <a:pt x="2207" y="2081"/>
                    </a:cubicBezTo>
                    <a:cubicBezTo>
                      <a:pt x="2328" y="2171"/>
                      <a:pt x="2324" y="2220"/>
                      <a:pt x="2207" y="2335"/>
                    </a:cubicBezTo>
                    <a:cubicBezTo>
                      <a:pt x="1938" y="2494"/>
                      <a:pt x="1785" y="2817"/>
                      <a:pt x="1524" y="2913"/>
                    </a:cubicBezTo>
                    <a:cubicBezTo>
                      <a:pt x="1250" y="3250"/>
                      <a:pt x="1191" y="2890"/>
                      <a:pt x="986" y="3269"/>
                    </a:cubicBezTo>
                    <a:cubicBezTo>
                      <a:pt x="875" y="3480"/>
                      <a:pt x="721" y="3638"/>
                      <a:pt x="602" y="3808"/>
                    </a:cubicBezTo>
                    <a:cubicBezTo>
                      <a:pt x="225" y="4344"/>
                      <a:pt x="207" y="4578"/>
                      <a:pt x="207" y="5081"/>
                    </a:cubicBezTo>
                    <a:cubicBezTo>
                      <a:pt x="207" y="5260"/>
                      <a:pt x="-50" y="5426"/>
                      <a:pt x="9" y="5578"/>
                    </a:cubicBezTo>
                    <a:cubicBezTo>
                      <a:pt x="89" y="5782"/>
                      <a:pt x="253" y="6208"/>
                      <a:pt x="207" y="6345"/>
                    </a:cubicBezTo>
                    <a:cubicBezTo>
                      <a:pt x="20" y="6345"/>
                      <a:pt x="-83" y="6832"/>
                      <a:pt x="258" y="6959"/>
                    </a:cubicBezTo>
                    <a:cubicBezTo>
                      <a:pt x="258" y="7279"/>
                      <a:pt x="886" y="8246"/>
                      <a:pt x="1279" y="8440"/>
                    </a:cubicBezTo>
                    <a:cubicBezTo>
                      <a:pt x="1279" y="8705"/>
                      <a:pt x="1993" y="9271"/>
                      <a:pt x="2352" y="9271"/>
                    </a:cubicBezTo>
                    <a:cubicBezTo>
                      <a:pt x="2491" y="9476"/>
                      <a:pt x="3961" y="9781"/>
                      <a:pt x="3961" y="9524"/>
                    </a:cubicBezTo>
                    <a:cubicBezTo>
                      <a:pt x="4560" y="9524"/>
                      <a:pt x="6671" y="9237"/>
                      <a:pt x="6986" y="9705"/>
                    </a:cubicBezTo>
                    <a:cubicBezTo>
                      <a:pt x="7519" y="9705"/>
                      <a:pt x="7714" y="9638"/>
                      <a:pt x="8206" y="9813"/>
                    </a:cubicBezTo>
                    <a:cubicBezTo>
                      <a:pt x="8271" y="10083"/>
                      <a:pt x="8170" y="10898"/>
                      <a:pt x="7914" y="11114"/>
                    </a:cubicBezTo>
                    <a:cubicBezTo>
                      <a:pt x="7914" y="11477"/>
                      <a:pt x="8059" y="11859"/>
                      <a:pt x="8450" y="12053"/>
                    </a:cubicBezTo>
                    <a:cubicBezTo>
                      <a:pt x="8479" y="12141"/>
                      <a:pt x="8758" y="12486"/>
                      <a:pt x="8841" y="12486"/>
                    </a:cubicBezTo>
                    <a:cubicBezTo>
                      <a:pt x="8993" y="12942"/>
                      <a:pt x="9163" y="13337"/>
                      <a:pt x="9049" y="13983"/>
                    </a:cubicBezTo>
                    <a:cubicBezTo>
                      <a:pt x="8944" y="14571"/>
                      <a:pt x="8694" y="14920"/>
                      <a:pt x="8694" y="15448"/>
                    </a:cubicBezTo>
                    <a:cubicBezTo>
                      <a:pt x="8545" y="15448"/>
                      <a:pt x="8841" y="16459"/>
                      <a:pt x="8986" y="16459"/>
                    </a:cubicBezTo>
                    <a:cubicBezTo>
                      <a:pt x="8986" y="16919"/>
                      <a:pt x="9475" y="17333"/>
                      <a:pt x="9475" y="17832"/>
                    </a:cubicBezTo>
                    <a:cubicBezTo>
                      <a:pt x="9504" y="17832"/>
                      <a:pt x="9670" y="18303"/>
                      <a:pt x="9670" y="18446"/>
                    </a:cubicBezTo>
                    <a:cubicBezTo>
                      <a:pt x="9519" y="18446"/>
                      <a:pt x="10450" y="19829"/>
                      <a:pt x="10450" y="19928"/>
                    </a:cubicBezTo>
                    <a:cubicBezTo>
                      <a:pt x="10616" y="19928"/>
                      <a:pt x="10640" y="20397"/>
                      <a:pt x="10790" y="20397"/>
                    </a:cubicBezTo>
                    <a:cubicBezTo>
                      <a:pt x="10816" y="20709"/>
                      <a:pt x="10985" y="20998"/>
                      <a:pt x="10985" y="21228"/>
                    </a:cubicBezTo>
                    <a:cubicBezTo>
                      <a:pt x="11180" y="21448"/>
                      <a:pt x="11986" y="21264"/>
                      <a:pt x="12301" y="21264"/>
                    </a:cubicBezTo>
                    <a:cubicBezTo>
                      <a:pt x="12301" y="21180"/>
                      <a:pt x="13771" y="20975"/>
                      <a:pt x="13958" y="20975"/>
                    </a:cubicBezTo>
                    <a:cubicBezTo>
                      <a:pt x="14057" y="20878"/>
                      <a:pt x="14690" y="20216"/>
                      <a:pt x="14690" y="20216"/>
                    </a:cubicBezTo>
                    <a:cubicBezTo>
                      <a:pt x="14690" y="19882"/>
                      <a:pt x="15601" y="19238"/>
                      <a:pt x="15959" y="19059"/>
                    </a:cubicBezTo>
                    <a:cubicBezTo>
                      <a:pt x="15959" y="19006"/>
                      <a:pt x="16404" y="18192"/>
                      <a:pt x="16349" y="18192"/>
                    </a:cubicBezTo>
                    <a:cubicBezTo>
                      <a:pt x="16349" y="17624"/>
                      <a:pt x="16544" y="17250"/>
                      <a:pt x="16544" y="16748"/>
                    </a:cubicBezTo>
                    <a:cubicBezTo>
                      <a:pt x="16688" y="16748"/>
                      <a:pt x="16830" y="16278"/>
                      <a:pt x="17128" y="16278"/>
                    </a:cubicBezTo>
                    <a:cubicBezTo>
                      <a:pt x="17212" y="16155"/>
                      <a:pt x="17450" y="16107"/>
                      <a:pt x="17616" y="16024"/>
                    </a:cubicBezTo>
                    <a:cubicBezTo>
                      <a:pt x="17616" y="15713"/>
                      <a:pt x="17957" y="15476"/>
                      <a:pt x="17957" y="15087"/>
                    </a:cubicBezTo>
                    <a:cubicBezTo>
                      <a:pt x="18179" y="15087"/>
                      <a:pt x="17812" y="13876"/>
                      <a:pt x="17812" y="13749"/>
                    </a:cubicBezTo>
                    <a:cubicBezTo>
                      <a:pt x="17382" y="13749"/>
                      <a:pt x="17713" y="12307"/>
                      <a:pt x="17713" y="12124"/>
                    </a:cubicBezTo>
                    <a:cubicBezTo>
                      <a:pt x="17437" y="12124"/>
                      <a:pt x="18620" y="11148"/>
                      <a:pt x="18598" y="11208"/>
                    </a:cubicBezTo>
                    <a:cubicBezTo>
                      <a:pt x="18681" y="10953"/>
                      <a:pt x="19316" y="10604"/>
                      <a:pt x="19526" y="10404"/>
                    </a:cubicBezTo>
                    <a:cubicBezTo>
                      <a:pt x="19713" y="10224"/>
                      <a:pt x="20347" y="9878"/>
                      <a:pt x="20347" y="9667"/>
                    </a:cubicBezTo>
                    <a:cubicBezTo>
                      <a:pt x="20620" y="9565"/>
                      <a:pt x="20654" y="9375"/>
                      <a:pt x="20882" y="9269"/>
                    </a:cubicBezTo>
                    <a:cubicBezTo>
                      <a:pt x="20882" y="9177"/>
                      <a:pt x="20727" y="8909"/>
                      <a:pt x="21077" y="8909"/>
                    </a:cubicBezTo>
                    <a:cubicBezTo>
                      <a:pt x="20989" y="8446"/>
                      <a:pt x="21517" y="8183"/>
                      <a:pt x="21517" y="7716"/>
                    </a:cubicBezTo>
                    <a:cubicBezTo>
                      <a:pt x="21101" y="7817"/>
                      <a:pt x="20526" y="7861"/>
                      <a:pt x="20102" y="7861"/>
                    </a:cubicBezTo>
                    <a:cubicBezTo>
                      <a:pt x="20104" y="7926"/>
                      <a:pt x="19637" y="7935"/>
                      <a:pt x="19567" y="7931"/>
                    </a:cubicBezTo>
                    <a:close/>
                    <a:moveTo>
                      <a:pt x="19567" y="7931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Freeform: Shape 55"/>
              <p:cNvSpPr>
                <a:spLocks/>
              </p:cNvSpPr>
              <p:nvPr/>
            </p:nvSpPr>
            <p:spPr bwMode="auto">
              <a:xfrm>
                <a:off x="184" y="272"/>
                <a:ext cx="3" cy="2"/>
              </a:xfrm>
              <a:custGeom>
                <a:avLst/>
                <a:gdLst>
                  <a:gd name="T0" fmla="*/ 0 w 16989"/>
                  <a:gd name="T1" fmla="*/ 0 h 15334"/>
                  <a:gd name="T2" fmla="*/ 0 w 16989"/>
                  <a:gd name="T3" fmla="*/ 0 h 15334"/>
                  <a:gd name="T4" fmla="*/ 0 w 16989"/>
                  <a:gd name="T5" fmla="*/ 0 h 15334"/>
                  <a:gd name="T6" fmla="*/ 0 w 16989"/>
                  <a:gd name="T7" fmla="*/ 0 h 15334"/>
                  <a:gd name="T8" fmla="*/ 0 w 16989"/>
                  <a:gd name="T9" fmla="*/ 0 h 153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989" h="15334">
                    <a:moveTo>
                      <a:pt x="5730" y="2266"/>
                    </a:moveTo>
                    <a:cubicBezTo>
                      <a:pt x="4165" y="1591"/>
                      <a:pt x="2498" y="771"/>
                      <a:pt x="900" y="0"/>
                    </a:cubicBezTo>
                    <a:cubicBezTo>
                      <a:pt x="-4611" y="21600"/>
                      <a:pt x="16989" y="17743"/>
                      <a:pt x="16989" y="4629"/>
                    </a:cubicBezTo>
                    <a:cubicBezTo>
                      <a:pt x="12159" y="7955"/>
                      <a:pt x="7839" y="13596"/>
                      <a:pt x="5730" y="2266"/>
                    </a:cubicBezTo>
                    <a:close/>
                    <a:moveTo>
                      <a:pt x="5730" y="2266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Freeform: Shape 56"/>
              <p:cNvSpPr>
                <a:spLocks/>
              </p:cNvSpPr>
              <p:nvPr/>
            </p:nvSpPr>
            <p:spPr bwMode="auto">
              <a:xfrm>
                <a:off x="192" y="272"/>
                <a:ext cx="16" cy="8"/>
              </a:xfrm>
              <a:custGeom>
                <a:avLst/>
                <a:gdLst>
                  <a:gd name="T0" fmla="*/ 0 w 18999"/>
                  <a:gd name="T1" fmla="*/ 0 h 20934"/>
                  <a:gd name="T2" fmla="*/ 0 w 18999"/>
                  <a:gd name="T3" fmla="*/ 0 h 20934"/>
                  <a:gd name="T4" fmla="*/ 0 w 18999"/>
                  <a:gd name="T5" fmla="*/ 0 h 20934"/>
                  <a:gd name="T6" fmla="*/ 0 w 18999"/>
                  <a:gd name="T7" fmla="*/ 0 h 20934"/>
                  <a:gd name="T8" fmla="*/ 0 w 18999"/>
                  <a:gd name="T9" fmla="*/ 0 h 20934"/>
                  <a:gd name="T10" fmla="*/ 0 w 18999"/>
                  <a:gd name="T11" fmla="*/ 0 h 20934"/>
                  <a:gd name="T12" fmla="*/ 0 w 18999"/>
                  <a:gd name="T13" fmla="*/ 0 h 209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999" h="20934">
                    <a:moveTo>
                      <a:pt x="5636" y="0"/>
                    </a:moveTo>
                    <a:cubicBezTo>
                      <a:pt x="4287" y="4948"/>
                      <a:pt x="2148" y="3040"/>
                      <a:pt x="0" y="2842"/>
                    </a:cubicBezTo>
                    <a:cubicBezTo>
                      <a:pt x="1313" y="7114"/>
                      <a:pt x="5600" y="11307"/>
                      <a:pt x="7812" y="11307"/>
                    </a:cubicBezTo>
                    <a:cubicBezTo>
                      <a:pt x="9253" y="17507"/>
                      <a:pt x="13604" y="21600"/>
                      <a:pt x="17047" y="20845"/>
                    </a:cubicBezTo>
                    <a:cubicBezTo>
                      <a:pt x="21600" y="19871"/>
                      <a:pt x="16872" y="12618"/>
                      <a:pt x="16055" y="9439"/>
                    </a:cubicBezTo>
                    <a:cubicBezTo>
                      <a:pt x="11622" y="9439"/>
                      <a:pt x="11135" y="1212"/>
                      <a:pt x="5636" y="0"/>
                    </a:cubicBezTo>
                    <a:close/>
                    <a:moveTo>
                      <a:pt x="5636" y="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Freeform: Shape 57"/>
              <p:cNvSpPr>
                <a:spLocks/>
              </p:cNvSpPr>
              <p:nvPr/>
            </p:nvSpPr>
            <p:spPr bwMode="auto">
              <a:xfrm>
                <a:off x="208" y="288"/>
                <a:ext cx="15" cy="4"/>
              </a:xfrm>
              <a:custGeom>
                <a:avLst/>
                <a:gdLst>
                  <a:gd name="T0" fmla="*/ 0 w 21600"/>
                  <a:gd name="T1" fmla="*/ 0 h 19826"/>
                  <a:gd name="T2" fmla="*/ 0 w 21600"/>
                  <a:gd name="T3" fmla="*/ 0 h 19826"/>
                  <a:gd name="T4" fmla="*/ 0 w 21600"/>
                  <a:gd name="T5" fmla="*/ 0 h 19826"/>
                  <a:gd name="T6" fmla="*/ 0 w 21600"/>
                  <a:gd name="T7" fmla="*/ 0 h 19826"/>
                  <a:gd name="T8" fmla="*/ 0 w 21600"/>
                  <a:gd name="T9" fmla="*/ 0 h 19826"/>
                  <a:gd name="T10" fmla="*/ 0 w 21600"/>
                  <a:gd name="T11" fmla="*/ 0 h 19826"/>
                  <a:gd name="T12" fmla="*/ 0 w 21600"/>
                  <a:gd name="T13" fmla="*/ 0 h 19826"/>
                  <a:gd name="T14" fmla="*/ 0 w 21600"/>
                  <a:gd name="T15" fmla="*/ 0 h 19826"/>
                  <a:gd name="T16" fmla="*/ 0 w 21600"/>
                  <a:gd name="T17" fmla="*/ 0 h 198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600" h="19826">
                    <a:moveTo>
                      <a:pt x="15657" y="0"/>
                    </a:moveTo>
                    <a:cubicBezTo>
                      <a:pt x="14560" y="9831"/>
                      <a:pt x="15657" y="658"/>
                      <a:pt x="15657" y="8204"/>
                    </a:cubicBezTo>
                    <a:cubicBezTo>
                      <a:pt x="11646" y="8446"/>
                      <a:pt x="8331" y="1662"/>
                      <a:pt x="5406" y="1662"/>
                    </a:cubicBezTo>
                    <a:cubicBezTo>
                      <a:pt x="6331" y="6612"/>
                      <a:pt x="7554" y="10212"/>
                      <a:pt x="7554" y="14712"/>
                    </a:cubicBezTo>
                    <a:cubicBezTo>
                      <a:pt x="4789" y="18069"/>
                      <a:pt x="2686" y="14712"/>
                      <a:pt x="0" y="14712"/>
                    </a:cubicBezTo>
                    <a:cubicBezTo>
                      <a:pt x="1006" y="20735"/>
                      <a:pt x="8309" y="21600"/>
                      <a:pt x="9189" y="16442"/>
                    </a:cubicBezTo>
                    <a:cubicBezTo>
                      <a:pt x="15417" y="16442"/>
                      <a:pt x="15680" y="16027"/>
                      <a:pt x="21600" y="18000"/>
                    </a:cubicBezTo>
                    <a:cubicBezTo>
                      <a:pt x="21406" y="13015"/>
                      <a:pt x="17349" y="1315"/>
                      <a:pt x="15657" y="0"/>
                    </a:cubicBezTo>
                    <a:close/>
                    <a:moveTo>
                      <a:pt x="15657" y="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Freeform: Shape 58"/>
              <p:cNvSpPr>
                <a:spLocks/>
              </p:cNvSpPr>
              <p:nvPr/>
            </p:nvSpPr>
            <p:spPr bwMode="auto">
              <a:xfrm>
                <a:off x="200" y="288"/>
                <a:ext cx="2" cy="2"/>
              </a:xfrm>
              <a:custGeom>
                <a:avLst/>
                <a:gdLst>
                  <a:gd name="T0" fmla="*/ 0 w 16604"/>
                  <a:gd name="T1" fmla="*/ 0 h 17442"/>
                  <a:gd name="T2" fmla="*/ 0 w 16604"/>
                  <a:gd name="T3" fmla="*/ 0 h 17442"/>
                  <a:gd name="T4" fmla="*/ 0 w 16604"/>
                  <a:gd name="T5" fmla="*/ 0 h 17442"/>
                  <a:gd name="T6" fmla="*/ 0 w 16604"/>
                  <a:gd name="T7" fmla="*/ 0 h 1744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604" h="17442">
                    <a:moveTo>
                      <a:pt x="1543" y="0"/>
                    </a:moveTo>
                    <a:cubicBezTo>
                      <a:pt x="-4492" y="21600"/>
                      <a:pt x="8577" y="17040"/>
                      <a:pt x="16563" y="17040"/>
                    </a:cubicBezTo>
                    <a:cubicBezTo>
                      <a:pt x="17108" y="7620"/>
                      <a:pt x="12116" y="1920"/>
                      <a:pt x="1543" y="0"/>
                    </a:cubicBezTo>
                    <a:close/>
                    <a:moveTo>
                      <a:pt x="1543" y="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" name="Freeform: Shape 59"/>
              <p:cNvSpPr>
                <a:spLocks/>
              </p:cNvSpPr>
              <p:nvPr/>
            </p:nvSpPr>
            <p:spPr bwMode="auto">
              <a:xfrm>
                <a:off x="200" y="288"/>
                <a:ext cx="2" cy="2"/>
              </a:xfrm>
              <a:custGeom>
                <a:avLst/>
                <a:gdLst>
                  <a:gd name="T0" fmla="*/ 0 w 21600"/>
                  <a:gd name="T1" fmla="*/ 0 h 12742"/>
                  <a:gd name="T2" fmla="*/ 0 w 21600"/>
                  <a:gd name="T3" fmla="*/ 0 h 12742"/>
                  <a:gd name="T4" fmla="*/ 0 w 21600"/>
                  <a:gd name="T5" fmla="*/ 0 h 12742"/>
                  <a:gd name="T6" fmla="*/ 0 w 21600"/>
                  <a:gd name="T7" fmla="*/ 0 h 1274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12742">
                    <a:moveTo>
                      <a:pt x="0" y="12742"/>
                    </a:moveTo>
                    <a:cubicBezTo>
                      <a:pt x="7251" y="11994"/>
                      <a:pt x="14425" y="11339"/>
                      <a:pt x="21600" y="10545"/>
                    </a:cubicBezTo>
                    <a:cubicBezTo>
                      <a:pt x="17860" y="-8858"/>
                      <a:pt x="2137" y="2550"/>
                      <a:pt x="0" y="12742"/>
                    </a:cubicBezTo>
                    <a:close/>
                    <a:moveTo>
                      <a:pt x="0" y="12742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Freeform: Shape 60"/>
              <p:cNvSpPr>
                <a:spLocks/>
              </p:cNvSpPr>
              <p:nvPr/>
            </p:nvSpPr>
            <p:spPr bwMode="auto">
              <a:xfrm>
                <a:off x="232" y="288"/>
                <a:ext cx="2" cy="1"/>
              </a:xfrm>
              <a:custGeom>
                <a:avLst/>
                <a:gdLst>
                  <a:gd name="T0" fmla="*/ 0 w 17161"/>
                  <a:gd name="T1" fmla="*/ 0 h 13638"/>
                  <a:gd name="T2" fmla="*/ 0 w 17161"/>
                  <a:gd name="T3" fmla="*/ 0 h 13638"/>
                  <a:gd name="T4" fmla="*/ 0 w 17161"/>
                  <a:gd name="T5" fmla="*/ 0 h 13638"/>
                  <a:gd name="T6" fmla="*/ 0 w 17161"/>
                  <a:gd name="T7" fmla="*/ 0 h 136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161" h="13638">
                    <a:moveTo>
                      <a:pt x="1582" y="0"/>
                    </a:moveTo>
                    <a:cubicBezTo>
                      <a:pt x="-4374" y="21600"/>
                      <a:pt x="7735" y="11073"/>
                      <a:pt x="17161" y="11073"/>
                    </a:cubicBezTo>
                    <a:cubicBezTo>
                      <a:pt x="17226" y="3353"/>
                      <a:pt x="8782" y="0"/>
                      <a:pt x="1582" y="0"/>
                    </a:cubicBezTo>
                    <a:close/>
                    <a:moveTo>
                      <a:pt x="1582" y="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Freeform: Shape 61"/>
              <p:cNvSpPr>
                <a:spLocks/>
              </p:cNvSpPr>
              <p:nvPr/>
            </p:nvSpPr>
            <p:spPr bwMode="auto">
              <a:xfrm>
                <a:off x="224" y="288"/>
                <a:ext cx="1" cy="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cubicBezTo>
                      <a:pt x="0" y="7500"/>
                      <a:pt x="0" y="14250"/>
                      <a:pt x="0" y="21600"/>
                    </a:cubicBezTo>
                    <a:cubicBezTo>
                      <a:pt x="8975" y="18750"/>
                      <a:pt x="12777" y="14250"/>
                      <a:pt x="21600" y="14250"/>
                    </a:cubicBezTo>
                    <a:cubicBezTo>
                      <a:pt x="21600" y="5100"/>
                      <a:pt x="9279" y="0"/>
                      <a:pt x="0" y="0"/>
                    </a:cubicBezTo>
                    <a:close/>
                    <a:moveTo>
                      <a:pt x="0" y="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Freeform: Shape 62"/>
              <p:cNvSpPr>
                <a:spLocks/>
              </p:cNvSpPr>
              <p:nvPr/>
            </p:nvSpPr>
            <p:spPr bwMode="auto">
              <a:xfrm>
                <a:off x="216" y="304"/>
                <a:ext cx="1" cy="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cubicBezTo>
                      <a:pt x="17923" y="21600"/>
                      <a:pt x="17234" y="20571"/>
                      <a:pt x="21600" y="5371"/>
                    </a:cubicBezTo>
                    <a:cubicBezTo>
                      <a:pt x="16200" y="3429"/>
                      <a:pt x="10915" y="1714"/>
                      <a:pt x="5285" y="0"/>
                    </a:cubicBezTo>
                    <a:cubicBezTo>
                      <a:pt x="3447" y="7200"/>
                      <a:pt x="1838" y="14400"/>
                      <a:pt x="0" y="21600"/>
                    </a:cubicBezTo>
                    <a:close/>
                    <a:moveTo>
                      <a:pt x="0" y="21600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Freeform: Shape 63"/>
              <p:cNvSpPr>
                <a:spLocks/>
              </p:cNvSpPr>
              <p:nvPr/>
            </p:nvSpPr>
            <p:spPr bwMode="auto">
              <a:xfrm>
                <a:off x="480" y="384"/>
                <a:ext cx="1" cy="2"/>
              </a:xfrm>
              <a:custGeom>
                <a:avLst/>
                <a:gdLst>
                  <a:gd name="T0" fmla="*/ 0 w 16557"/>
                  <a:gd name="T1" fmla="*/ 0 h 18344"/>
                  <a:gd name="T2" fmla="*/ 0 w 16557"/>
                  <a:gd name="T3" fmla="*/ 0 h 18344"/>
                  <a:gd name="T4" fmla="*/ 0 w 16557"/>
                  <a:gd name="T5" fmla="*/ 0 h 18344"/>
                  <a:gd name="T6" fmla="*/ 0 w 16557"/>
                  <a:gd name="T7" fmla="*/ 0 h 183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557" h="18344">
                    <a:moveTo>
                      <a:pt x="0" y="16234"/>
                    </a:moveTo>
                    <a:cubicBezTo>
                      <a:pt x="21600" y="21600"/>
                      <a:pt x="17408" y="16922"/>
                      <a:pt x="13033" y="0"/>
                    </a:cubicBezTo>
                    <a:cubicBezTo>
                      <a:pt x="2734" y="5916"/>
                      <a:pt x="0" y="4471"/>
                      <a:pt x="0" y="16234"/>
                    </a:cubicBezTo>
                    <a:close/>
                    <a:moveTo>
                      <a:pt x="0" y="16234"/>
                    </a:move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6790196" y="2798607"/>
            <a:ext cx="1479449" cy="1528338"/>
            <a:chOff x="6790196" y="2798607"/>
            <a:chExt cx="1479449" cy="1528338"/>
          </a:xfrm>
        </p:grpSpPr>
        <p:sp>
          <p:nvSpPr>
            <p:cNvPr id="10" name="Oval 65"/>
            <p:cNvSpPr/>
            <p:nvPr/>
          </p:nvSpPr>
          <p:spPr bwMode="auto">
            <a:xfrm>
              <a:off x="6790196" y="2847496"/>
              <a:ext cx="1479449" cy="1479449"/>
            </a:xfrm>
            <a:prstGeom prst="ellipse">
              <a:avLst/>
            </a:prstGeom>
            <a:solidFill>
              <a:srgbClr val="778495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1" name="TextBox 66"/>
            <p:cNvSpPr txBox="1"/>
            <p:nvPr/>
          </p:nvSpPr>
          <p:spPr>
            <a:xfrm>
              <a:off x="6894901" y="3257313"/>
              <a:ext cx="1244764" cy="3000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 anchorCtr="1">
              <a:normAutofit fontScale="77500"/>
            </a:bodyPr>
            <a:lstStyle/>
            <a:p>
              <a:pPr algn="ctr" rtl="1"/>
              <a:r>
                <a:rPr lang="fa-IR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روان‌ساز</a:t>
              </a:r>
              <a:endParaRPr lang="fa-IR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Oval 68"/>
            <p:cNvSpPr>
              <a:spLocks noChangeAspect="1"/>
            </p:cNvSpPr>
            <p:nvPr/>
          </p:nvSpPr>
          <p:spPr bwMode="auto">
            <a:xfrm>
              <a:off x="7771112" y="2798607"/>
              <a:ext cx="496124" cy="496124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14" name="Group 69"/>
            <p:cNvGrpSpPr>
              <a:grpSpLocks/>
            </p:cNvGrpSpPr>
            <p:nvPr/>
          </p:nvGrpSpPr>
          <p:grpSpPr bwMode="auto">
            <a:xfrm>
              <a:off x="7863817" y="2914544"/>
              <a:ext cx="283859" cy="252320"/>
              <a:chOff x="0" y="0"/>
              <a:chExt cx="576" cy="515"/>
            </a:xfrm>
            <a:solidFill>
              <a:schemeClr val="bg1"/>
            </a:solidFill>
            <a:effectLst/>
          </p:grpSpPr>
          <p:sp>
            <p:nvSpPr>
              <p:cNvPr id="30" name="Freeform: Shape 70"/>
              <p:cNvSpPr>
                <a:spLocks/>
              </p:cNvSpPr>
              <p:nvPr/>
            </p:nvSpPr>
            <p:spPr bwMode="auto">
              <a:xfrm>
                <a:off x="0" y="0"/>
                <a:ext cx="576" cy="51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w 21600"/>
                  <a:gd name="T29" fmla="*/ 0 h 21600"/>
                  <a:gd name="T30" fmla="*/ 0 w 21600"/>
                  <a:gd name="T31" fmla="*/ 0 h 21600"/>
                  <a:gd name="T32" fmla="*/ 0 w 21600"/>
                  <a:gd name="T33" fmla="*/ 0 h 21600"/>
                  <a:gd name="T34" fmla="*/ 0 w 21600"/>
                  <a:gd name="T35" fmla="*/ 0 h 21600"/>
                  <a:gd name="T36" fmla="*/ 0 w 21600"/>
                  <a:gd name="T37" fmla="*/ 0 h 2160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1600" h="21600">
                    <a:moveTo>
                      <a:pt x="11936" y="0"/>
                    </a:moveTo>
                    <a:cubicBezTo>
                      <a:pt x="6599" y="0"/>
                      <a:pt x="2272" y="4836"/>
                      <a:pt x="2272" y="10800"/>
                    </a:cubicBezTo>
                    <a:cubicBezTo>
                      <a:pt x="2272" y="10815"/>
                      <a:pt x="2273" y="10840"/>
                      <a:pt x="2273" y="10861"/>
                    </a:cubicBezTo>
                    <a:lnTo>
                      <a:pt x="0" y="10861"/>
                    </a:lnTo>
                    <a:lnTo>
                      <a:pt x="3616" y="14894"/>
                    </a:lnTo>
                    <a:lnTo>
                      <a:pt x="7238" y="10861"/>
                    </a:lnTo>
                    <a:lnTo>
                      <a:pt x="4958" y="10861"/>
                    </a:lnTo>
                    <a:cubicBezTo>
                      <a:pt x="4958" y="10860"/>
                      <a:pt x="4958" y="10859"/>
                      <a:pt x="4958" y="10858"/>
                    </a:cubicBezTo>
                    <a:cubicBezTo>
                      <a:pt x="4958" y="10838"/>
                      <a:pt x="4957" y="10814"/>
                      <a:pt x="4957" y="10800"/>
                    </a:cubicBezTo>
                    <a:cubicBezTo>
                      <a:pt x="4957" y="6499"/>
                      <a:pt x="8088" y="3000"/>
                      <a:pt x="11936" y="3000"/>
                    </a:cubicBezTo>
                    <a:cubicBezTo>
                      <a:pt x="15785" y="3000"/>
                      <a:pt x="18916" y="6499"/>
                      <a:pt x="18916" y="10800"/>
                    </a:cubicBezTo>
                    <a:cubicBezTo>
                      <a:pt x="18916" y="15101"/>
                      <a:pt x="15785" y="18600"/>
                      <a:pt x="11936" y="18600"/>
                    </a:cubicBezTo>
                    <a:cubicBezTo>
                      <a:pt x="9601" y="18600"/>
                      <a:pt x="7530" y="17309"/>
                      <a:pt x="6263" y="15335"/>
                    </a:cubicBezTo>
                    <a:lnTo>
                      <a:pt x="5132" y="16594"/>
                    </a:lnTo>
                    <a:lnTo>
                      <a:pt x="4341" y="17474"/>
                    </a:lnTo>
                    <a:cubicBezTo>
                      <a:pt x="6111" y="19986"/>
                      <a:pt x="8854" y="21600"/>
                      <a:pt x="11936" y="21600"/>
                    </a:cubicBezTo>
                    <a:cubicBezTo>
                      <a:pt x="17274" y="21600"/>
                      <a:pt x="21600" y="16765"/>
                      <a:pt x="21600" y="10800"/>
                    </a:cubicBezTo>
                    <a:cubicBezTo>
                      <a:pt x="21600" y="4836"/>
                      <a:pt x="17273" y="0"/>
                      <a:pt x="11936" y="0"/>
                    </a:cubicBezTo>
                    <a:close/>
                    <a:moveTo>
                      <a:pt x="11936" y="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Freeform: Shape 71"/>
              <p:cNvSpPr>
                <a:spLocks/>
              </p:cNvSpPr>
              <p:nvPr/>
            </p:nvSpPr>
            <p:spPr bwMode="auto">
              <a:xfrm>
                <a:off x="304" y="128"/>
                <a:ext cx="134" cy="21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0" y="14168"/>
                    </a:lnTo>
                    <a:lnTo>
                      <a:pt x="32" y="14168"/>
                    </a:lnTo>
                    <a:lnTo>
                      <a:pt x="18924" y="21600"/>
                    </a:lnTo>
                    <a:lnTo>
                      <a:pt x="21600" y="18903"/>
                    </a:lnTo>
                    <a:lnTo>
                      <a:pt x="5054" y="12394"/>
                    </a:lnTo>
                    <a:lnTo>
                      <a:pt x="5054" y="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 cap="flat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19" name="Straight Connector 77"/>
          <p:cNvCxnSpPr/>
          <p:nvPr/>
        </p:nvCxnSpPr>
        <p:spPr bwMode="auto">
          <a:xfrm>
            <a:off x="2078009" y="2197704"/>
            <a:ext cx="205618" cy="71509"/>
          </a:xfrm>
          <a:prstGeom prst="line">
            <a:avLst/>
          </a:prstGeom>
          <a:solidFill>
            <a:schemeClr val="accent1"/>
          </a:solidFill>
          <a:ln w="15875" cap="rnd" cmpd="sng" algn="ctr">
            <a:solidFill>
              <a:srgbClr val="39425D"/>
            </a:solidFill>
            <a:prstDash val="sysDot"/>
            <a:round/>
            <a:headEnd type="oval" w="sm" len="sm"/>
            <a:tailEnd type="oval" w="sm" len="sm"/>
          </a:ln>
          <a:effectLst/>
        </p:spPr>
      </p:cxnSp>
      <p:grpSp>
        <p:nvGrpSpPr>
          <p:cNvPr id="51" name="组合 50"/>
          <p:cNvGrpSpPr/>
          <p:nvPr/>
        </p:nvGrpSpPr>
        <p:grpSpPr>
          <a:xfrm>
            <a:off x="791872" y="1005576"/>
            <a:ext cx="1291658" cy="1527037"/>
            <a:chOff x="791872" y="1005576"/>
            <a:chExt cx="1291658" cy="1527037"/>
          </a:xfrm>
        </p:grpSpPr>
        <p:sp>
          <p:nvSpPr>
            <p:cNvPr id="15" name="Oval 73"/>
            <p:cNvSpPr/>
            <p:nvPr/>
          </p:nvSpPr>
          <p:spPr bwMode="auto">
            <a:xfrm>
              <a:off x="791872" y="1243646"/>
              <a:ext cx="1288968" cy="1288967"/>
            </a:xfrm>
            <a:prstGeom prst="ellipse">
              <a:avLst/>
            </a:prstGeom>
            <a:solidFill>
              <a:srgbClr val="39425D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16" name="TextBox 74"/>
            <p:cNvSpPr txBox="1"/>
            <p:nvPr/>
          </p:nvSpPr>
          <p:spPr>
            <a:xfrm>
              <a:off x="791872" y="1666052"/>
              <a:ext cx="1291658" cy="300083"/>
            </a:xfrm>
            <a:prstGeom prst="rect">
              <a:avLst/>
            </a:prstGeom>
            <a:noFill/>
            <a:effectLst/>
          </p:spPr>
          <p:txBody>
            <a:bodyPr wrap="none" anchor="ctr" anchorCtr="1">
              <a:normAutofit fontScale="92500"/>
            </a:bodyPr>
            <a:lstStyle/>
            <a:p>
              <a:pPr algn="ctr" rtl="1"/>
              <a:r>
                <a:rPr lang="fa-IR" altLang="en-US" sz="2400" b="1" baseline="30000" dirty="0">
                  <a:solidFill>
                    <a:schemeClr val="bg1"/>
                  </a:solidFill>
                  <a:cs typeface="+mn-ea"/>
                  <a:sym typeface="+mn-lt"/>
                </a:rPr>
                <a:t>تبولار</a:t>
              </a:r>
              <a:endParaRPr lang="fa-IR" altLang="en-US" sz="2400" b="1" baseline="30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TextBox 75"/>
            <p:cNvSpPr txBox="1"/>
            <p:nvPr/>
          </p:nvSpPr>
          <p:spPr>
            <a:xfrm>
              <a:off x="791872" y="1966135"/>
              <a:ext cx="1291658" cy="260552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normAutofit fontScale="92500"/>
            </a:bodyPr>
            <a:lstStyle/>
            <a:p>
              <a:pPr algn="ctr" rtl="1">
                <a:lnSpc>
                  <a:spcPct val="120000"/>
                </a:lnSpc>
              </a:pPr>
              <a:r>
                <a:rPr lang="fa-IR" altLang="en-US" sz="800" dirty="0">
                  <a:solidFill>
                    <a:schemeClr val="bg1"/>
                  </a:solidFill>
                  <a:cs typeface="+mn-ea"/>
                  <a:sym typeface="+mn-lt"/>
                </a:rPr>
                <a:t>سنگدانهٔ اصلی؛ اسکلت مکانیکی</a:t>
              </a:r>
              <a:endParaRPr lang="fa-IR" altLang="en-US" sz="8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Oval 76"/>
            <p:cNvSpPr>
              <a:spLocks noChangeAspect="1"/>
            </p:cNvSpPr>
            <p:nvPr/>
          </p:nvSpPr>
          <p:spPr bwMode="auto">
            <a:xfrm>
              <a:off x="877021" y="1005576"/>
              <a:ext cx="496124" cy="496124"/>
            </a:xfrm>
            <a:prstGeom prst="ellipse">
              <a:avLst/>
            </a:prstGeom>
            <a:solidFill>
              <a:srgbClr val="778495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Freeform: Shape 78"/>
            <p:cNvSpPr>
              <a:spLocks/>
            </p:cNvSpPr>
            <p:nvPr/>
          </p:nvSpPr>
          <p:spPr bwMode="auto">
            <a:xfrm>
              <a:off x="1056932" y="1119913"/>
              <a:ext cx="129983" cy="256144"/>
            </a:xfrm>
            <a:custGeom>
              <a:avLst/>
              <a:gdLst>
                <a:gd name="T0" fmla="*/ 7876052 w 21600"/>
                <a:gd name="T1" fmla="*/ 185358510 h 21600"/>
                <a:gd name="T2" fmla="*/ 8461236 w 21600"/>
                <a:gd name="T3" fmla="*/ 100252083 h 21600"/>
                <a:gd name="T4" fmla="*/ 13475014 w 21600"/>
                <a:gd name="T5" fmla="*/ 51005792 h 21600"/>
                <a:gd name="T6" fmla="*/ 6737509 w 21600"/>
                <a:gd name="T7" fmla="*/ 0 h 21600"/>
                <a:gd name="T8" fmla="*/ 0 w 21600"/>
                <a:gd name="T9" fmla="*/ 51005792 h 21600"/>
                <a:gd name="T10" fmla="*/ 4941496 w 21600"/>
                <a:gd name="T11" fmla="*/ 100110670 h 21600"/>
                <a:gd name="T12" fmla="*/ 5527805 w 21600"/>
                <a:gd name="T13" fmla="*/ 185387119 h 21600"/>
                <a:gd name="T14" fmla="*/ 1748080 w 21600"/>
                <a:gd name="T15" fmla="*/ 194154876 h 21600"/>
                <a:gd name="T16" fmla="*/ 6733136 w 21600"/>
                <a:gd name="T17" fmla="*/ 203194979 h 21600"/>
                <a:gd name="T18" fmla="*/ 11718967 w 21600"/>
                <a:gd name="T19" fmla="*/ 194154876 h 21600"/>
                <a:gd name="T20" fmla="*/ 7876052 w 21600"/>
                <a:gd name="T21" fmla="*/ 185358510 h 21600"/>
                <a:gd name="T22" fmla="*/ 5811038 w 21600"/>
                <a:gd name="T23" fmla="*/ 39764005 h 21600"/>
                <a:gd name="T24" fmla="*/ 3381794 w 21600"/>
                <a:gd name="T25" fmla="*/ 49678959 h 21600"/>
                <a:gd name="T26" fmla="*/ 2388689 w 21600"/>
                <a:gd name="T27" fmla="*/ 30187155 h 21600"/>
                <a:gd name="T28" fmla="*/ 4817314 w 21600"/>
                <a:gd name="T29" fmla="*/ 20272200 h 21600"/>
                <a:gd name="T30" fmla="*/ 5811038 w 21600"/>
                <a:gd name="T31" fmla="*/ 39764005 h 21600"/>
                <a:gd name="T32" fmla="*/ 5811038 w 21600"/>
                <a:gd name="T33" fmla="*/ 39764005 h 216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600" h="21600">
                  <a:moveTo>
                    <a:pt x="12625" y="19704"/>
                  </a:moveTo>
                  <a:lnTo>
                    <a:pt x="13563" y="10657"/>
                  </a:lnTo>
                  <a:cubicBezTo>
                    <a:pt x="18187" y="10044"/>
                    <a:pt x="21600" y="7936"/>
                    <a:pt x="21600" y="5422"/>
                  </a:cubicBezTo>
                  <a:cubicBezTo>
                    <a:pt x="21600" y="2427"/>
                    <a:pt x="16765" y="0"/>
                    <a:pt x="10800" y="0"/>
                  </a:cubicBezTo>
                  <a:cubicBezTo>
                    <a:pt x="4835" y="0"/>
                    <a:pt x="0" y="2427"/>
                    <a:pt x="0" y="5422"/>
                  </a:cubicBezTo>
                  <a:cubicBezTo>
                    <a:pt x="0" y="7915"/>
                    <a:pt x="3356" y="10009"/>
                    <a:pt x="7921" y="10642"/>
                  </a:cubicBezTo>
                  <a:lnTo>
                    <a:pt x="8861" y="19707"/>
                  </a:lnTo>
                  <a:cubicBezTo>
                    <a:pt x="5382" y="19811"/>
                    <a:pt x="2802" y="20188"/>
                    <a:pt x="2802" y="20639"/>
                  </a:cubicBezTo>
                  <a:cubicBezTo>
                    <a:pt x="2802" y="21170"/>
                    <a:pt x="6379" y="21600"/>
                    <a:pt x="10793" y="21600"/>
                  </a:cubicBezTo>
                  <a:cubicBezTo>
                    <a:pt x="15206" y="21600"/>
                    <a:pt x="18785" y="21169"/>
                    <a:pt x="18785" y="20639"/>
                  </a:cubicBezTo>
                  <a:cubicBezTo>
                    <a:pt x="18785" y="20184"/>
                    <a:pt x="16154" y="19803"/>
                    <a:pt x="12625" y="19704"/>
                  </a:cubicBezTo>
                  <a:close/>
                  <a:moveTo>
                    <a:pt x="9315" y="4227"/>
                  </a:moveTo>
                  <a:cubicBezTo>
                    <a:pt x="8680" y="5090"/>
                    <a:pt x="6937" y="5562"/>
                    <a:pt x="5421" y="5281"/>
                  </a:cubicBezTo>
                  <a:cubicBezTo>
                    <a:pt x="3906" y="5000"/>
                    <a:pt x="3193" y="4072"/>
                    <a:pt x="3829" y="3209"/>
                  </a:cubicBezTo>
                  <a:cubicBezTo>
                    <a:pt x="4464" y="2346"/>
                    <a:pt x="6207" y="1874"/>
                    <a:pt x="7722" y="2155"/>
                  </a:cubicBezTo>
                  <a:cubicBezTo>
                    <a:pt x="9238" y="2436"/>
                    <a:pt x="9951" y="3363"/>
                    <a:pt x="9315" y="4227"/>
                  </a:cubicBezTo>
                  <a:close/>
                  <a:moveTo>
                    <a:pt x="9315" y="4227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cxnSp>
        <p:nvCxnSpPr>
          <p:cNvPr id="25" name="Straight Connector 84"/>
          <p:cNvCxnSpPr/>
          <p:nvPr/>
        </p:nvCxnSpPr>
        <p:spPr bwMode="auto">
          <a:xfrm>
            <a:off x="6296699" y="2585379"/>
            <a:ext cx="611902" cy="499205"/>
          </a:xfrm>
          <a:prstGeom prst="line">
            <a:avLst/>
          </a:prstGeom>
          <a:solidFill>
            <a:schemeClr val="accent1"/>
          </a:solidFill>
          <a:ln w="15875" cap="rnd" cmpd="sng" algn="ctr">
            <a:solidFill>
              <a:srgbClr val="39425D"/>
            </a:solidFill>
            <a:prstDash val="sysDot"/>
            <a:round/>
            <a:headEnd type="oval" w="sm" len="sm"/>
            <a:tailEnd type="oval" w="sm" len="sm"/>
          </a:ln>
          <a:effectLst/>
        </p:spPr>
      </p:cxnSp>
      <p:grpSp>
        <p:nvGrpSpPr>
          <p:cNvPr id="55" name="组合 54"/>
          <p:cNvGrpSpPr/>
          <p:nvPr/>
        </p:nvGrpSpPr>
        <p:grpSpPr>
          <a:xfrm>
            <a:off x="4741616" y="1019507"/>
            <a:ext cx="1705357" cy="1827990"/>
            <a:chOff x="4741616" y="1019507"/>
            <a:chExt cx="1705357" cy="1827990"/>
          </a:xfrm>
        </p:grpSpPr>
        <p:grpSp>
          <p:nvGrpSpPr>
            <p:cNvPr id="53" name="组合 52"/>
            <p:cNvGrpSpPr/>
            <p:nvPr/>
          </p:nvGrpSpPr>
          <p:grpSpPr>
            <a:xfrm>
              <a:off x="4741617" y="1019507"/>
              <a:ext cx="1705356" cy="1827990"/>
              <a:chOff x="4741617" y="1019507"/>
              <a:chExt cx="1705356" cy="1827990"/>
            </a:xfrm>
          </p:grpSpPr>
          <p:sp>
            <p:nvSpPr>
              <p:cNvPr id="21" name="Oval 80"/>
              <p:cNvSpPr/>
              <p:nvPr/>
            </p:nvSpPr>
            <p:spPr bwMode="auto">
              <a:xfrm>
                <a:off x="4741617" y="1142142"/>
                <a:ext cx="1705356" cy="1705355"/>
              </a:xfrm>
              <a:prstGeom prst="ellipse">
                <a:avLst/>
              </a:prstGeom>
              <a:solidFill>
                <a:schemeClr val="accent3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22" name="TextBox 81"/>
              <p:cNvSpPr txBox="1"/>
              <p:nvPr/>
            </p:nvSpPr>
            <p:spPr>
              <a:xfrm>
                <a:off x="4935326" y="1653648"/>
                <a:ext cx="1292662" cy="300083"/>
              </a:xfrm>
              <a:prstGeom prst="rect">
                <a:avLst/>
              </a:prstGeom>
              <a:noFill/>
              <a:effectLst/>
            </p:spPr>
            <p:txBody>
              <a:bodyPr wrap="none" anchor="ctr" anchorCtr="1">
                <a:normAutofit fontScale="77500"/>
              </a:bodyPr>
              <a:lstStyle/>
              <a:p>
                <a:pPr algn="ctr" rtl="1"/>
                <a:r>
                  <a:rPr lang="fa-IR" altLang="en-US" sz="2000" b="1" dirty="0">
                    <a:solidFill>
                      <a:srgbClr val="FFFFFF"/>
                    </a:solidFill>
                    <a:cs typeface="+mn-ea"/>
                    <a:sym typeface="+mn-lt"/>
                  </a:rPr>
                  <a:t>ریزدانه</a:t>
                </a:r>
                <a:endParaRPr lang="fa-IR" altLang="en-US" sz="2000" b="1" dirty="0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Freeform: Shape 83"/>
              <p:cNvSpPr>
                <a:spLocks/>
              </p:cNvSpPr>
              <p:nvPr/>
            </p:nvSpPr>
            <p:spPr bwMode="auto">
              <a:xfrm>
                <a:off x="5774152" y="1019507"/>
                <a:ext cx="600563" cy="600563"/>
              </a:xfrm>
              <a:custGeom>
                <a:avLst/>
                <a:gdLst>
                  <a:gd name="T0" fmla="*/ 0 w 3223"/>
                  <a:gd name="T1" fmla="*/ 1612 h 3223"/>
                  <a:gd name="T2" fmla="*/ 0 w 3223"/>
                  <a:gd name="T3" fmla="*/ 1612 h 3223"/>
                  <a:gd name="T4" fmla="*/ 1611 w 3223"/>
                  <a:gd name="T5" fmla="*/ 0 h 3223"/>
                  <a:gd name="T6" fmla="*/ 3223 w 3223"/>
                  <a:gd name="T7" fmla="*/ 1612 h 3223"/>
                  <a:gd name="T8" fmla="*/ 1611 w 3223"/>
                  <a:gd name="T9" fmla="*/ 3223 h 3223"/>
                  <a:gd name="T10" fmla="*/ 0 w 3223"/>
                  <a:gd name="T11" fmla="*/ 1612 h 3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23" h="3223">
                    <a:moveTo>
                      <a:pt x="0" y="1612"/>
                    </a:moveTo>
                    <a:lnTo>
                      <a:pt x="0" y="1612"/>
                    </a:lnTo>
                    <a:cubicBezTo>
                      <a:pt x="0" y="722"/>
                      <a:pt x="721" y="0"/>
                      <a:pt x="1611" y="0"/>
                    </a:cubicBezTo>
                    <a:cubicBezTo>
                      <a:pt x="2501" y="0"/>
                      <a:pt x="3223" y="722"/>
                      <a:pt x="3223" y="1612"/>
                    </a:cubicBezTo>
                    <a:cubicBezTo>
                      <a:pt x="3223" y="2502"/>
                      <a:pt x="2501" y="3223"/>
                      <a:pt x="1611" y="3223"/>
                    </a:cubicBezTo>
                    <a:cubicBezTo>
                      <a:pt x="721" y="3223"/>
                      <a:pt x="0" y="2502"/>
                      <a:pt x="0" y="1612"/>
                    </a:cubicBezTo>
                    <a:close/>
                  </a:path>
                </a:pathLst>
              </a:custGeom>
              <a:solidFill>
                <a:srgbClr val="778495"/>
              </a:solidFill>
              <a:ln w="0">
                <a:noFill/>
                <a:prstDash val="solid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grpSp>
            <p:nvGrpSpPr>
              <p:cNvPr id="26" name="Group 85"/>
              <p:cNvGrpSpPr>
                <a:grpSpLocks/>
              </p:cNvGrpSpPr>
              <p:nvPr/>
            </p:nvGrpSpPr>
            <p:grpSpPr bwMode="auto">
              <a:xfrm>
                <a:off x="5965565" y="1157132"/>
                <a:ext cx="283861" cy="250217"/>
                <a:chOff x="52" y="-52"/>
                <a:chExt cx="578" cy="508"/>
              </a:xfrm>
              <a:solidFill>
                <a:schemeClr val="bg1"/>
              </a:solidFill>
              <a:effectLst/>
            </p:grpSpPr>
            <p:sp>
              <p:nvSpPr>
                <p:cNvPr id="27" name="Freeform: Shape 86"/>
                <p:cNvSpPr>
                  <a:spLocks/>
                </p:cNvSpPr>
                <p:nvPr/>
              </p:nvSpPr>
              <p:spPr bwMode="auto">
                <a:xfrm>
                  <a:off x="52" y="44"/>
                  <a:ext cx="412" cy="41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w 21600"/>
                    <a:gd name="T37" fmla="*/ 0 h 2160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1600" h="21600">
                      <a:moveTo>
                        <a:pt x="18899" y="18001"/>
                      </a:moveTo>
                      <a:cubicBezTo>
                        <a:pt x="18899" y="18497"/>
                        <a:pt x="18495" y="18900"/>
                        <a:pt x="17998" y="18900"/>
                      </a:cubicBezTo>
                      <a:lnTo>
                        <a:pt x="3601" y="18900"/>
                      </a:lnTo>
                      <a:cubicBezTo>
                        <a:pt x="3105" y="18900"/>
                        <a:pt x="2701" y="18497"/>
                        <a:pt x="2701" y="18001"/>
                      </a:cubicBezTo>
                      <a:lnTo>
                        <a:pt x="2701" y="3598"/>
                      </a:lnTo>
                      <a:cubicBezTo>
                        <a:pt x="2701" y="3102"/>
                        <a:pt x="3105" y="2698"/>
                        <a:pt x="3601" y="2698"/>
                      </a:cubicBezTo>
                      <a:lnTo>
                        <a:pt x="16077" y="2698"/>
                      </a:lnTo>
                      <a:lnTo>
                        <a:pt x="18707" y="70"/>
                      </a:lnTo>
                      <a:cubicBezTo>
                        <a:pt x="18478" y="25"/>
                        <a:pt x="18241" y="0"/>
                        <a:pt x="17998" y="0"/>
                      </a:cubicBezTo>
                      <a:lnTo>
                        <a:pt x="3601" y="0"/>
                      </a:lnTo>
                      <a:cubicBezTo>
                        <a:pt x="1612" y="0"/>
                        <a:pt x="0" y="1611"/>
                        <a:pt x="0" y="3598"/>
                      </a:cubicBezTo>
                      <a:lnTo>
                        <a:pt x="0" y="18001"/>
                      </a:lnTo>
                      <a:cubicBezTo>
                        <a:pt x="0" y="19989"/>
                        <a:pt x="1612" y="21600"/>
                        <a:pt x="3601" y="21600"/>
                      </a:cubicBezTo>
                      <a:lnTo>
                        <a:pt x="17998" y="21600"/>
                      </a:lnTo>
                      <a:cubicBezTo>
                        <a:pt x="19987" y="21600"/>
                        <a:pt x="21600" y="19989"/>
                        <a:pt x="21600" y="18001"/>
                      </a:cubicBezTo>
                      <a:lnTo>
                        <a:pt x="21600" y="10014"/>
                      </a:lnTo>
                      <a:lnTo>
                        <a:pt x="18899" y="12712"/>
                      </a:lnTo>
                      <a:lnTo>
                        <a:pt x="18899" y="18001"/>
                      </a:lnTo>
                      <a:close/>
                      <a:moveTo>
                        <a:pt x="18899" y="18001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Freeform: Shape 87"/>
                <p:cNvSpPr>
                  <a:spLocks/>
                </p:cNvSpPr>
                <p:nvPr/>
              </p:nvSpPr>
              <p:spPr bwMode="auto">
                <a:xfrm>
                  <a:off x="228" y="28"/>
                  <a:ext cx="331" cy="33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w 21600"/>
                    <a:gd name="T27" fmla="*/ 0 h 21600"/>
                    <a:gd name="T28" fmla="*/ 0 w 21600"/>
                    <a:gd name="T29" fmla="*/ 0 h 21600"/>
                    <a:gd name="T30" fmla="*/ 0 w 21600"/>
                    <a:gd name="T31" fmla="*/ 0 h 21600"/>
                    <a:gd name="T32" fmla="*/ 0 w 21600"/>
                    <a:gd name="T33" fmla="*/ 0 h 21600"/>
                    <a:gd name="T34" fmla="*/ 0 w 21600"/>
                    <a:gd name="T35" fmla="*/ 0 h 2160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21600" h="21600">
                      <a:moveTo>
                        <a:pt x="21600" y="4818"/>
                      </a:moveTo>
                      <a:lnTo>
                        <a:pt x="16780" y="0"/>
                      </a:lnTo>
                      <a:lnTo>
                        <a:pt x="2322" y="14460"/>
                      </a:lnTo>
                      <a:lnTo>
                        <a:pt x="2320" y="14460"/>
                      </a:lnTo>
                      <a:lnTo>
                        <a:pt x="2320" y="14462"/>
                      </a:lnTo>
                      <a:lnTo>
                        <a:pt x="2319" y="14462"/>
                      </a:lnTo>
                      <a:lnTo>
                        <a:pt x="2320" y="14462"/>
                      </a:lnTo>
                      <a:lnTo>
                        <a:pt x="0" y="21600"/>
                      </a:lnTo>
                      <a:lnTo>
                        <a:pt x="7138" y="19281"/>
                      </a:lnTo>
                      <a:lnTo>
                        <a:pt x="7140" y="19281"/>
                      </a:lnTo>
                      <a:lnTo>
                        <a:pt x="7140" y="19279"/>
                      </a:lnTo>
                      <a:lnTo>
                        <a:pt x="21600" y="4818"/>
                      </a:lnTo>
                      <a:close/>
                      <a:moveTo>
                        <a:pt x="5635" y="15238"/>
                      </a:moveTo>
                      <a:lnTo>
                        <a:pt x="4840" y="14443"/>
                      </a:lnTo>
                      <a:lnTo>
                        <a:pt x="16793" y="2490"/>
                      </a:lnTo>
                      <a:lnTo>
                        <a:pt x="17587" y="3283"/>
                      </a:lnTo>
                      <a:lnTo>
                        <a:pt x="5635" y="15238"/>
                      </a:lnTo>
                      <a:close/>
                      <a:moveTo>
                        <a:pt x="5635" y="15238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Freeform: Shape 88"/>
                <p:cNvSpPr>
                  <a:spLocks/>
                </p:cNvSpPr>
                <p:nvPr/>
              </p:nvSpPr>
              <p:spPr bwMode="auto">
                <a:xfrm>
                  <a:off x="508" y="-52"/>
                  <a:ext cx="122" cy="12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600" h="21600">
                      <a:moveTo>
                        <a:pt x="13026" y="21600"/>
                      </a:moveTo>
                      <a:lnTo>
                        <a:pt x="0" y="8574"/>
                      </a:lnTo>
                      <a:lnTo>
                        <a:pt x="8574" y="0"/>
                      </a:lnTo>
                      <a:lnTo>
                        <a:pt x="21600" y="13026"/>
                      </a:lnTo>
                      <a:lnTo>
                        <a:pt x="13026" y="21600"/>
                      </a:lnTo>
                      <a:close/>
                      <a:moveTo>
                        <a:pt x="13026" y="21600"/>
                      </a:move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5400" cap="flat">
                      <a:solidFill>
                        <a:schemeClr val="tx1"/>
                      </a:solidFill>
                      <a:miter lim="800000"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3" name="TextBox 82"/>
            <p:cNvSpPr txBox="1"/>
            <p:nvPr/>
          </p:nvSpPr>
          <p:spPr>
            <a:xfrm>
              <a:off x="4741616" y="2127362"/>
              <a:ext cx="1705357" cy="358223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normAutofit fontScale="92500"/>
            </a:bodyPr>
            <a:lstStyle/>
            <a:p>
              <a:pPr algn="ctr" rtl="1">
                <a:lnSpc>
                  <a:spcPct val="120000"/>
                </a:lnSpc>
              </a:pPr>
              <a:r>
                <a:rPr lang="fa-IR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میکروسیلیس و آلومینای واکنش‌پذیر</a:t>
              </a:r>
              <a:endParaRPr lang="fa-IR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6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اجزای جرم ریختنی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67"/>
          <p:cNvSpPr txBox="1"/>
          <p:nvPr/>
        </p:nvSpPr>
        <p:spPr>
          <a:xfrm>
            <a:off x="6790196" y="3557396"/>
            <a:ext cx="1479450" cy="325666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rmAutofit fontScale="92500"/>
          </a:bodyPr>
          <a:lstStyle/>
          <a:p>
            <a:pPr algn="ctr" rtl="1">
              <a:lnSpc>
                <a:spcPct val="120000"/>
              </a:lnSpc>
            </a:pPr>
            <a:r>
              <a:rPr lang="fa-IR" altLang="en-US" sz="1000" dirty="0">
                <a:solidFill>
                  <a:schemeClr val="bg1"/>
                </a:solidFill>
                <a:cs typeface="+mn-ea"/>
                <a:sym typeface="+mn-lt"/>
              </a:rPr>
              <a:t>پراکنده‌سازی ذرات با آب کمتر</a:t>
            </a:r>
            <a:endParaRPr lang="fa-IR" altLang="en-US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085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764577" y="1190065"/>
            <a:ext cx="7614846" cy="2763370"/>
            <a:chOff x="764577" y="1190065"/>
            <a:chExt cx="7614846" cy="2763370"/>
          </a:xfrm>
        </p:grpSpPr>
        <p:sp>
          <p:nvSpPr>
            <p:cNvPr id="4" name="矩形: 圆角 3"/>
            <p:cNvSpPr/>
            <p:nvPr/>
          </p:nvSpPr>
          <p:spPr>
            <a:xfrm>
              <a:off x="6370571" y="1217723"/>
              <a:ext cx="46934" cy="461540"/>
            </a:xfrm>
            <a:prstGeom prst="round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6370571" y="2331388"/>
              <a:ext cx="46934" cy="461540"/>
            </a:xfrm>
            <a:prstGeom prst="roundRect">
              <a:avLst/>
            </a:prstGeom>
            <a:solidFill>
              <a:schemeClr val="accent5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6370571" y="3445054"/>
              <a:ext cx="46934" cy="461540"/>
            </a:xfrm>
            <a:prstGeom prst="roundRect">
              <a:avLst/>
            </a:prstGeom>
            <a:solidFill>
              <a:schemeClr val="accent6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 flipH="1">
              <a:off x="2726621" y="1217723"/>
              <a:ext cx="46937" cy="461540"/>
            </a:xfrm>
            <a:prstGeom prst="round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" name="矩形: 圆角 7"/>
            <p:cNvSpPr/>
            <p:nvPr/>
          </p:nvSpPr>
          <p:spPr>
            <a:xfrm flipH="1">
              <a:off x="2726621" y="2331388"/>
              <a:ext cx="46937" cy="461540"/>
            </a:xfrm>
            <a:prstGeom prst="roundRect">
              <a:avLst/>
            </a:prstGeom>
            <a:solidFill>
              <a:schemeClr val="accent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 flipH="1">
              <a:off x="2726621" y="3445054"/>
              <a:ext cx="46937" cy="461540"/>
            </a:xfrm>
            <a:prstGeom prst="roundRect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" name="文本框 13"/>
            <p:cNvSpPr txBox="1">
              <a:spLocks/>
            </p:cNvSpPr>
            <p:nvPr/>
          </p:nvSpPr>
          <p:spPr>
            <a:xfrm>
              <a:off x="6508500" y="1348849"/>
              <a:ext cx="1870923" cy="377255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 fontScale="70000"/>
            </a:bodyPr>
            <a:lstStyle/>
            <a:p>
              <a:pPr algn="r" rtl="1">
                <a:lnSpc>
                  <a:spcPct val="120000"/>
                </a:lnSpc>
                <a:spcBef>
                  <a:spcPct val="0"/>
                </a:spcBef>
              </a:pPr>
            </a:p>
          </p:txBody>
        </p:sp>
        <p:sp>
          <p:nvSpPr>
            <p:cNvPr id="11" name="文本框 14"/>
            <p:cNvSpPr txBox="1">
              <a:spLocks/>
            </p:cNvSpPr>
            <p:nvPr/>
          </p:nvSpPr>
          <p:spPr>
            <a:xfrm>
              <a:off x="6508500" y="1190065"/>
              <a:ext cx="1870923" cy="234245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 fontScale="85000"/>
            </a:bodyPr>
            <a:lstStyle/>
            <a:p>
              <a:pPr algn="r" rtl="1"/>
              <a:endParaRPr lang="fa-IR" altLang="en-US" sz="1333" b="1" dirty="0">
                <a:solidFill>
                  <a:schemeClr val="accent4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文本框 17"/>
            <p:cNvSpPr txBox="1">
              <a:spLocks/>
            </p:cNvSpPr>
            <p:nvPr/>
          </p:nvSpPr>
          <p:spPr>
            <a:xfrm>
              <a:off x="6508500" y="2462514"/>
              <a:ext cx="1870923" cy="377255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 fontScale="70000"/>
            </a:bodyPr>
            <a:lstStyle/>
            <a:p>
              <a:pPr algn="r" rtl="1">
                <a:lnSpc>
                  <a:spcPct val="120000"/>
                </a:lnSpc>
                <a:spcBef>
                  <a:spcPct val="0"/>
                </a:spcBef>
              </a:pPr>
            </a:p>
          </p:txBody>
        </p:sp>
        <p:sp>
          <p:nvSpPr>
            <p:cNvPr id="13" name="文本框 18"/>
            <p:cNvSpPr txBox="1">
              <a:spLocks/>
            </p:cNvSpPr>
            <p:nvPr/>
          </p:nvSpPr>
          <p:spPr>
            <a:xfrm>
              <a:off x="6508500" y="2303730"/>
              <a:ext cx="1870923" cy="234245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 fontScale="85000"/>
            </a:bodyPr>
            <a:lstStyle/>
            <a:p>
              <a:pPr algn="r" rtl="1"/>
              <a:endParaRPr lang="fa-IR" altLang="en-US" sz="1333" b="1" dirty="0">
                <a:solidFill>
                  <a:schemeClr val="accent5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21"/>
            <p:cNvSpPr txBox="1">
              <a:spLocks/>
            </p:cNvSpPr>
            <p:nvPr/>
          </p:nvSpPr>
          <p:spPr>
            <a:xfrm>
              <a:off x="6508500" y="3576180"/>
              <a:ext cx="1870923" cy="377255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 fontScale="70000"/>
            </a:bodyPr>
            <a:lstStyle/>
            <a:p>
              <a:pPr algn="r" rtl="1">
                <a:lnSpc>
                  <a:spcPct val="120000"/>
                </a:lnSpc>
                <a:spcBef>
                  <a:spcPct val="0"/>
                </a:spcBef>
              </a:pPr>
            </a:p>
          </p:txBody>
        </p:sp>
        <p:sp>
          <p:nvSpPr>
            <p:cNvPr id="15" name="文本框 22"/>
            <p:cNvSpPr txBox="1">
              <a:spLocks/>
            </p:cNvSpPr>
            <p:nvPr/>
          </p:nvSpPr>
          <p:spPr>
            <a:xfrm>
              <a:off x="6508500" y="3417396"/>
              <a:ext cx="1870923" cy="234245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 fontScale="85000"/>
            </a:bodyPr>
            <a:lstStyle/>
            <a:p>
              <a:pPr algn="r" rtl="1"/>
              <a:endParaRPr lang="fa-IR" altLang="en-US" sz="1333" b="1" dirty="0">
                <a:solidFill>
                  <a:schemeClr val="accent6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25"/>
            <p:cNvSpPr txBox="1">
              <a:spLocks/>
            </p:cNvSpPr>
            <p:nvPr/>
          </p:nvSpPr>
          <p:spPr>
            <a:xfrm flipH="1">
              <a:off x="764577" y="1348849"/>
              <a:ext cx="1870923" cy="377255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 fontScale="70000"/>
            </a:bodyPr>
            <a:lstStyle/>
            <a:p>
              <a:pPr algn="r" rtl="1">
                <a:lnSpc>
                  <a:spcPct val="120000"/>
                </a:lnSpc>
                <a:spcBef>
                  <a:spcPct val="0"/>
                </a:spcBef>
              </a:pPr>
            </a:p>
          </p:txBody>
        </p:sp>
        <p:sp>
          <p:nvSpPr>
            <p:cNvPr id="17" name="文本框 26"/>
            <p:cNvSpPr txBox="1">
              <a:spLocks/>
            </p:cNvSpPr>
            <p:nvPr/>
          </p:nvSpPr>
          <p:spPr>
            <a:xfrm flipH="1">
              <a:off x="764577" y="1190065"/>
              <a:ext cx="1870923" cy="234245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 fontScale="85000"/>
            </a:bodyPr>
            <a:lstStyle/>
            <a:p>
              <a:pPr algn="r" rtl="1"/>
              <a:endParaRPr lang="fa-IR" altLang="en-US" sz="1333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8" name="文本框 29"/>
            <p:cNvSpPr txBox="1">
              <a:spLocks/>
            </p:cNvSpPr>
            <p:nvPr/>
          </p:nvSpPr>
          <p:spPr>
            <a:xfrm flipH="1">
              <a:off x="764577" y="2462514"/>
              <a:ext cx="1870923" cy="377255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 fontScale="70000"/>
            </a:bodyPr>
            <a:lstStyle/>
            <a:p>
              <a:pPr algn="r" rtl="1">
                <a:lnSpc>
                  <a:spcPct val="120000"/>
                </a:lnSpc>
                <a:spcBef>
                  <a:spcPct val="0"/>
                </a:spcBef>
              </a:pPr>
            </a:p>
          </p:txBody>
        </p:sp>
        <p:sp>
          <p:nvSpPr>
            <p:cNvPr id="19" name="文本框 30"/>
            <p:cNvSpPr txBox="1">
              <a:spLocks/>
            </p:cNvSpPr>
            <p:nvPr/>
          </p:nvSpPr>
          <p:spPr>
            <a:xfrm flipH="1">
              <a:off x="764577" y="2303730"/>
              <a:ext cx="1870923" cy="234245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 fontScale="85000"/>
            </a:bodyPr>
            <a:lstStyle/>
            <a:p>
              <a:pPr algn="r" rtl="1"/>
              <a:endParaRPr lang="fa-IR" altLang="en-US" sz="1333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33"/>
            <p:cNvSpPr txBox="1">
              <a:spLocks/>
            </p:cNvSpPr>
            <p:nvPr/>
          </p:nvSpPr>
          <p:spPr>
            <a:xfrm flipH="1">
              <a:off x="764577" y="3576180"/>
              <a:ext cx="1870923" cy="377255"/>
            </a:xfrm>
            <a:prstGeom prst="rect">
              <a:avLst/>
            </a:prstGeom>
          </p:spPr>
          <p:txBody>
            <a:bodyPr vert="horz" wrap="square" lIns="91440" tIns="45720" rIns="91440" bIns="45720">
              <a:normAutofit fontScale="70000"/>
            </a:bodyPr>
            <a:lstStyle/>
            <a:p>
              <a:pPr algn="r" rtl="1">
                <a:lnSpc>
                  <a:spcPct val="120000"/>
                </a:lnSpc>
                <a:spcBef>
                  <a:spcPct val="0"/>
                </a:spcBef>
              </a:pPr>
            </a:p>
          </p:txBody>
        </p:sp>
        <p:sp>
          <p:nvSpPr>
            <p:cNvPr id="21" name="文本框 34"/>
            <p:cNvSpPr txBox="1">
              <a:spLocks/>
            </p:cNvSpPr>
            <p:nvPr/>
          </p:nvSpPr>
          <p:spPr>
            <a:xfrm flipH="1">
              <a:off x="764577" y="3417396"/>
              <a:ext cx="1870923" cy="234245"/>
            </a:xfrm>
            <a:prstGeom prst="rect">
              <a:avLst/>
            </a:prstGeom>
          </p:spPr>
          <p:txBody>
            <a:bodyPr vert="horz" wrap="none" lIns="91440" tIns="45720" rIns="91440" bIns="45720">
              <a:normAutofit fontScale="85000"/>
            </a:bodyPr>
            <a:lstStyle/>
            <a:p>
              <a:pPr algn="r" rtl="1"/>
              <a:endParaRPr lang="fa-IR" altLang="en-US" sz="1333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411E8FD-0441-4065-BBBB-0BD39CFDC1C3}"/>
              </a:ext>
            </a:extLst>
          </p:cNvPr>
          <p:cNvGrpSpPr/>
          <p:nvPr/>
        </p:nvGrpSpPr>
        <p:grpSpPr>
          <a:xfrm>
            <a:off x="3597924" y="1530794"/>
            <a:ext cx="1948150" cy="2080589"/>
            <a:chOff x="4797232" y="2041059"/>
            <a:chExt cx="2597533" cy="2774118"/>
          </a:xfrm>
        </p:grpSpPr>
        <p:grpSp>
          <p:nvGrpSpPr>
            <p:cNvPr id="23" name="组合 22"/>
            <p:cNvGrpSpPr/>
            <p:nvPr/>
          </p:nvGrpSpPr>
          <p:grpSpPr>
            <a:xfrm>
              <a:off x="4913983" y="2167156"/>
              <a:ext cx="2365203" cy="2521924"/>
              <a:chOff x="9431770" y="3260605"/>
              <a:chExt cx="5530930" cy="5897421"/>
            </a:xfrm>
          </p:grpSpPr>
          <p:sp>
            <p:nvSpPr>
              <p:cNvPr id="32" name="任意多边形: 形状 31"/>
              <p:cNvSpPr/>
              <p:nvPr/>
            </p:nvSpPr>
            <p:spPr>
              <a:xfrm>
                <a:off x="12195868" y="3260605"/>
                <a:ext cx="2766832" cy="2501033"/>
              </a:xfrm>
              <a:custGeom>
                <a:avLst/>
                <a:gdLst>
                  <a:gd name="connsiteX0" fmla="*/ 1366 w 2766832"/>
                  <a:gd name="connsiteY0" fmla="*/ 0 h 2501033"/>
                  <a:gd name="connsiteX1" fmla="*/ 15992 w 2766832"/>
                  <a:gd name="connsiteY1" fmla="*/ 9802 h 2501033"/>
                  <a:gd name="connsiteX2" fmla="*/ 2766832 w 2766832"/>
                  <a:gd name="connsiteY2" fmla="*/ 1385295 h 2501033"/>
                  <a:gd name="connsiteX3" fmla="*/ 1289400 w 2766832"/>
                  <a:gd name="connsiteY3" fmla="*/ 2212199 h 2501033"/>
                  <a:gd name="connsiteX4" fmla="*/ 1289400 w 2766832"/>
                  <a:gd name="connsiteY4" fmla="*/ 2501033 h 2501033"/>
                  <a:gd name="connsiteX5" fmla="*/ 1289398 w 2766832"/>
                  <a:gd name="connsiteY5" fmla="*/ 2501033 h 2501033"/>
                  <a:gd name="connsiteX6" fmla="*/ 1289398 w 2766832"/>
                  <a:gd name="connsiteY6" fmla="*/ 2217132 h 2501033"/>
                  <a:gd name="connsiteX7" fmla="*/ 1366 w 2766832"/>
                  <a:gd name="connsiteY7" fmla="*/ 1573116 h 2501033"/>
                  <a:gd name="connsiteX8" fmla="*/ 1367 w 2766832"/>
                  <a:gd name="connsiteY8" fmla="*/ 12007 h 2501033"/>
                  <a:gd name="connsiteX9" fmla="*/ 0 w 2766832"/>
                  <a:gd name="connsiteY9" fmla="*/ 1806 h 2501033"/>
                  <a:gd name="connsiteX10" fmla="*/ 1366 w 2766832"/>
                  <a:gd name="connsiteY10" fmla="*/ 2489 h 2501033"/>
                  <a:gd name="connsiteX11" fmla="*/ 1366 w 2766832"/>
                  <a:gd name="connsiteY11" fmla="*/ 0 h 25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66832" h="2501033">
                    <a:moveTo>
                      <a:pt x="1366" y="0"/>
                    </a:moveTo>
                    <a:lnTo>
                      <a:pt x="15992" y="9802"/>
                    </a:lnTo>
                    <a:lnTo>
                      <a:pt x="2766832" y="1385295"/>
                    </a:lnTo>
                    <a:lnTo>
                      <a:pt x="1289400" y="2212199"/>
                    </a:lnTo>
                    <a:lnTo>
                      <a:pt x="1289400" y="2501033"/>
                    </a:lnTo>
                    <a:lnTo>
                      <a:pt x="1289398" y="2501033"/>
                    </a:lnTo>
                    <a:lnTo>
                      <a:pt x="1289398" y="2217132"/>
                    </a:lnTo>
                    <a:lnTo>
                      <a:pt x="1366" y="1573116"/>
                    </a:lnTo>
                    <a:lnTo>
                      <a:pt x="1367" y="12007"/>
                    </a:lnTo>
                    <a:lnTo>
                      <a:pt x="0" y="1806"/>
                    </a:lnTo>
                    <a:lnTo>
                      <a:pt x="1366" y="248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" name="任意多边形: 形状 32"/>
              <p:cNvSpPr/>
              <p:nvPr/>
            </p:nvSpPr>
            <p:spPr>
              <a:xfrm flipH="1">
                <a:off x="9431770" y="3260605"/>
                <a:ext cx="2764098" cy="2501033"/>
              </a:xfrm>
              <a:custGeom>
                <a:avLst/>
                <a:gdLst>
                  <a:gd name="connsiteX0" fmla="*/ 1366 w 2766832"/>
                  <a:gd name="connsiteY0" fmla="*/ 0 h 2501033"/>
                  <a:gd name="connsiteX1" fmla="*/ 15992 w 2766832"/>
                  <a:gd name="connsiteY1" fmla="*/ 9802 h 2501033"/>
                  <a:gd name="connsiteX2" fmla="*/ 2766832 w 2766832"/>
                  <a:gd name="connsiteY2" fmla="*/ 1385295 h 2501033"/>
                  <a:gd name="connsiteX3" fmla="*/ 1289400 w 2766832"/>
                  <a:gd name="connsiteY3" fmla="*/ 2212199 h 2501033"/>
                  <a:gd name="connsiteX4" fmla="*/ 1289400 w 2766832"/>
                  <a:gd name="connsiteY4" fmla="*/ 2501033 h 2501033"/>
                  <a:gd name="connsiteX5" fmla="*/ 1289398 w 2766832"/>
                  <a:gd name="connsiteY5" fmla="*/ 2501033 h 2501033"/>
                  <a:gd name="connsiteX6" fmla="*/ 1289398 w 2766832"/>
                  <a:gd name="connsiteY6" fmla="*/ 2217132 h 2501033"/>
                  <a:gd name="connsiteX7" fmla="*/ 1366 w 2766832"/>
                  <a:gd name="connsiteY7" fmla="*/ 1573116 h 2501033"/>
                  <a:gd name="connsiteX8" fmla="*/ 1367 w 2766832"/>
                  <a:gd name="connsiteY8" fmla="*/ 12007 h 2501033"/>
                  <a:gd name="connsiteX9" fmla="*/ 0 w 2766832"/>
                  <a:gd name="connsiteY9" fmla="*/ 1806 h 2501033"/>
                  <a:gd name="connsiteX10" fmla="*/ 1366 w 2766832"/>
                  <a:gd name="connsiteY10" fmla="*/ 2489 h 2501033"/>
                  <a:gd name="connsiteX11" fmla="*/ 1366 w 2766832"/>
                  <a:gd name="connsiteY11" fmla="*/ 0 h 25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66832" h="2501033">
                    <a:moveTo>
                      <a:pt x="1366" y="0"/>
                    </a:moveTo>
                    <a:lnTo>
                      <a:pt x="15992" y="9802"/>
                    </a:lnTo>
                    <a:lnTo>
                      <a:pt x="2766832" y="1385295"/>
                    </a:lnTo>
                    <a:lnTo>
                      <a:pt x="1289400" y="2212199"/>
                    </a:lnTo>
                    <a:lnTo>
                      <a:pt x="1289400" y="2501033"/>
                    </a:lnTo>
                    <a:lnTo>
                      <a:pt x="1289398" y="2501033"/>
                    </a:lnTo>
                    <a:lnTo>
                      <a:pt x="1289398" y="2217132"/>
                    </a:lnTo>
                    <a:lnTo>
                      <a:pt x="1366" y="1573116"/>
                    </a:lnTo>
                    <a:lnTo>
                      <a:pt x="1367" y="12007"/>
                    </a:lnTo>
                    <a:lnTo>
                      <a:pt x="0" y="1806"/>
                    </a:lnTo>
                    <a:lnTo>
                      <a:pt x="1366" y="248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任意多边形: 形状 33"/>
              <p:cNvSpPr/>
              <p:nvPr/>
            </p:nvSpPr>
            <p:spPr>
              <a:xfrm flipV="1">
                <a:off x="12195868" y="6656987"/>
                <a:ext cx="2766832" cy="2501039"/>
              </a:xfrm>
              <a:custGeom>
                <a:avLst/>
                <a:gdLst>
                  <a:gd name="connsiteX0" fmla="*/ 1366 w 2766832"/>
                  <a:gd name="connsiteY0" fmla="*/ 0 h 2501033"/>
                  <a:gd name="connsiteX1" fmla="*/ 15992 w 2766832"/>
                  <a:gd name="connsiteY1" fmla="*/ 9802 h 2501033"/>
                  <a:gd name="connsiteX2" fmla="*/ 2766832 w 2766832"/>
                  <a:gd name="connsiteY2" fmla="*/ 1385295 h 2501033"/>
                  <a:gd name="connsiteX3" fmla="*/ 1289400 w 2766832"/>
                  <a:gd name="connsiteY3" fmla="*/ 2212199 h 2501033"/>
                  <a:gd name="connsiteX4" fmla="*/ 1289400 w 2766832"/>
                  <a:gd name="connsiteY4" fmla="*/ 2501033 h 2501033"/>
                  <a:gd name="connsiteX5" fmla="*/ 1289398 w 2766832"/>
                  <a:gd name="connsiteY5" fmla="*/ 2501033 h 2501033"/>
                  <a:gd name="connsiteX6" fmla="*/ 1289398 w 2766832"/>
                  <a:gd name="connsiteY6" fmla="*/ 2217132 h 2501033"/>
                  <a:gd name="connsiteX7" fmla="*/ 1366 w 2766832"/>
                  <a:gd name="connsiteY7" fmla="*/ 1573116 h 2501033"/>
                  <a:gd name="connsiteX8" fmla="*/ 1367 w 2766832"/>
                  <a:gd name="connsiteY8" fmla="*/ 12007 h 2501033"/>
                  <a:gd name="connsiteX9" fmla="*/ 0 w 2766832"/>
                  <a:gd name="connsiteY9" fmla="*/ 1806 h 2501033"/>
                  <a:gd name="connsiteX10" fmla="*/ 1366 w 2766832"/>
                  <a:gd name="connsiteY10" fmla="*/ 2489 h 2501033"/>
                  <a:gd name="connsiteX11" fmla="*/ 1366 w 2766832"/>
                  <a:gd name="connsiteY11" fmla="*/ 0 h 25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66832" h="2501033">
                    <a:moveTo>
                      <a:pt x="1366" y="0"/>
                    </a:moveTo>
                    <a:lnTo>
                      <a:pt x="15992" y="9802"/>
                    </a:lnTo>
                    <a:lnTo>
                      <a:pt x="2766832" y="1385295"/>
                    </a:lnTo>
                    <a:lnTo>
                      <a:pt x="1289400" y="2212199"/>
                    </a:lnTo>
                    <a:lnTo>
                      <a:pt x="1289400" y="2501033"/>
                    </a:lnTo>
                    <a:lnTo>
                      <a:pt x="1289398" y="2501033"/>
                    </a:lnTo>
                    <a:lnTo>
                      <a:pt x="1289398" y="2217132"/>
                    </a:lnTo>
                    <a:lnTo>
                      <a:pt x="1366" y="1573116"/>
                    </a:lnTo>
                    <a:lnTo>
                      <a:pt x="1367" y="12007"/>
                    </a:lnTo>
                    <a:lnTo>
                      <a:pt x="0" y="1806"/>
                    </a:lnTo>
                    <a:lnTo>
                      <a:pt x="1366" y="248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" name="任意多边形: 形状 34"/>
              <p:cNvSpPr/>
              <p:nvPr/>
            </p:nvSpPr>
            <p:spPr>
              <a:xfrm flipH="1" flipV="1">
                <a:off x="9431770" y="6656987"/>
                <a:ext cx="2764098" cy="2501039"/>
              </a:xfrm>
              <a:custGeom>
                <a:avLst/>
                <a:gdLst>
                  <a:gd name="connsiteX0" fmla="*/ 1366 w 2766832"/>
                  <a:gd name="connsiteY0" fmla="*/ 0 h 2501033"/>
                  <a:gd name="connsiteX1" fmla="*/ 15992 w 2766832"/>
                  <a:gd name="connsiteY1" fmla="*/ 9802 h 2501033"/>
                  <a:gd name="connsiteX2" fmla="*/ 2766832 w 2766832"/>
                  <a:gd name="connsiteY2" fmla="*/ 1385295 h 2501033"/>
                  <a:gd name="connsiteX3" fmla="*/ 1289400 w 2766832"/>
                  <a:gd name="connsiteY3" fmla="*/ 2212199 h 2501033"/>
                  <a:gd name="connsiteX4" fmla="*/ 1289400 w 2766832"/>
                  <a:gd name="connsiteY4" fmla="*/ 2501033 h 2501033"/>
                  <a:gd name="connsiteX5" fmla="*/ 1289398 w 2766832"/>
                  <a:gd name="connsiteY5" fmla="*/ 2501033 h 2501033"/>
                  <a:gd name="connsiteX6" fmla="*/ 1289398 w 2766832"/>
                  <a:gd name="connsiteY6" fmla="*/ 2217132 h 2501033"/>
                  <a:gd name="connsiteX7" fmla="*/ 1366 w 2766832"/>
                  <a:gd name="connsiteY7" fmla="*/ 1573116 h 2501033"/>
                  <a:gd name="connsiteX8" fmla="*/ 1367 w 2766832"/>
                  <a:gd name="connsiteY8" fmla="*/ 12007 h 2501033"/>
                  <a:gd name="connsiteX9" fmla="*/ 0 w 2766832"/>
                  <a:gd name="connsiteY9" fmla="*/ 1806 h 2501033"/>
                  <a:gd name="connsiteX10" fmla="*/ 1366 w 2766832"/>
                  <a:gd name="connsiteY10" fmla="*/ 2489 h 2501033"/>
                  <a:gd name="connsiteX11" fmla="*/ 1366 w 2766832"/>
                  <a:gd name="connsiteY11" fmla="*/ 0 h 250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66832" h="2501033">
                    <a:moveTo>
                      <a:pt x="1366" y="0"/>
                    </a:moveTo>
                    <a:lnTo>
                      <a:pt x="15992" y="9802"/>
                    </a:lnTo>
                    <a:lnTo>
                      <a:pt x="2766832" y="1385295"/>
                    </a:lnTo>
                    <a:lnTo>
                      <a:pt x="1289400" y="2212199"/>
                    </a:lnTo>
                    <a:lnTo>
                      <a:pt x="1289400" y="2501033"/>
                    </a:lnTo>
                    <a:lnTo>
                      <a:pt x="1289398" y="2501033"/>
                    </a:lnTo>
                    <a:lnTo>
                      <a:pt x="1289398" y="2217132"/>
                    </a:lnTo>
                    <a:lnTo>
                      <a:pt x="1366" y="1573116"/>
                    </a:lnTo>
                    <a:lnTo>
                      <a:pt x="1367" y="12007"/>
                    </a:lnTo>
                    <a:lnTo>
                      <a:pt x="0" y="1806"/>
                    </a:lnTo>
                    <a:lnTo>
                      <a:pt x="1366" y="2489"/>
                    </a:lnTo>
                    <a:lnTo>
                      <a:pt x="136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" name="任意多边形: 形状 35"/>
              <p:cNvSpPr/>
              <p:nvPr/>
            </p:nvSpPr>
            <p:spPr>
              <a:xfrm>
                <a:off x="13482532" y="4648393"/>
                <a:ext cx="1472982" cy="3121846"/>
              </a:xfrm>
              <a:custGeom>
                <a:avLst/>
                <a:gdLst>
                  <a:gd name="connsiteX0" fmla="*/ 1472982 w 1472982"/>
                  <a:gd name="connsiteY0" fmla="*/ 0 h 3121846"/>
                  <a:gd name="connsiteX1" fmla="*/ 1472982 w 1472982"/>
                  <a:gd name="connsiteY1" fmla="*/ 3121846 h 3121846"/>
                  <a:gd name="connsiteX2" fmla="*/ 1 w 1472982"/>
                  <a:gd name="connsiteY2" fmla="*/ 2297431 h 3121846"/>
                  <a:gd name="connsiteX3" fmla="*/ 1 w 1472982"/>
                  <a:gd name="connsiteY3" fmla="*/ 2008596 h 3121846"/>
                  <a:gd name="connsiteX4" fmla="*/ 0 w 1472982"/>
                  <a:gd name="connsiteY4" fmla="*/ 2008596 h 3121846"/>
                  <a:gd name="connsiteX5" fmla="*/ 0 w 1472982"/>
                  <a:gd name="connsiteY5" fmla="*/ 1113247 h 3121846"/>
                  <a:gd name="connsiteX6" fmla="*/ 1 w 1472982"/>
                  <a:gd name="connsiteY6" fmla="*/ 1113247 h 3121846"/>
                  <a:gd name="connsiteX7" fmla="*/ 1 w 1472982"/>
                  <a:gd name="connsiteY7" fmla="*/ 824413 h 3121846"/>
                  <a:gd name="connsiteX8" fmla="*/ 1472982 w 1472982"/>
                  <a:gd name="connsiteY8" fmla="*/ 0 h 312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2982" h="3121846">
                    <a:moveTo>
                      <a:pt x="1472982" y="0"/>
                    </a:moveTo>
                    <a:lnTo>
                      <a:pt x="1472982" y="3121846"/>
                    </a:lnTo>
                    <a:lnTo>
                      <a:pt x="1" y="2297431"/>
                    </a:lnTo>
                    <a:lnTo>
                      <a:pt x="1" y="2008596"/>
                    </a:lnTo>
                    <a:lnTo>
                      <a:pt x="0" y="2008596"/>
                    </a:lnTo>
                    <a:lnTo>
                      <a:pt x="0" y="1113247"/>
                    </a:lnTo>
                    <a:lnTo>
                      <a:pt x="1" y="1113247"/>
                    </a:lnTo>
                    <a:lnTo>
                      <a:pt x="1" y="824413"/>
                    </a:lnTo>
                    <a:lnTo>
                      <a:pt x="14729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 flipH="1">
                <a:off x="9436221" y="4651327"/>
                <a:ext cx="1468530" cy="3121846"/>
              </a:xfrm>
              <a:custGeom>
                <a:avLst/>
                <a:gdLst>
                  <a:gd name="connsiteX0" fmla="*/ 1472982 w 1472982"/>
                  <a:gd name="connsiteY0" fmla="*/ 0 h 3121846"/>
                  <a:gd name="connsiteX1" fmla="*/ 1472982 w 1472982"/>
                  <a:gd name="connsiteY1" fmla="*/ 3121846 h 3121846"/>
                  <a:gd name="connsiteX2" fmla="*/ 1 w 1472982"/>
                  <a:gd name="connsiteY2" fmla="*/ 2297431 h 3121846"/>
                  <a:gd name="connsiteX3" fmla="*/ 1 w 1472982"/>
                  <a:gd name="connsiteY3" fmla="*/ 2008596 h 3121846"/>
                  <a:gd name="connsiteX4" fmla="*/ 0 w 1472982"/>
                  <a:gd name="connsiteY4" fmla="*/ 2008596 h 3121846"/>
                  <a:gd name="connsiteX5" fmla="*/ 0 w 1472982"/>
                  <a:gd name="connsiteY5" fmla="*/ 1113247 h 3121846"/>
                  <a:gd name="connsiteX6" fmla="*/ 1 w 1472982"/>
                  <a:gd name="connsiteY6" fmla="*/ 1113247 h 3121846"/>
                  <a:gd name="connsiteX7" fmla="*/ 1 w 1472982"/>
                  <a:gd name="connsiteY7" fmla="*/ 824413 h 3121846"/>
                  <a:gd name="connsiteX8" fmla="*/ 1472982 w 1472982"/>
                  <a:gd name="connsiteY8" fmla="*/ 0 h 312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2982" h="3121846">
                    <a:moveTo>
                      <a:pt x="1472982" y="0"/>
                    </a:moveTo>
                    <a:lnTo>
                      <a:pt x="1472982" y="3121846"/>
                    </a:lnTo>
                    <a:lnTo>
                      <a:pt x="1" y="2297431"/>
                    </a:lnTo>
                    <a:lnTo>
                      <a:pt x="1" y="2008596"/>
                    </a:lnTo>
                    <a:lnTo>
                      <a:pt x="0" y="2008596"/>
                    </a:lnTo>
                    <a:lnTo>
                      <a:pt x="0" y="1113247"/>
                    </a:lnTo>
                    <a:lnTo>
                      <a:pt x="1" y="1113247"/>
                    </a:lnTo>
                    <a:lnTo>
                      <a:pt x="1" y="824413"/>
                    </a:lnTo>
                    <a:lnTo>
                      <a:pt x="147298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4" name="六边形 23"/>
            <p:cNvSpPr/>
            <p:nvPr/>
          </p:nvSpPr>
          <p:spPr>
            <a:xfrm rot="16200000">
              <a:off x="4708940" y="2129351"/>
              <a:ext cx="2774118" cy="2597533"/>
            </a:xfrm>
            <a:prstGeom prst="hexagon">
              <a:avLst/>
            </a:prstGeom>
            <a:noFill/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六边形 24"/>
            <p:cNvSpPr/>
            <p:nvPr/>
          </p:nvSpPr>
          <p:spPr>
            <a:xfrm rot="16200000">
              <a:off x="5609843" y="2972909"/>
              <a:ext cx="972311" cy="910419"/>
            </a:xfrm>
            <a:prstGeom prst="hexagon">
              <a:avLst/>
            </a:prstGeom>
            <a:noFill/>
            <a:ln w="762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6408837" y="3990421"/>
              <a:ext cx="250720" cy="277070"/>
            </a:xfrm>
            <a:custGeom>
              <a:avLst/>
              <a:gdLst>
                <a:gd name="T0" fmla="*/ 3327 w 3824"/>
                <a:gd name="T1" fmla="*/ 2813 h 4229"/>
                <a:gd name="T2" fmla="*/ 3231 w 3824"/>
                <a:gd name="T3" fmla="*/ 3431 h 4229"/>
                <a:gd name="T4" fmla="*/ 3493 w 3824"/>
                <a:gd name="T5" fmla="*/ 3271 h 4229"/>
                <a:gd name="T6" fmla="*/ 3560 w 3824"/>
                <a:gd name="T7" fmla="*/ 2717 h 4229"/>
                <a:gd name="T8" fmla="*/ 3518 w 3824"/>
                <a:gd name="T9" fmla="*/ 2343 h 4229"/>
                <a:gd name="T10" fmla="*/ 3231 w 3824"/>
                <a:gd name="T11" fmla="*/ 2171 h 4229"/>
                <a:gd name="T12" fmla="*/ 1371 w 3824"/>
                <a:gd name="T13" fmla="*/ 417 h 4229"/>
                <a:gd name="T14" fmla="*/ 1274 w 3824"/>
                <a:gd name="T15" fmla="*/ 948 h 4229"/>
                <a:gd name="T16" fmla="*/ 1427 w 3824"/>
                <a:gd name="T17" fmla="*/ 1532 h 4229"/>
                <a:gd name="T18" fmla="*/ 1176 w 3824"/>
                <a:gd name="T19" fmla="*/ 1985 h 4229"/>
                <a:gd name="T20" fmla="*/ 583 w 3824"/>
                <a:gd name="T21" fmla="*/ 2141 h 4229"/>
                <a:gd name="T22" fmla="*/ 266 w 3824"/>
                <a:gd name="T23" fmla="*/ 2353 h 4229"/>
                <a:gd name="T24" fmla="*/ 347 w 3824"/>
                <a:gd name="T25" fmla="*/ 2554 h 4229"/>
                <a:gd name="T26" fmla="*/ 463 w 3824"/>
                <a:gd name="T27" fmla="*/ 2756 h 4229"/>
                <a:gd name="T28" fmla="*/ 467 w 3824"/>
                <a:gd name="T29" fmla="*/ 3033 h 4229"/>
                <a:gd name="T30" fmla="*/ 702 w 3824"/>
                <a:gd name="T31" fmla="*/ 3222 h 4229"/>
                <a:gd name="T32" fmla="*/ 672 w 3824"/>
                <a:gd name="T33" fmla="*/ 3446 h 4229"/>
                <a:gd name="T34" fmla="*/ 815 w 3824"/>
                <a:gd name="T35" fmla="*/ 3587 h 4229"/>
                <a:gd name="T36" fmla="*/ 975 w 3824"/>
                <a:gd name="T37" fmla="*/ 3674 h 4229"/>
                <a:gd name="T38" fmla="*/ 991 w 3824"/>
                <a:gd name="T39" fmla="*/ 3914 h 4229"/>
                <a:gd name="T40" fmla="*/ 1525 w 3824"/>
                <a:gd name="T41" fmla="*/ 3933 h 4229"/>
                <a:gd name="T42" fmla="*/ 2201 w 3824"/>
                <a:gd name="T43" fmla="*/ 3732 h 4229"/>
                <a:gd name="T44" fmla="*/ 2537 w 3824"/>
                <a:gd name="T45" fmla="*/ 3486 h 4229"/>
                <a:gd name="T46" fmla="*/ 2903 w 3824"/>
                <a:gd name="T47" fmla="*/ 3395 h 4229"/>
                <a:gd name="T48" fmla="*/ 3060 w 3824"/>
                <a:gd name="T49" fmla="*/ 2896 h 4229"/>
                <a:gd name="T50" fmla="*/ 3035 w 3824"/>
                <a:gd name="T51" fmla="*/ 2398 h 4229"/>
                <a:gd name="T52" fmla="*/ 2824 w 3824"/>
                <a:gd name="T53" fmla="*/ 2171 h 4229"/>
                <a:gd name="T54" fmla="*/ 2460 w 3824"/>
                <a:gd name="T55" fmla="*/ 2012 h 4229"/>
                <a:gd name="T56" fmla="*/ 2004 w 3824"/>
                <a:gd name="T57" fmla="*/ 1474 h 4229"/>
                <a:gd name="T58" fmla="*/ 1671 w 3824"/>
                <a:gd name="T59" fmla="*/ 875 h 4229"/>
                <a:gd name="T60" fmla="*/ 1652 w 3824"/>
                <a:gd name="T61" fmla="*/ 385 h 4229"/>
                <a:gd name="T62" fmla="*/ 1594 w 3824"/>
                <a:gd name="T63" fmla="*/ 253 h 4229"/>
                <a:gd name="T64" fmla="*/ 1875 w 3824"/>
                <a:gd name="T65" fmla="*/ 169 h 4229"/>
                <a:gd name="T66" fmla="*/ 1907 w 3824"/>
                <a:gd name="T67" fmla="*/ 630 h 4229"/>
                <a:gd name="T68" fmla="*/ 2186 w 3824"/>
                <a:gd name="T69" fmla="*/ 1290 h 4229"/>
                <a:gd name="T70" fmla="*/ 2683 w 3824"/>
                <a:gd name="T71" fmla="*/ 1851 h 4229"/>
                <a:gd name="T72" fmla="*/ 2970 w 3824"/>
                <a:gd name="T73" fmla="*/ 1907 h 4229"/>
                <a:gd name="T74" fmla="*/ 3453 w 3824"/>
                <a:gd name="T75" fmla="*/ 1952 h 4229"/>
                <a:gd name="T76" fmla="*/ 3777 w 3824"/>
                <a:gd name="T77" fmla="*/ 2290 h 4229"/>
                <a:gd name="T78" fmla="*/ 3824 w 3824"/>
                <a:gd name="T79" fmla="*/ 2761 h 4229"/>
                <a:gd name="T80" fmla="*/ 3758 w 3824"/>
                <a:gd name="T81" fmla="*/ 3323 h 4229"/>
                <a:gd name="T82" fmla="*/ 3436 w 3824"/>
                <a:gd name="T83" fmla="*/ 3670 h 4229"/>
                <a:gd name="T84" fmla="*/ 2918 w 3824"/>
                <a:gd name="T85" fmla="*/ 3684 h 4229"/>
                <a:gd name="T86" fmla="*/ 2551 w 3824"/>
                <a:gd name="T87" fmla="*/ 3785 h 4229"/>
                <a:gd name="T88" fmla="*/ 2049 w 3824"/>
                <a:gd name="T89" fmla="*/ 4114 h 4229"/>
                <a:gd name="T90" fmla="*/ 1386 w 3824"/>
                <a:gd name="T91" fmla="*/ 4216 h 4229"/>
                <a:gd name="T92" fmla="*/ 814 w 3824"/>
                <a:gd name="T93" fmla="*/ 4103 h 4229"/>
                <a:gd name="T94" fmla="*/ 554 w 3824"/>
                <a:gd name="T95" fmla="*/ 3732 h 4229"/>
                <a:gd name="T96" fmla="*/ 400 w 3824"/>
                <a:gd name="T97" fmla="*/ 3312 h 4229"/>
                <a:gd name="T98" fmla="*/ 153 w 3824"/>
                <a:gd name="T99" fmla="*/ 2875 h 4229"/>
                <a:gd name="T100" fmla="*/ 1 w 3824"/>
                <a:gd name="T101" fmla="*/ 2444 h 4229"/>
                <a:gd name="T102" fmla="*/ 177 w 3824"/>
                <a:gd name="T103" fmla="*/ 2030 h 4229"/>
                <a:gd name="T104" fmla="*/ 632 w 3824"/>
                <a:gd name="T105" fmla="*/ 1875 h 4229"/>
                <a:gd name="T106" fmla="*/ 1038 w 3824"/>
                <a:gd name="T107" fmla="*/ 1762 h 4229"/>
                <a:gd name="T108" fmla="*/ 1150 w 3824"/>
                <a:gd name="T109" fmla="*/ 1443 h 4229"/>
                <a:gd name="T110" fmla="*/ 996 w 3824"/>
                <a:gd name="T111" fmla="*/ 908 h 4229"/>
                <a:gd name="T112" fmla="*/ 1142 w 3824"/>
                <a:gd name="T113" fmla="*/ 286 h 4229"/>
                <a:gd name="T114" fmla="*/ 1549 w 3824"/>
                <a:gd name="T115" fmla="*/ 2 h 4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24" h="4229">
                  <a:moveTo>
                    <a:pt x="3231" y="2171"/>
                  </a:moveTo>
                  <a:lnTo>
                    <a:pt x="3254" y="2223"/>
                  </a:lnTo>
                  <a:lnTo>
                    <a:pt x="3272" y="2278"/>
                  </a:lnTo>
                  <a:lnTo>
                    <a:pt x="3286" y="2332"/>
                  </a:lnTo>
                  <a:lnTo>
                    <a:pt x="3296" y="2387"/>
                  </a:lnTo>
                  <a:lnTo>
                    <a:pt x="3304" y="2440"/>
                  </a:lnTo>
                  <a:lnTo>
                    <a:pt x="3318" y="2562"/>
                  </a:lnTo>
                  <a:lnTo>
                    <a:pt x="3326" y="2687"/>
                  </a:lnTo>
                  <a:lnTo>
                    <a:pt x="3327" y="2813"/>
                  </a:lnTo>
                  <a:lnTo>
                    <a:pt x="3322" y="2940"/>
                  </a:lnTo>
                  <a:lnTo>
                    <a:pt x="3312" y="3068"/>
                  </a:lnTo>
                  <a:lnTo>
                    <a:pt x="3304" y="3129"/>
                  </a:lnTo>
                  <a:lnTo>
                    <a:pt x="3294" y="3190"/>
                  </a:lnTo>
                  <a:lnTo>
                    <a:pt x="3282" y="3252"/>
                  </a:lnTo>
                  <a:lnTo>
                    <a:pt x="3265" y="3313"/>
                  </a:lnTo>
                  <a:lnTo>
                    <a:pt x="3246" y="3373"/>
                  </a:lnTo>
                  <a:lnTo>
                    <a:pt x="3221" y="3431"/>
                  </a:lnTo>
                  <a:lnTo>
                    <a:pt x="3231" y="3431"/>
                  </a:lnTo>
                  <a:lnTo>
                    <a:pt x="3272" y="3431"/>
                  </a:lnTo>
                  <a:lnTo>
                    <a:pt x="3309" y="3430"/>
                  </a:lnTo>
                  <a:lnTo>
                    <a:pt x="3342" y="3425"/>
                  </a:lnTo>
                  <a:lnTo>
                    <a:pt x="3373" y="3419"/>
                  </a:lnTo>
                  <a:lnTo>
                    <a:pt x="3399" y="3408"/>
                  </a:lnTo>
                  <a:lnTo>
                    <a:pt x="3421" y="3393"/>
                  </a:lnTo>
                  <a:lnTo>
                    <a:pt x="3439" y="3372"/>
                  </a:lnTo>
                  <a:lnTo>
                    <a:pt x="3469" y="3323"/>
                  </a:lnTo>
                  <a:lnTo>
                    <a:pt x="3493" y="3271"/>
                  </a:lnTo>
                  <a:lnTo>
                    <a:pt x="3513" y="3215"/>
                  </a:lnTo>
                  <a:lnTo>
                    <a:pt x="3529" y="3157"/>
                  </a:lnTo>
                  <a:lnTo>
                    <a:pt x="3540" y="3096"/>
                  </a:lnTo>
                  <a:lnTo>
                    <a:pt x="3548" y="3033"/>
                  </a:lnTo>
                  <a:lnTo>
                    <a:pt x="3555" y="2970"/>
                  </a:lnTo>
                  <a:lnTo>
                    <a:pt x="3558" y="2904"/>
                  </a:lnTo>
                  <a:lnTo>
                    <a:pt x="3559" y="2839"/>
                  </a:lnTo>
                  <a:lnTo>
                    <a:pt x="3559" y="2773"/>
                  </a:lnTo>
                  <a:lnTo>
                    <a:pt x="3560" y="2717"/>
                  </a:lnTo>
                  <a:lnTo>
                    <a:pt x="3560" y="2678"/>
                  </a:lnTo>
                  <a:lnTo>
                    <a:pt x="3560" y="2636"/>
                  </a:lnTo>
                  <a:lnTo>
                    <a:pt x="3559" y="2594"/>
                  </a:lnTo>
                  <a:lnTo>
                    <a:pt x="3558" y="2550"/>
                  </a:lnTo>
                  <a:lnTo>
                    <a:pt x="3553" y="2506"/>
                  </a:lnTo>
                  <a:lnTo>
                    <a:pt x="3548" y="2462"/>
                  </a:lnTo>
                  <a:lnTo>
                    <a:pt x="3541" y="2420"/>
                  </a:lnTo>
                  <a:lnTo>
                    <a:pt x="3531" y="2380"/>
                  </a:lnTo>
                  <a:lnTo>
                    <a:pt x="3518" y="2343"/>
                  </a:lnTo>
                  <a:lnTo>
                    <a:pt x="3501" y="2309"/>
                  </a:lnTo>
                  <a:lnTo>
                    <a:pt x="3480" y="2279"/>
                  </a:lnTo>
                  <a:lnTo>
                    <a:pt x="3457" y="2254"/>
                  </a:lnTo>
                  <a:lnTo>
                    <a:pt x="3424" y="2230"/>
                  </a:lnTo>
                  <a:lnTo>
                    <a:pt x="3388" y="2211"/>
                  </a:lnTo>
                  <a:lnTo>
                    <a:pt x="3351" y="2195"/>
                  </a:lnTo>
                  <a:lnTo>
                    <a:pt x="3311" y="2185"/>
                  </a:lnTo>
                  <a:lnTo>
                    <a:pt x="3271" y="2176"/>
                  </a:lnTo>
                  <a:lnTo>
                    <a:pt x="3231" y="2171"/>
                  </a:lnTo>
                  <a:close/>
                  <a:moveTo>
                    <a:pt x="1594" y="253"/>
                  </a:moveTo>
                  <a:lnTo>
                    <a:pt x="1566" y="255"/>
                  </a:lnTo>
                  <a:lnTo>
                    <a:pt x="1537" y="266"/>
                  </a:lnTo>
                  <a:lnTo>
                    <a:pt x="1507" y="283"/>
                  </a:lnTo>
                  <a:lnTo>
                    <a:pt x="1478" y="303"/>
                  </a:lnTo>
                  <a:lnTo>
                    <a:pt x="1449" y="328"/>
                  </a:lnTo>
                  <a:lnTo>
                    <a:pt x="1422" y="355"/>
                  </a:lnTo>
                  <a:lnTo>
                    <a:pt x="1395" y="385"/>
                  </a:lnTo>
                  <a:lnTo>
                    <a:pt x="1371" y="417"/>
                  </a:lnTo>
                  <a:lnTo>
                    <a:pt x="1349" y="448"/>
                  </a:lnTo>
                  <a:lnTo>
                    <a:pt x="1320" y="509"/>
                  </a:lnTo>
                  <a:lnTo>
                    <a:pt x="1295" y="570"/>
                  </a:lnTo>
                  <a:lnTo>
                    <a:pt x="1277" y="630"/>
                  </a:lnTo>
                  <a:lnTo>
                    <a:pt x="1263" y="690"/>
                  </a:lnTo>
                  <a:lnTo>
                    <a:pt x="1256" y="751"/>
                  </a:lnTo>
                  <a:lnTo>
                    <a:pt x="1255" y="808"/>
                  </a:lnTo>
                  <a:lnTo>
                    <a:pt x="1262" y="878"/>
                  </a:lnTo>
                  <a:lnTo>
                    <a:pt x="1274" y="948"/>
                  </a:lnTo>
                  <a:lnTo>
                    <a:pt x="1292" y="1016"/>
                  </a:lnTo>
                  <a:lnTo>
                    <a:pt x="1314" y="1086"/>
                  </a:lnTo>
                  <a:lnTo>
                    <a:pt x="1338" y="1157"/>
                  </a:lnTo>
                  <a:lnTo>
                    <a:pt x="1358" y="1217"/>
                  </a:lnTo>
                  <a:lnTo>
                    <a:pt x="1379" y="1277"/>
                  </a:lnTo>
                  <a:lnTo>
                    <a:pt x="1397" y="1340"/>
                  </a:lnTo>
                  <a:lnTo>
                    <a:pt x="1411" y="1403"/>
                  </a:lnTo>
                  <a:lnTo>
                    <a:pt x="1422" y="1466"/>
                  </a:lnTo>
                  <a:lnTo>
                    <a:pt x="1427" y="1532"/>
                  </a:lnTo>
                  <a:lnTo>
                    <a:pt x="1426" y="1599"/>
                  </a:lnTo>
                  <a:lnTo>
                    <a:pt x="1418" y="1656"/>
                  </a:lnTo>
                  <a:lnTo>
                    <a:pt x="1401" y="1713"/>
                  </a:lnTo>
                  <a:lnTo>
                    <a:pt x="1379" y="1766"/>
                  </a:lnTo>
                  <a:lnTo>
                    <a:pt x="1350" y="1818"/>
                  </a:lnTo>
                  <a:lnTo>
                    <a:pt x="1315" y="1864"/>
                  </a:lnTo>
                  <a:lnTo>
                    <a:pt x="1274" y="1910"/>
                  </a:lnTo>
                  <a:lnTo>
                    <a:pt x="1227" y="1949"/>
                  </a:lnTo>
                  <a:lnTo>
                    <a:pt x="1176" y="1985"/>
                  </a:lnTo>
                  <a:lnTo>
                    <a:pt x="1121" y="2016"/>
                  </a:lnTo>
                  <a:lnTo>
                    <a:pt x="1062" y="2041"/>
                  </a:lnTo>
                  <a:lnTo>
                    <a:pt x="997" y="2061"/>
                  </a:lnTo>
                  <a:lnTo>
                    <a:pt x="927" y="2076"/>
                  </a:lnTo>
                  <a:lnTo>
                    <a:pt x="855" y="2090"/>
                  </a:lnTo>
                  <a:lnTo>
                    <a:pt x="783" y="2102"/>
                  </a:lnTo>
                  <a:lnTo>
                    <a:pt x="716" y="2113"/>
                  </a:lnTo>
                  <a:lnTo>
                    <a:pt x="648" y="2126"/>
                  </a:lnTo>
                  <a:lnTo>
                    <a:pt x="583" y="2141"/>
                  </a:lnTo>
                  <a:lnTo>
                    <a:pt x="518" y="2159"/>
                  </a:lnTo>
                  <a:lnTo>
                    <a:pt x="456" y="2180"/>
                  </a:lnTo>
                  <a:lnTo>
                    <a:pt x="399" y="2209"/>
                  </a:lnTo>
                  <a:lnTo>
                    <a:pt x="371" y="2224"/>
                  </a:lnTo>
                  <a:lnTo>
                    <a:pt x="343" y="2243"/>
                  </a:lnTo>
                  <a:lnTo>
                    <a:pt x="319" y="2267"/>
                  </a:lnTo>
                  <a:lnTo>
                    <a:pt x="296" y="2293"/>
                  </a:lnTo>
                  <a:lnTo>
                    <a:pt x="279" y="2321"/>
                  </a:lnTo>
                  <a:lnTo>
                    <a:pt x="266" y="2353"/>
                  </a:lnTo>
                  <a:lnTo>
                    <a:pt x="259" y="2387"/>
                  </a:lnTo>
                  <a:lnTo>
                    <a:pt x="261" y="2424"/>
                  </a:lnTo>
                  <a:lnTo>
                    <a:pt x="263" y="2444"/>
                  </a:lnTo>
                  <a:lnTo>
                    <a:pt x="270" y="2466"/>
                  </a:lnTo>
                  <a:lnTo>
                    <a:pt x="279" y="2487"/>
                  </a:lnTo>
                  <a:lnTo>
                    <a:pt x="290" y="2507"/>
                  </a:lnTo>
                  <a:lnTo>
                    <a:pt x="305" y="2525"/>
                  </a:lnTo>
                  <a:lnTo>
                    <a:pt x="324" y="2542"/>
                  </a:lnTo>
                  <a:lnTo>
                    <a:pt x="347" y="2554"/>
                  </a:lnTo>
                  <a:lnTo>
                    <a:pt x="376" y="2562"/>
                  </a:lnTo>
                  <a:lnTo>
                    <a:pt x="408" y="2573"/>
                  </a:lnTo>
                  <a:lnTo>
                    <a:pt x="433" y="2591"/>
                  </a:lnTo>
                  <a:lnTo>
                    <a:pt x="454" y="2611"/>
                  </a:lnTo>
                  <a:lnTo>
                    <a:pt x="467" y="2637"/>
                  </a:lnTo>
                  <a:lnTo>
                    <a:pt x="474" y="2666"/>
                  </a:lnTo>
                  <a:lnTo>
                    <a:pt x="477" y="2695"/>
                  </a:lnTo>
                  <a:lnTo>
                    <a:pt x="473" y="2726"/>
                  </a:lnTo>
                  <a:lnTo>
                    <a:pt x="463" y="2756"/>
                  </a:lnTo>
                  <a:lnTo>
                    <a:pt x="450" y="2787"/>
                  </a:lnTo>
                  <a:lnTo>
                    <a:pt x="436" y="2807"/>
                  </a:lnTo>
                  <a:lnTo>
                    <a:pt x="427" y="2833"/>
                  </a:lnTo>
                  <a:lnTo>
                    <a:pt x="422" y="2863"/>
                  </a:lnTo>
                  <a:lnTo>
                    <a:pt x="422" y="2896"/>
                  </a:lnTo>
                  <a:lnTo>
                    <a:pt x="425" y="2929"/>
                  </a:lnTo>
                  <a:lnTo>
                    <a:pt x="432" y="2962"/>
                  </a:lnTo>
                  <a:lnTo>
                    <a:pt x="447" y="2999"/>
                  </a:lnTo>
                  <a:lnTo>
                    <a:pt x="467" y="3033"/>
                  </a:lnTo>
                  <a:lnTo>
                    <a:pt x="492" y="3062"/>
                  </a:lnTo>
                  <a:lnTo>
                    <a:pt x="524" y="3086"/>
                  </a:lnTo>
                  <a:lnTo>
                    <a:pt x="561" y="3108"/>
                  </a:lnTo>
                  <a:lnTo>
                    <a:pt x="603" y="3124"/>
                  </a:lnTo>
                  <a:lnTo>
                    <a:pt x="630" y="3133"/>
                  </a:lnTo>
                  <a:lnTo>
                    <a:pt x="655" y="3146"/>
                  </a:lnTo>
                  <a:lnTo>
                    <a:pt x="676" y="3168"/>
                  </a:lnTo>
                  <a:lnTo>
                    <a:pt x="692" y="3194"/>
                  </a:lnTo>
                  <a:lnTo>
                    <a:pt x="702" y="3222"/>
                  </a:lnTo>
                  <a:lnTo>
                    <a:pt x="705" y="3249"/>
                  </a:lnTo>
                  <a:lnTo>
                    <a:pt x="703" y="3276"/>
                  </a:lnTo>
                  <a:lnTo>
                    <a:pt x="694" y="3301"/>
                  </a:lnTo>
                  <a:lnTo>
                    <a:pt x="680" y="3323"/>
                  </a:lnTo>
                  <a:lnTo>
                    <a:pt x="672" y="3341"/>
                  </a:lnTo>
                  <a:lnTo>
                    <a:pt x="666" y="3363"/>
                  </a:lnTo>
                  <a:lnTo>
                    <a:pt x="663" y="3389"/>
                  </a:lnTo>
                  <a:lnTo>
                    <a:pt x="666" y="3416"/>
                  </a:lnTo>
                  <a:lnTo>
                    <a:pt x="672" y="3446"/>
                  </a:lnTo>
                  <a:lnTo>
                    <a:pt x="681" y="3476"/>
                  </a:lnTo>
                  <a:lnTo>
                    <a:pt x="694" y="3505"/>
                  </a:lnTo>
                  <a:lnTo>
                    <a:pt x="712" y="3534"/>
                  </a:lnTo>
                  <a:lnTo>
                    <a:pt x="731" y="3557"/>
                  </a:lnTo>
                  <a:lnTo>
                    <a:pt x="753" y="3573"/>
                  </a:lnTo>
                  <a:lnTo>
                    <a:pt x="775" y="3584"/>
                  </a:lnTo>
                  <a:lnTo>
                    <a:pt x="798" y="3588"/>
                  </a:lnTo>
                  <a:lnTo>
                    <a:pt x="807" y="3587"/>
                  </a:lnTo>
                  <a:lnTo>
                    <a:pt x="815" y="3587"/>
                  </a:lnTo>
                  <a:lnTo>
                    <a:pt x="820" y="3584"/>
                  </a:lnTo>
                  <a:lnTo>
                    <a:pt x="827" y="3584"/>
                  </a:lnTo>
                  <a:lnTo>
                    <a:pt x="851" y="3587"/>
                  </a:lnTo>
                  <a:lnTo>
                    <a:pt x="876" y="3591"/>
                  </a:lnTo>
                  <a:lnTo>
                    <a:pt x="902" y="3601"/>
                  </a:lnTo>
                  <a:lnTo>
                    <a:pt x="925" y="3613"/>
                  </a:lnTo>
                  <a:lnTo>
                    <a:pt x="946" y="3631"/>
                  </a:lnTo>
                  <a:lnTo>
                    <a:pt x="964" y="3651"/>
                  </a:lnTo>
                  <a:lnTo>
                    <a:pt x="975" y="3674"/>
                  </a:lnTo>
                  <a:lnTo>
                    <a:pt x="980" y="3700"/>
                  </a:lnTo>
                  <a:lnTo>
                    <a:pt x="979" y="3726"/>
                  </a:lnTo>
                  <a:lnTo>
                    <a:pt x="971" y="3752"/>
                  </a:lnTo>
                  <a:lnTo>
                    <a:pt x="962" y="3783"/>
                  </a:lnTo>
                  <a:lnTo>
                    <a:pt x="958" y="3813"/>
                  </a:lnTo>
                  <a:lnTo>
                    <a:pt x="960" y="3843"/>
                  </a:lnTo>
                  <a:lnTo>
                    <a:pt x="967" y="3870"/>
                  </a:lnTo>
                  <a:lnTo>
                    <a:pt x="978" y="3895"/>
                  </a:lnTo>
                  <a:lnTo>
                    <a:pt x="991" y="3914"/>
                  </a:lnTo>
                  <a:lnTo>
                    <a:pt x="1009" y="3928"/>
                  </a:lnTo>
                  <a:lnTo>
                    <a:pt x="1031" y="3939"/>
                  </a:lnTo>
                  <a:lnTo>
                    <a:pt x="1056" y="3944"/>
                  </a:lnTo>
                  <a:lnTo>
                    <a:pt x="1105" y="3954"/>
                  </a:lnTo>
                  <a:lnTo>
                    <a:pt x="1151" y="3958"/>
                  </a:lnTo>
                  <a:lnTo>
                    <a:pt x="1198" y="3960"/>
                  </a:lnTo>
                  <a:lnTo>
                    <a:pt x="1245" y="3960"/>
                  </a:lnTo>
                  <a:lnTo>
                    <a:pt x="1384" y="3948"/>
                  </a:lnTo>
                  <a:lnTo>
                    <a:pt x="1525" y="3933"/>
                  </a:lnTo>
                  <a:lnTo>
                    <a:pt x="1667" y="3915"/>
                  </a:lnTo>
                  <a:lnTo>
                    <a:pt x="1808" y="3893"/>
                  </a:lnTo>
                  <a:lnTo>
                    <a:pt x="1897" y="3873"/>
                  </a:lnTo>
                  <a:lnTo>
                    <a:pt x="1966" y="3858"/>
                  </a:lnTo>
                  <a:lnTo>
                    <a:pt x="2031" y="3843"/>
                  </a:lnTo>
                  <a:lnTo>
                    <a:pt x="2071" y="3821"/>
                  </a:lnTo>
                  <a:lnTo>
                    <a:pt x="2114" y="3794"/>
                  </a:lnTo>
                  <a:lnTo>
                    <a:pt x="2158" y="3763"/>
                  </a:lnTo>
                  <a:lnTo>
                    <a:pt x="2201" y="3732"/>
                  </a:lnTo>
                  <a:lnTo>
                    <a:pt x="2245" y="3699"/>
                  </a:lnTo>
                  <a:lnTo>
                    <a:pt x="2315" y="3647"/>
                  </a:lnTo>
                  <a:lnTo>
                    <a:pt x="2341" y="3624"/>
                  </a:lnTo>
                  <a:lnTo>
                    <a:pt x="2369" y="3599"/>
                  </a:lnTo>
                  <a:lnTo>
                    <a:pt x="2399" y="3572"/>
                  </a:lnTo>
                  <a:lnTo>
                    <a:pt x="2430" y="3546"/>
                  </a:lnTo>
                  <a:lnTo>
                    <a:pt x="2463" y="3521"/>
                  </a:lnTo>
                  <a:lnTo>
                    <a:pt x="2499" y="3501"/>
                  </a:lnTo>
                  <a:lnTo>
                    <a:pt x="2537" y="3486"/>
                  </a:lnTo>
                  <a:lnTo>
                    <a:pt x="2574" y="3468"/>
                  </a:lnTo>
                  <a:lnTo>
                    <a:pt x="2613" y="3457"/>
                  </a:lnTo>
                  <a:lnTo>
                    <a:pt x="2650" y="3450"/>
                  </a:lnTo>
                  <a:lnTo>
                    <a:pt x="2686" y="3449"/>
                  </a:lnTo>
                  <a:lnTo>
                    <a:pt x="2721" y="3449"/>
                  </a:lnTo>
                  <a:lnTo>
                    <a:pt x="2776" y="3441"/>
                  </a:lnTo>
                  <a:lnTo>
                    <a:pt x="2824" y="3430"/>
                  </a:lnTo>
                  <a:lnTo>
                    <a:pt x="2867" y="3415"/>
                  </a:lnTo>
                  <a:lnTo>
                    <a:pt x="2903" y="3395"/>
                  </a:lnTo>
                  <a:lnTo>
                    <a:pt x="2934" y="3371"/>
                  </a:lnTo>
                  <a:lnTo>
                    <a:pt x="2962" y="3342"/>
                  </a:lnTo>
                  <a:lnTo>
                    <a:pt x="2985" y="3306"/>
                  </a:lnTo>
                  <a:lnTo>
                    <a:pt x="3003" y="3265"/>
                  </a:lnTo>
                  <a:lnTo>
                    <a:pt x="3020" y="3218"/>
                  </a:lnTo>
                  <a:lnTo>
                    <a:pt x="3038" y="3140"/>
                  </a:lnTo>
                  <a:lnTo>
                    <a:pt x="3049" y="3059"/>
                  </a:lnTo>
                  <a:lnTo>
                    <a:pt x="3057" y="2978"/>
                  </a:lnTo>
                  <a:lnTo>
                    <a:pt x="3060" y="2896"/>
                  </a:lnTo>
                  <a:lnTo>
                    <a:pt x="3061" y="2817"/>
                  </a:lnTo>
                  <a:lnTo>
                    <a:pt x="3061" y="2739"/>
                  </a:lnTo>
                  <a:lnTo>
                    <a:pt x="3060" y="2706"/>
                  </a:lnTo>
                  <a:lnTo>
                    <a:pt x="3060" y="2657"/>
                  </a:lnTo>
                  <a:lnTo>
                    <a:pt x="3058" y="2606"/>
                  </a:lnTo>
                  <a:lnTo>
                    <a:pt x="3056" y="2554"/>
                  </a:lnTo>
                  <a:lnTo>
                    <a:pt x="3052" y="2502"/>
                  </a:lnTo>
                  <a:lnTo>
                    <a:pt x="3045" y="2450"/>
                  </a:lnTo>
                  <a:lnTo>
                    <a:pt x="3035" y="2398"/>
                  </a:lnTo>
                  <a:lnTo>
                    <a:pt x="3023" y="2349"/>
                  </a:lnTo>
                  <a:lnTo>
                    <a:pt x="3005" y="2301"/>
                  </a:lnTo>
                  <a:lnTo>
                    <a:pt x="2983" y="2256"/>
                  </a:lnTo>
                  <a:lnTo>
                    <a:pt x="2965" y="2232"/>
                  </a:lnTo>
                  <a:lnTo>
                    <a:pt x="2943" y="2213"/>
                  </a:lnTo>
                  <a:lnTo>
                    <a:pt x="2918" y="2198"/>
                  </a:lnTo>
                  <a:lnTo>
                    <a:pt x="2889" y="2187"/>
                  </a:lnTo>
                  <a:lnTo>
                    <a:pt x="2857" y="2179"/>
                  </a:lnTo>
                  <a:lnTo>
                    <a:pt x="2824" y="2171"/>
                  </a:lnTo>
                  <a:lnTo>
                    <a:pt x="2788" y="2164"/>
                  </a:lnTo>
                  <a:lnTo>
                    <a:pt x="2721" y="2150"/>
                  </a:lnTo>
                  <a:lnTo>
                    <a:pt x="2659" y="2133"/>
                  </a:lnTo>
                  <a:lnTo>
                    <a:pt x="2601" y="2108"/>
                  </a:lnTo>
                  <a:lnTo>
                    <a:pt x="2545" y="2078"/>
                  </a:lnTo>
                  <a:lnTo>
                    <a:pt x="2493" y="2042"/>
                  </a:lnTo>
                  <a:lnTo>
                    <a:pt x="2482" y="2037"/>
                  </a:lnTo>
                  <a:lnTo>
                    <a:pt x="2470" y="2026"/>
                  </a:lnTo>
                  <a:lnTo>
                    <a:pt x="2460" y="2012"/>
                  </a:lnTo>
                  <a:lnTo>
                    <a:pt x="2435" y="1992"/>
                  </a:lnTo>
                  <a:lnTo>
                    <a:pt x="2412" y="1970"/>
                  </a:lnTo>
                  <a:lnTo>
                    <a:pt x="2390" y="1946"/>
                  </a:lnTo>
                  <a:lnTo>
                    <a:pt x="2370" y="1922"/>
                  </a:lnTo>
                  <a:lnTo>
                    <a:pt x="2288" y="1832"/>
                  </a:lnTo>
                  <a:lnTo>
                    <a:pt x="2210" y="1741"/>
                  </a:lnTo>
                  <a:lnTo>
                    <a:pt x="2136" y="1651"/>
                  </a:lnTo>
                  <a:lnTo>
                    <a:pt x="2067" y="1562"/>
                  </a:lnTo>
                  <a:lnTo>
                    <a:pt x="2004" y="1474"/>
                  </a:lnTo>
                  <a:lnTo>
                    <a:pt x="1935" y="1375"/>
                  </a:lnTo>
                  <a:lnTo>
                    <a:pt x="1895" y="1317"/>
                  </a:lnTo>
                  <a:lnTo>
                    <a:pt x="1855" y="1260"/>
                  </a:lnTo>
                  <a:lnTo>
                    <a:pt x="1816" y="1201"/>
                  </a:lnTo>
                  <a:lnTo>
                    <a:pt x="1780" y="1141"/>
                  </a:lnTo>
                  <a:lnTo>
                    <a:pt x="1747" y="1078"/>
                  </a:lnTo>
                  <a:lnTo>
                    <a:pt x="1717" y="1013"/>
                  </a:lnTo>
                  <a:lnTo>
                    <a:pt x="1691" y="945"/>
                  </a:lnTo>
                  <a:lnTo>
                    <a:pt x="1671" y="875"/>
                  </a:lnTo>
                  <a:lnTo>
                    <a:pt x="1657" y="805"/>
                  </a:lnTo>
                  <a:lnTo>
                    <a:pt x="1648" y="738"/>
                  </a:lnTo>
                  <a:lnTo>
                    <a:pt x="1644" y="671"/>
                  </a:lnTo>
                  <a:lnTo>
                    <a:pt x="1644" y="604"/>
                  </a:lnTo>
                  <a:lnTo>
                    <a:pt x="1645" y="537"/>
                  </a:lnTo>
                  <a:lnTo>
                    <a:pt x="1648" y="466"/>
                  </a:lnTo>
                  <a:lnTo>
                    <a:pt x="1649" y="444"/>
                  </a:lnTo>
                  <a:lnTo>
                    <a:pt x="1651" y="414"/>
                  </a:lnTo>
                  <a:lnTo>
                    <a:pt x="1652" y="385"/>
                  </a:lnTo>
                  <a:lnTo>
                    <a:pt x="1652" y="357"/>
                  </a:lnTo>
                  <a:lnTo>
                    <a:pt x="1651" y="331"/>
                  </a:lnTo>
                  <a:lnTo>
                    <a:pt x="1646" y="306"/>
                  </a:lnTo>
                  <a:lnTo>
                    <a:pt x="1641" y="286"/>
                  </a:lnTo>
                  <a:lnTo>
                    <a:pt x="1633" y="270"/>
                  </a:lnTo>
                  <a:lnTo>
                    <a:pt x="1620" y="258"/>
                  </a:lnTo>
                  <a:lnTo>
                    <a:pt x="1606" y="253"/>
                  </a:lnTo>
                  <a:lnTo>
                    <a:pt x="1601" y="253"/>
                  </a:lnTo>
                  <a:lnTo>
                    <a:pt x="1594" y="253"/>
                  </a:lnTo>
                  <a:close/>
                  <a:moveTo>
                    <a:pt x="1597" y="0"/>
                  </a:moveTo>
                  <a:lnTo>
                    <a:pt x="1644" y="2"/>
                  </a:lnTo>
                  <a:lnTo>
                    <a:pt x="1688" y="11"/>
                  </a:lnTo>
                  <a:lnTo>
                    <a:pt x="1728" y="26"/>
                  </a:lnTo>
                  <a:lnTo>
                    <a:pt x="1765" y="43"/>
                  </a:lnTo>
                  <a:lnTo>
                    <a:pt x="1798" y="68"/>
                  </a:lnTo>
                  <a:lnTo>
                    <a:pt x="1827" y="97"/>
                  </a:lnTo>
                  <a:lnTo>
                    <a:pt x="1853" y="131"/>
                  </a:lnTo>
                  <a:lnTo>
                    <a:pt x="1875" y="169"/>
                  </a:lnTo>
                  <a:lnTo>
                    <a:pt x="1892" y="212"/>
                  </a:lnTo>
                  <a:lnTo>
                    <a:pt x="1906" y="266"/>
                  </a:lnTo>
                  <a:lnTo>
                    <a:pt x="1914" y="321"/>
                  </a:lnTo>
                  <a:lnTo>
                    <a:pt x="1915" y="374"/>
                  </a:lnTo>
                  <a:lnTo>
                    <a:pt x="1914" y="429"/>
                  </a:lnTo>
                  <a:lnTo>
                    <a:pt x="1911" y="485"/>
                  </a:lnTo>
                  <a:lnTo>
                    <a:pt x="1910" y="519"/>
                  </a:lnTo>
                  <a:lnTo>
                    <a:pt x="1908" y="556"/>
                  </a:lnTo>
                  <a:lnTo>
                    <a:pt x="1907" y="630"/>
                  </a:lnTo>
                  <a:lnTo>
                    <a:pt x="1913" y="701"/>
                  </a:lnTo>
                  <a:lnTo>
                    <a:pt x="1921" y="767"/>
                  </a:lnTo>
                  <a:lnTo>
                    <a:pt x="1936" y="830"/>
                  </a:lnTo>
                  <a:lnTo>
                    <a:pt x="1957" y="892"/>
                  </a:lnTo>
                  <a:lnTo>
                    <a:pt x="1991" y="978"/>
                  </a:lnTo>
                  <a:lnTo>
                    <a:pt x="2033" y="1060"/>
                  </a:lnTo>
                  <a:lnTo>
                    <a:pt x="2081" y="1141"/>
                  </a:lnTo>
                  <a:lnTo>
                    <a:pt x="2132" y="1217"/>
                  </a:lnTo>
                  <a:lnTo>
                    <a:pt x="2186" y="1290"/>
                  </a:lnTo>
                  <a:lnTo>
                    <a:pt x="2238" y="1358"/>
                  </a:lnTo>
                  <a:lnTo>
                    <a:pt x="2290" y="1421"/>
                  </a:lnTo>
                  <a:lnTo>
                    <a:pt x="2355" y="1502"/>
                  </a:lnTo>
                  <a:lnTo>
                    <a:pt x="2409" y="1570"/>
                  </a:lnTo>
                  <a:lnTo>
                    <a:pt x="2464" y="1637"/>
                  </a:lnTo>
                  <a:lnTo>
                    <a:pt x="2522" y="1703"/>
                  </a:lnTo>
                  <a:lnTo>
                    <a:pt x="2581" y="1766"/>
                  </a:lnTo>
                  <a:lnTo>
                    <a:pt x="2643" y="1825"/>
                  </a:lnTo>
                  <a:lnTo>
                    <a:pt x="2683" y="1851"/>
                  </a:lnTo>
                  <a:lnTo>
                    <a:pt x="2725" y="1870"/>
                  </a:lnTo>
                  <a:lnTo>
                    <a:pt x="2772" y="1884"/>
                  </a:lnTo>
                  <a:lnTo>
                    <a:pt x="2823" y="1894"/>
                  </a:lnTo>
                  <a:lnTo>
                    <a:pt x="2850" y="1900"/>
                  </a:lnTo>
                  <a:lnTo>
                    <a:pt x="2874" y="1907"/>
                  </a:lnTo>
                  <a:lnTo>
                    <a:pt x="2883" y="1910"/>
                  </a:lnTo>
                  <a:lnTo>
                    <a:pt x="2893" y="1911"/>
                  </a:lnTo>
                  <a:lnTo>
                    <a:pt x="2900" y="1912"/>
                  </a:lnTo>
                  <a:lnTo>
                    <a:pt x="2970" y="1907"/>
                  </a:lnTo>
                  <a:lnTo>
                    <a:pt x="3045" y="1903"/>
                  </a:lnTo>
                  <a:lnTo>
                    <a:pt x="3120" y="1901"/>
                  </a:lnTo>
                  <a:lnTo>
                    <a:pt x="3163" y="1903"/>
                  </a:lnTo>
                  <a:lnTo>
                    <a:pt x="3207" y="1904"/>
                  </a:lnTo>
                  <a:lnTo>
                    <a:pt x="3254" y="1908"/>
                  </a:lnTo>
                  <a:lnTo>
                    <a:pt x="3304" y="1914"/>
                  </a:lnTo>
                  <a:lnTo>
                    <a:pt x="3354" y="1923"/>
                  </a:lnTo>
                  <a:lnTo>
                    <a:pt x="3403" y="1936"/>
                  </a:lnTo>
                  <a:lnTo>
                    <a:pt x="3453" y="1952"/>
                  </a:lnTo>
                  <a:lnTo>
                    <a:pt x="3502" y="1972"/>
                  </a:lnTo>
                  <a:lnTo>
                    <a:pt x="3551" y="1997"/>
                  </a:lnTo>
                  <a:lnTo>
                    <a:pt x="3596" y="2029"/>
                  </a:lnTo>
                  <a:lnTo>
                    <a:pt x="3639" y="2066"/>
                  </a:lnTo>
                  <a:lnTo>
                    <a:pt x="3676" y="2102"/>
                  </a:lnTo>
                  <a:lnTo>
                    <a:pt x="3709" y="2145"/>
                  </a:lnTo>
                  <a:lnTo>
                    <a:pt x="3735" y="2190"/>
                  </a:lnTo>
                  <a:lnTo>
                    <a:pt x="3759" y="2239"/>
                  </a:lnTo>
                  <a:lnTo>
                    <a:pt x="3777" y="2290"/>
                  </a:lnTo>
                  <a:lnTo>
                    <a:pt x="3792" y="2342"/>
                  </a:lnTo>
                  <a:lnTo>
                    <a:pt x="3803" y="2397"/>
                  </a:lnTo>
                  <a:lnTo>
                    <a:pt x="3811" y="2450"/>
                  </a:lnTo>
                  <a:lnTo>
                    <a:pt x="3817" y="2505"/>
                  </a:lnTo>
                  <a:lnTo>
                    <a:pt x="3821" y="2559"/>
                  </a:lnTo>
                  <a:lnTo>
                    <a:pt x="3824" y="2613"/>
                  </a:lnTo>
                  <a:lnTo>
                    <a:pt x="3824" y="2665"/>
                  </a:lnTo>
                  <a:lnTo>
                    <a:pt x="3824" y="2714"/>
                  </a:lnTo>
                  <a:lnTo>
                    <a:pt x="3824" y="2761"/>
                  </a:lnTo>
                  <a:lnTo>
                    <a:pt x="3824" y="2773"/>
                  </a:lnTo>
                  <a:lnTo>
                    <a:pt x="3822" y="2844"/>
                  </a:lnTo>
                  <a:lnTo>
                    <a:pt x="3821" y="2917"/>
                  </a:lnTo>
                  <a:lnTo>
                    <a:pt x="3817" y="2988"/>
                  </a:lnTo>
                  <a:lnTo>
                    <a:pt x="3811" y="3057"/>
                  </a:lnTo>
                  <a:lnTo>
                    <a:pt x="3802" y="3126"/>
                  </a:lnTo>
                  <a:lnTo>
                    <a:pt x="3791" y="3194"/>
                  </a:lnTo>
                  <a:lnTo>
                    <a:pt x="3775" y="3260"/>
                  </a:lnTo>
                  <a:lnTo>
                    <a:pt x="3758" y="3323"/>
                  </a:lnTo>
                  <a:lnTo>
                    <a:pt x="3734" y="3383"/>
                  </a:lnTo>
                  <a:lnTo>
                    <a:pt x="3707" y="3441"/>
                  </a:lnTo>
                  <a:lnTo>
                    <a:pt x="3675" y="3494"/>
                  </a:lnTo>
                  <a:lnTo>
                    <a:pt x="3636" y="3543"/>
                  </a:lnTo>
                  <a:lnTo>
                    <a:pt x="3602" y="3580"/>
                  </a:lnTo>
                  <a:lnTo>
                    <a:pt x="3563" y="3612"/>
                  </a:lnTo>
                  <a:lnTo>
                    <a:pt x="3523" y="3636"/>
                  </a:lnTo>
                  <a:lnTo>
                    <a:pt x="3480" y="3655"/>
                  </a:lnTo>
                  <a:lnTo>
                    <a:pt x="3436" y="3670"/>
                  </a:lnTo>
                  <a:lnTo>
                    <a:pt x="3392" y="3681"/>
                  </a:lnTo>
                  <a:lnTo>
                    <a:pt x="3348" y="3688"/>
                  </a:lnTo>
                  <a:lnTo>
                    <a:pt x="3303" y="3694"/>
                  </a:lnTo>
                  <a:lnTo>
                    <a:pt x="3260" y="3695"/>
                  </a:lnTo>
                  <a:lnTo>
                    <a:pt x="3218" y="3696"/>
                  </a:lnTo>
                  <a:lnTo>
                    <a:pt x="3134" y="3694"/>
                  </a:lnTo>
                  <a:lnTo>
                    <a:pt x="3052" y="3690"/>
                  </a:lnTo>
                  <a:lnTo>
                    <a:pt x="2983" y="3685"/>
                  </a:lnTo>
                  <a:lnTo>
                    <a:pt x="2918" y="3684"/>
                  </a:lnTo>
                  <a:lnTo>
                    <a:pt x="2897" y="3684"/>
                  </a:lnTo>
                  <a:lnTo>
                    <a:pt x="2838" y="3694"/>
                  </a:lnTo>
                  <a:lnTo>
                    <a:pt x="2777" y="3700"/>
                  </a:lnTo>
                  <a:lnTo>
                    <a:pt x="2721" y="3707"/>
                  </a:lnTo>
                  <a:lnTo>
                    <a:pt x="2661" y="3717"/>
                  </a:lnTo>
                  <a:lnTo>
                    <a:pt x="2634" y="3725"/>
                  </a:lnTo>
                  <a:lnTo>
                    <a:pt x="2606" y="3742"/>
                  </a:lnTo>
                  <a:lnTo>
                    <a:pt x="2579" y="3762"/>
                  </a:lnTo>
                  <a:lnTo>
                    <a:pt x="2551" y="3785"/>
                  </a:lnTo>
                  <a:lnTo>
                    <a:pt x="2523" y="3811"/>
                  </a:lnTo>
                  <a:lnTo>
                    <a:pt x="2485" y="3847"/>
                  </a:lnTo>
                  <a:lnTo>
                    <a:pt x="2446" y="3878"/>
                  </a:lnTo>
                  <a:lnTo>
                    <a:pt x="2370" y="3932"/>
                  </a:lnTo>
                  <a:lnTo>
                    <a:pt x="2311" y="3975"/>
                  </a:lnTo>
                  <a:lnTo>
                    <a:pt x="2249" y="4017"/>
                  </a:lnTo>
                  <a:lnTo>
                    <a:pt x="2186" y="4055"/>
                  </a:lnTo>
                  <a:lnTo>
                    <a:pt x="2118" y="4089"/>
                  </a:lnTo>
                  <a:lnTo>
                    <a:pt x="2049" y="4114"/>
                  </a:lnTo>
                  <a:lnTo>
                    <a:pt x="1977" y="4133"/>
                  </a:lnTo>
                  <a:lnTo>
                    <a:pt x="1904" y="4148"/>
                  </a:lnTo>
                  <a:lnTo>
                    <a:pt x="1830" y="4159"/>
                  </a:lnTo>
                  <a:lnTo>
                    <a:pt x="1757" y="4168"/>
                  </a:lnTo>
                  <a:lnTo>
                    <a:pt x="1668" y="4181"/>
                  </a:lnTo>
                  <a:lnTo>
                    <a:pt x="1583" y="4194"/>
                  </a:lnTo>
                  <a:lnTo>
                    <a:pt x="1531" y="4201"/>
                  </a:lnTo>
                  <a:lnTo>
                    <a:pt x="1482" y="4205"/>
                  </a:lnTo>
                  <a:lnTo>
                    <a:pt x="1386" y="4216"/>
                  </a:lnTo>
                  <a:lnTo>
                    <a:pt x="1288" y="4225"/>
                  </a:lnTo>
                  <a:lnTo>
                    <a:pt x="1190" y="4229"/>
                  </a:lnTo>
                  <a:lnTo>
                    <a:pt x="1125" y="4226"/>
                  </a:lnTo>
                  <a:lnTo>
                    <a:pt x="1066" y="4222"/>
                  </a:lnTo>
                  <a:lnTo>
                    <a:pt x="1011" y="4212"/>
                  </a:lnTo>
                  <a:lnTo>
                    <a:pt x="954" y="4193"/>
                  </a:lnTo>
                  <a:lnTo>
                    <a:pt x="902" y="4167"/>
                  </a:lnTo>
                  <a:lnTo>
                    <a:pt x="856" y="4137"/>
                  </a:lnTo>
                  <a:lnTo>
                    <a:pt x="814" y="4103"/>
                  </a:lnTo>
                  <a:lnTo>
                    <a:pt x="778" y="4063"/>
                  </a:lnTo>
                  <a:lnTo>
                    <a:pt x="747" y="4021"/>
                  </a:lnTo>
                  <a:lnTo>
                    <a:pt x="724" y="3974"/>
                  </a:lnTo>
                  <a:lnTo>
                    <a:pt x="706" y="3925"/>
                  </a:lnTo>
                  <a:lnTo>
                    <a:pt x="695" y="3874"/>
                  </a:lnTo>
                  <a:lnTo>
                    <a:pt x="692" y="3821"/>
                  </a:lnTo>
                  <a:lnTo>
                    <a:pt x="644" y="3798"/>
                  </a:lnTo>
                  <a:lnTo>
                    <a:pt x="597" y="3769"/>
                  </a:lnTo>
                  <a:lnTo>
                    <a:pt x="554" y="3732"/>
                  </a:lnTo>
                  <a:lnTo>
                    <a:pt x="514" y="3691"/>
                  </a:lnTo>
                  <a:lnTo>
                    <a:pt x="480" y="3646"/>
                  </a:lnTo>
                  <a:lnTo>
                    <a:pt x="450" y="3595"/>
                  </a:lnTo>
                  <a:lnTo>
                    <a:pt x="426" y="3547"/>
                  </a:lnTo>
                  <a:lnTo>
                    <a:pt x="410" y="3499"/>
                  </a:lnTo>
                  <a:lnTo>
                    <a:pt x="399" y="3451"/>
                  </a:lnTo>
                  <a:lnTo>
                    <a:pt x="393" y="3404"/>
                  </a:lnTo>
                  <a:lnTo>
                    <a:pt x="394" y="3357"/>
                  </a:lnTo>
                  <a:lnTo>
                    <a:pt x="400" y="3312"/>
                  </a:lnTo>
                  <a:lnTo>
                    <a:pt x="352" y="3276"/>
                  </a:lnTo>
                  <a:lnTo>
                    <a:pt x="307" y="3235"/>
                  </a:lnTo>
                  <a:lnTo>
                    <a:pt x="268" y="3192"/>
                  </a:lnTo>
                  <a:lnTo>
                    <a:pt x="234" y="3144"/>
                  </a:lnTo>
                  <a:lnTo>
                    <a:pt x="205" y="3093"/>
                  </a:lnTo>
                  <a:lnTo>
                    <a:pt x="183" y="3040"/>
                  </a:lnTo>
                  <a:lnTo>
                    <a:pt x="167" y="2985"/>
                  </a:lnTo>
                  <a:lnTo>
                    <a:pt x="157" y="2930"/>
                  </a:lnTo>
                  <a:lnTo>
                    <a:pt x="153" y="2875"/>
                  </a:lnTo>
                  <a:lnTo>
                    <a:pt x="157" y="2819"/>
                  </a:lnTo>
                  <a:lnTo>
                    <a:pt x="167" y="2766"/>
                  </a:lnTo>
                  <a:lnTo>
                    <a:pt x="128" y="2735"/>
                  </a:lnTo>
                  <a:lnTo>
                    <a:pt x="94" y="2696"/>
                  </a:lnTo>
                  <a:lnTo>
                    <a:pt x="63" y="2654"/>
                  </a:lnTo>
                  <a:lnTo>
                    <a:pt x="40" y="2606"/>
                  </a:lnTo>
                  <a:lnTo>
                    <a:pt x="21" y="2554"/>
                  </a:lnTo>
                  <a:lnTo>
                    <a:pt x="7" y="2499"/>
                  </a:lnTo>
                  <a:lnTo>
                    <a:pt x="1" y="2444"/>
                  </a:lnTo>
                  <a:lnTo>
                    <a:pt x="0" y="2391"/>
                  </a:lnTo>
                  <a:lnTo>
                    <a:pt x="4" y="2338"/>
                  </a:lnTo>
                  <a:lnTo>
                    <a:pt x="14" y="2286"/>
                  </a:lnTo>
                  <a:lnTo>
                    <a:pt x="29" y="2237"/>
                  </a:lnTo>
                  <a:lnTo>
                    <a:pt x="48" y="2189"/>
                  </a:lnTo>
                  <a:lnTo>
                    <a:pt x="73" y="2143"/>
                  </a:lnTo>
                  <a:lnTo>
                    <a:pt x="101" y="2102"/>
                  </a:lnTo>
                  <a:lnTo>
                    <a:pt x="134" y="2066"/>
                  </a:lnTo>
                  <a:lnTo>
                    <a:pt x="177" y="2030"/>
                  </a:lnTo>
                  <a:lnTo>
                    <a:pt x="222" y="1998"/>
                  </a:lnTo>
                  <a:lnTo>
                    <a:pt x="270" y="1972"/>
                  </a:lnTo>
                  <a:lnTo>
                    <a:pt x="320" y="1951"/>
                  </a:lnTo>
                  <a:lnTo>
                    <a:pt x="371" y="1933"/>
                  </a:lnTo>
                  <a:lnTo>
                    <a:pt x="423" y="1918"/>
                  </a:lnTo>
                  <a:lnTo>
                    <a:pt x="476" y="1904"/>
                  </a:lnTo>
                  <a:lnTo>
                    <a:pt x="528" y="1893"/>
                  </a:lnTo>
                  <a:lnTo>
                    <a:pt x="581" y="1885"/>
                  </a:lnTo>
                  <a:lnTo>
                    <a:pt x="632" y="1875"/>
                  </a:lnTo>
                  <a:lnTo>
                    <a:pt x="710" y="1863"/>
                  </a:lnTo>
                  <a:lnTo>
                    <a:pt x="742" y="1855"/>
                  </a:lnTo>
                  <a:lnTo>
                    <a:pt x="778" y="1847"/>
                  </a:lnTo>
                  <a:lnTo>
                    <a:pt x="829" y="1834"/>
                  </a:lnTo>
                  <a:lnTo>
                    <a:pt x="877" y="1822"/>
                  </a:lnTo>
                  <a:lnTo>
                    <a:pt x="922" y="1808"/>
                  </a:lnTo>
                  <a:lnTo>
                    <a:pt x="964" y="1795"/>
                  </a:lnTo>
                  <a:lnTo>
                    <a:pt x="1002" y="1780"/>
                  </a:lnTo>
                  <a:lnTo>
                    <a:pt x="1038" y="1762"/>
                  </a:lnTo>
                  <a:lnTo>
                    <a:pt x="1069" y="1743"/>
                  </a:lnTo>
                  <a:lnTo>
                    <a:pt x="1096" y="1721"/>
                  </a:lnTo>
                  <a:lnTo>
                    <a:pt x="1120" y="1696"/>
                  </a:lnTo>
                  <a:lnTo>
                    <a:pt x="1138" y="1667"/>
                  </a:lnTo>
                  <a:lnTo>
                    <a:pt x="1151" y="1636"/>
                  </a:lnTo>
                  <a:lnTo>
                    <a:pt x="1160" y="1600"/>
                  </a:lnTo>
                  <a:lnTo>
                    <a:pt x="1162" y="1561"/>
                  </a:lnTo>
                  <a:lnTo>
                    <a:pt x="1160" y="1502"/>
                  </a:lnTo>
                  <a:lnTo>
                    <a:pt x="1150" y="1443"/>
                  </a:lnTo>
                  <a:lnTo>
                    <a:pt x="1138" y="1386"/>
                  </a:lnTo>
                  <a:lnTo>
                    <a:pt x="1121" y="1328"/>
                  </a:lnTo>
                  <a:lnTo>
                    <a:pt x="1102" y="1271"/>
                  </a:lnTo>
                  <a:lnTo>
                    <a:pt x="1081" y="1212"/>
                  </a:lnTo>
                  <a:lnTo>
                    <a:pt x="1060" y="1153"/>
                  </a:lnTo>
                  <a:lnTo>
                    <a:pt x="1040" y="1094"/>
                  </a:lnTo>
                  <a:lnTo>
                    <a:pt x="1022" y="1034"/>
                  </a:lnTo>
                  <a:lnTo>
                    <a:pt x="1007" y="971"/>
                  </a:lnTo>
                  <a:lnTo>
                    <a:pt x="996" y="908"/>
                  </a:lnTo>
                  <a:lnTo>
                    <a:pt x="990" y="841"/>
                  </a:lnTo>
                  <a:lnTo>
                    <a:pt x="990" y="773"/>
                  </a:lnTo>
                  <a:lnTo>
                    <a:pt x="997" y="695"/>
                  </a:lnTo>
                  <a:lnTo>
                    <a:pt x="1009" y="619"/>
                  </a:lnTo>
                  <a:lnTo>
                    <a:pt x="1026" y="545"/>
                  </a:lnTo>
                  <a:lnTo>
                    <a:pt x="1048" y="476"/>
                  </a:lnTo>
                  <a:lnTo>
                    <a:pt x="1074" y="409"/>
                  </a:lnTo>
                  <a:lnTo>
                    <a:pt x="1106" y="346"/>
                  </a:lnTo>
                  <a:lnTo>
                    <a:pt x="1142" y="286"/>
                  </a:lnTo>
                  <a:lnTo>
                    <a:pt x="1180" y="231"/>
                  </a:lnTo>
                  <a:lnTo>
                    <a:pt x="1224" y="182"/>
                  </a:lnTo>
                  <a:lnTo>
                    <a:pt x="1271" y="136"/>
                  </a:lnTo>
                  <a:lnTo>
                    <a:pt x="1322" y="97"/>
                  </a:lnTo>
                  <a:lnTo>
                    <a:pt x="1362" y="69"/>
                  </a:lnTo>
                  <a:lnTo>
                    <a:pt x="1406" y="45"/>
                  </a:lnTo>
                  <a:lnTo>
                    <a:pt x="1453" y="26"/>
                  </a:lnTo>
                  <a:lnTo>
                    <a:pt x="1500" y="12"/>
                  </a:lnTo>
                  <a:lnTo>
                    <a:pt x="1549" y="2"/>
                  </a:lnTo>
                  <a:lnTo>
                    <a:pt x="159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任意多边形: 形状 26"/>
            <p:cNvSpPr>
              <a:spLocks/>
            </p:cNvSpPr>
            <p:nvPr/>
          </p:nvSpPr>
          <p:spPr bwMode="auto">
            <a:xfrm>
              <a:off x="5546450" y="2588178"/>
              <a:ext cx="236554" cy="238543"/>
            </a:xfrm>
            <a:custGeom>
              <a:avLst/>
              <a:gdLst>
                <a:gd name="T0" fmla="*/ 100 w 101"/>
                <a:gd name="T1" fmla="*/ 50 h 101"/>
                <a:gd name="T2" fmla="*/ 51 w 101"/>
                <a:gd name="T3" fmla="*/ 100 h 101"/>
                <a:gd name="T4" fmla="*/ 1 w 101"/>
                <a:gd name="T5" fmla="*/ 51 h 101"/>
                <a:gd name="T6" fmla="*/ 50 w 101"/>
                <a:gd name="T7" fmla="*/ 1 h 101"/>
                <a:gd name="T8" fmla="*/ 100 w 101"/>
                <a:gd name="T9" fmla="*/ 50 h 101"/>
                <a:gd name="T10" fmla="*/ 20 w 101"/>
                <a:gd name="T11" fmla="*/ 51 h 101"/>
                <a:gd name="T12" fmla="*/ 23 w 101"/>
                <a:gd name="T13" fmla="*/ 37 h 101"/>
                <a:gd name="T14" fmla="*/ 12 w 101"/>
                <a:gd name="T15" fmla="*/ 31 h 101"/>
                <a:gd name="T16" fmla="*/ 7 w 101"/>
                <a:gd name="T17" fmla="*/ 51 h 101"/>
                <a:gd name="T18" fmla="*/ 12 w 101"/>
                <a:gd name="T19" fmla="*/ 70 h 101"/>
                <a:gd name="T20" fmla="*/ 23 w 101"/>
                <a:gd name="T21" fmla="*/ 64 h 101"/>
                <a:gd name="T22" fmla="*/ 20 w 101"/>
                <a:gd name="T23" fmla="*/ 51 h 101"/>
                <a:gd name="T24" fmla="*/ 74 w 101"/>
                <a:gd name="T25" fmla="*/ 51 h 101"/>
                <a:gd name="T26" fmla="*/ 51 w 101"/>
                <a:gd name="T27" fmla="*/ 27 h 101"/>
                <a:gd name="T28" fmla="*/ 27 w 101"/>
                <a:gd name="T29" fmla="*/ 51 h 101"/>
                <a:gd name="T30" fmla="*/ 51 w 101"/>
                <a:gd name="T31" fmla="*/ 74 h 101"/>
                <a:gd name="T32" fmla="*/ 74 w 101"/>
                <a:gd name="T33" fmla="*/ 51 h 101"/>
                <a:gd name="T34" fmla="*/ 31 w 101"/>
                <a:gd name="T35" fmla="*/ 12 h 101"/>
                <a:gd name="T36" fmla="*/ 37 w 101"/>
                <a:gd name="T37" fmla="*/ 23 h 101"/>
                <a:gd name="T38" fmla="*/ 51 w 101"/>
                <a:gd name="T39" fmla="*/ 20 h 101"/>
                <a:gd name="T40" fmla="*/ 64 w 101"/>
                <a:gd name="T41" fmla="*/ 23 h 101"/>
                <a:gd name="T42" fmla="*/ 70 w 101"/>
                <a:gd name="T43" fmla="*/ 12 h 101"/>
                <a:gd name="T44" fmla="*/ 50 w 101"/>
                <a:gd name="T45" fmla="*/ 7 h 101"/>
                <a:gd name="T46" fmla="*/ 31 w 101"/>
                <a:gd name="T47" fmla="*/ 12 h 101"/>
                <a:gd name="T48" fmla="*/ 70 w 101"/>
                <a:gd name="T49" fmla="*/ 89 h 101"/>
                <a:gd name="T50" fmla="*/ 64 w 101"/>
                <a:gd name="T51" fmla="*/ 78 h 101"/>
                <a:gd name="T52" fmla="*/ 51 w 101"/>
                <a:gd name="T53" fmla="*/ 81 h 101"/>
                <a:gd name="T54" fmla="*/ 37 w 101"/>
                <a:gd name="T55" fmla="*/ 78 h 101"/>
                <a:gd name="T56" fmla="*/ 31 w 101"/>
                <a:gd name="T57" fmla="*/ 89 h 101"/>
                <a:gd name="T58" fmla="*/ 51 w 101"/>
                <a:gd name="T59" fmla="*/ 94 h 101"/>
                <a:gd name="T60" fmla="*/ 70 w 101"/>
                <a:gd name="T61" fmla="*/ 89 h 101"/>
                <a:gd name="T62" fmla="*/ 89 w 101"/>
                <a:gd name="T63" fmla="*/ 70 h 101"/>
                <a:gd name="T64" fmla="*/ 94 w 101"/>
                <a:gd name="T65" fmla="*/ 50 h 101"/>
                <a:gd name="T66" fmla="*/ 89 w 101"/>
                <a:gd name="T67" fmla="*/ 31 h 101"/>
                <a:gd name="T68" fmla="*/ 78 w 101"/>
                <a:gd name="T69" fmla="*/ 37 h 101"/>
                <a:gd name="T70" fmla="*/ 81 w 101"/>
                <a:gd name="T71" fmla="*/ 51 h 101"/>
                <a:gd name="T72" fmla="*/ 78 w 101"/>
                <a:gd name="T73" fmla="*/ 64 h 101"/>
                <a:gd name="T74" fmla="*/ 89 w 101"/>
                <a:gd name="T75" fmla="*/ 7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1" h="101">
                  <a:moveTo>
                    <a:pt x="100" y="50"/>
                  </a:moveTo>
                  <a:cubicBezTo>
                    <a:pt x="101" y="77"/>
                    <a:pt x="79" y="100"/>
                    <a:pt x="51" y="100"/>
                  </a:cubicBezTo>
                  <a:cubicBezTo>
                    <a:pt x="24" y="101"/>
                    <a:pt x="1" y="79"/>
                    <a:pt x="1" y="51"/>
                  </a:cubicBezTo>
                  <a:cubicBezTo>
                    <a:pt x="0" y="24"/>
                    <a:pt x="22" y="1"/>
                    <a:pt x="50" y="1"/>
                  </a:cubicBezTo>
                  <a:cubicBezTo>
                    <a:pt x="77" y="0"/>
                    <a:pt x="100" y="22"/>
                    <a:pt x="100" y="50"/>
                  </a:cubicBezTo>
                  <a:close/>
                  <a:moveTo>
                    <a:pt x="20" y="51"/>
                  </a:moveTo>
                  <a:cubicBezTo>
                    <a:pt x="20" y="46"/>
                    <a:pt x="21" y="41"/>
                    <a:pt x="23" y="37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9" y="37"/>
                    <a:pt x="7" y="44"/>
                    <a:pt x="7" y="51"/>
                  </a:cubicBezTo>
                  <a:cubicBezTo>
                    <a:pt x="7" y="58"/>
                    <a:pt x="9" y="65"/>
                    <a:pt x="12" y="70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1" y="60"/>
                    <a:pt x="20" y="55"/>
                    <a:pt x="20" y="51"/>
                  </a:cubicBezTo>
                  <a:close/>
                  <a:moveTo>
                    <a:pt x="74" y="51"/>
                  </a:moveTo>
                  <a:cubicBezTo>
                    <a:pt x="74" y="37"/>
                    <a:pt x="64" y="27"/>
                    <a:pt x="51" y="27"/>
                  </a:cubicBezTo>
                  <a:cubicBezTo>
                    <a:pt x="37" y="27"/>
                    <a:pt x="27" y="37"/>
                    <a:pt x="27" y="51"/>
                  </a:cubicBezTo>
                  <a:cubicBezTo>
                    <a:pt x="27" y="64"/>
                    <a:pt x="37" y="74"/>
                    <a:pt x="51" y="74"/>
                  </a:cubicBezTo>
                  <a:cubicBezTo>
                    <a:pt x="64" y="74"/>
                    <a:pt x="74" y="64"/>
                    <a:pt x="74" y="51"/>
                  </a:cubicBezTo>
                  <a:close/>
                  <a:moveTo>
                    <a:pt x="31" y="12"/>
                  </a:moveTo>
                  <a:cubicBezTo>
                    <a:pt x="37" y="23"/>
                    <a:pt x="37" y="23"/>
                    <a:pt x="37" y="23"/>
                  </a:cubicBezTo>
                  <a:cubicBezTo>
                    <a:pt x="41" y="21"/>
                    <a:pt x="46" y="20"/>
                    <a:pt x="51" y="20"/>
                  </a:cubicBezTo>
                  <a:cubicBezTo>
                    <a:pt x="55" y="20"/>
                    <a:pt x="60" y="21"/>
                    <a:pt x="64" y="23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64" y="9"/>
                    <a:pt x="57" y="7"/>
                    <a:pt x="50" y="7"/>
                  </a:cubicBezTo>
                  <a:cubicBezTo>
                    <a:pt x="43" y="8"/>
                    <a:pt x="36" y="9"/>
                    <a:pt x="31" y="12"/>
                  </a:cubicBezTo>
                  <a:close/>
                  <a:moveTo>
                    <a:pt x="70" y="89"/>
                  </a:moveTo>
                  <a:cubicBezTo>
                    <a:pt x="64" y="78"/>
                    <a:pt x="64" y="78"/>
                    <a:pt x="64" y="78"/>
                  </a:cubicBezTo>
                  <a:cubicBezTo>
                    <a:pt x="60" y="80"/>
                    <a:pt x="55" y="81"/>
                    <a:pt x="51" y="81"/>
                  </a:cubicBezTo>
                  <a:cubicBezTo>
                    <a:pt x="46" y="81"/>
                    <a:pt x="41" y="80"/>
                    <a:pt x="37" y="78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7" y="92"/>
                    <a:pt x="44" y="94"/>
                    <a:pt x="51" y="94"/>
                  </a:cubicBezTo>
                  <a:cubicBezTo>
                    <a:pt x="58" y="94"/>
                    <a:pt x="65" y="92"/>
                    <a:pt x="70" y="89"/>
                  </a:cubicBezTo>
                  <a:close/>
                  <a:moveTo>
                    <a:pt x="89" y="70"/>
                  </a:moveTo>
                  <a:cubicBezTo>
                    <a:pt x="92" y="64"/>
                    <a:pt x="94" y="57"/>
                    <a:pt x="94" y="50"/>
                  </a:cubicBezTo>
                  <a:cubicBezTo>
                    <a:pt x="94" y="43"/>
                    <a:pt x="92" y="36"/>
                    <a:pt x="89" y="31"/>
                  </a:cubicBezTo>
                  <a:cubicBezTo>
                    <a:pt x="78" y="37"/>
                    <a:pt x="78" y="37"/>
                    <a:pt x="78" y="37"/>
                  </a:cubicBezTo>
                  <a:cubicBezTo>
                    <a:pt x="80" y="41"/>
                    <a:pt x="81" y="46"/>
                    <a:pt x="81" y="51"/>
                  </a:cubicBezTo>
                  <a:cubicBezTo>
                    <a:pt x="81" y="55"/>
                    <a:pt x="80" y="60"/>
                    <a:pt x="78" y="64"/>
                  </a:cubicBezTo>
                  <a:lnTo>
                    <a:pt x="89" y="7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任意多边形: 形状 27"/>
            <p:cNvSpPr>
              <a:spLocks/>
            </p:cNvSpPr>
            <p:nvPr/>
          </p:nvSpPr>
          <p:spPr bwMode="auto">
            <a:xfrm>
              <a:off x="6884573" y="3319766"/>
              <a:ext cx="258023" cy="255838"/>
            </a:xfrm>
            <a:custGeom>
              <a:avLst/>
              <a:gdLst>
                <a:gd name="T0" fmla="*/ 100 w 100"/>
                <a:gd name="T1" fmla="*/ 39 h 99"/>
                <a:gd name="T2" fmla="*/ 63 w 100"/>
                <a:gd name="T3" fmla="*/ 78 h 99"/>
                <a:gd name="T4" fmla="*/ 33 w 100"/>
                <a:gd name="T5" fmla="*/ 99 h 99"/>
                <a:gd name="T6" fmla="*/ 0 w 100"/>
                <a:gd name="T7" fmla="*/ 66 h 99"/>
                <a:gd name="T8" fmla="*/ 21 w 100"/>
                <a:gd name="T9" fmla="*/ 36 h 99"/>
                <a:gd name="T10" fmla="*/ 60 w 100"/>
                <a:gd name="T11" fmla="*/ 0 h 99"/>
                <a:gd name="T12" fmla="*/ 100 w 100"/>
                <a:gd name="T13" fmla="*/ 39 h 99"/>
                <a:gd name="T14" fmla="*/ 0 w 100"/>
                <a:gd name="T15" fmla="*/ 12 h 99"/>
                <a:gd name="T16" fmla="*/ 11 w 100"/>
                <a:gd name="T17" fmla="*/ 1 h 99"/>
                <a:gd name="T18" fmla="*/ 22 w 100"/>
                <a:gd name="T19" fmla="*/ 12 h 99"/>
                <a:gd name="T20" fmla="*/ 11 w 100"/>
                <a:gd name="T21" fmla="*/ 23 h 99"/>
                <a:gd name="T22" fmla="*/ 0 w 100"/>
                <a:gd name="T23" fmla="*/ 12 h 99"/>
                <a:gd name="T24" fmla="*/ 5 w 100"/>
                <a:gd name="T25" fmla="*/ 12 h 99"/>
                <a:gd name="T26" fmla="*/ 11 w 100"/>
                <a:gd name="T27" fmla="*/ 18 h 99"/>
                <a:gd name="T28" fmla="*/ 17 w 100"/>
                <a:gd name="T29" fmla="*/ 12 h 99"/>
                <a:gd name="T30" fmla="*/ 11 w 100"/>
                <a:gd name="T31" fmla="*/ 6 h 99"/>
                <a:gd name="T32" fmla="*/ 5 w 100"/>
                <a:gd name="T33" fmla="*/ 12 h 99"/>
                <a:gd name="T34" fmla="*/ 52 w 100"/>
                <a:gd name="T35" fmla="*/ 77 h 99"/>
                <a:gd name="T36" fmla="*/ 22 w 100"/>
                <a:gd name="T37" fmla="*/ 48 h 99"/>
                <a:gd name="T38" fmla="*/ 11 w 100"/>
                <a:gd name="T39" fmla="*/ 66 h 99"/>
                <a:gd name="T40" fmla="*/ 33 w 100"/>
                <a:gd name="T41" fmla="*/ 88 h 99"/>
                <a:gd name="T42" fmla="*/ 52 w 100"/>
                <a:gd name="T43" fmla="*/ 77 h 99"/>
                <a:gd name="T44" fmla="*/ 88 w 100"/>
                <a:gd name="T45" fmla="*/ 39 h 99"/>
                <a:gd name="T46" fmla="*/ 60 w 100"/>
                <a:gd name="T47" fmla="*/ 12 h 99"/>
                <a:gd name="T48" fmla="*/ 33 w 100"/>
                <a:gd name="T49" fmla="*/ 34 h 99"/>
                <a:gd name="T50" fmla="*/ 66 w 100"/>
                <a:gd name="T51" fmla="*/ 66 h 99"/>
                <a:gd name="T52" fmla="*/ 88 w 100"/>
                <a:gd name="T53" fmla="*/ 39 h 99"/>
                <a:gd name="T54" fmla="*/ 55 w 100"/>
                <a:gd name="T55" fmla="*/ 66 h 99"/>
                <a:gd name="T56" fmla="*/ 33 w 100"/>
                <a:gd name="T57" fmla="*/ 45 h 99"/>
                <a:gd name="T58" fmla="*/ 55 w 100"/>
                <a:gd name="T59" fmla="*/ 66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0" h="99">
                  <a:moveTo>
                    <a:pt x="100" y="39"/>
                  </a:moveTo>
                  <a:cubicBezTo>
                    <a:pt x="100" y="60"/>
                    <a:pt x="84" y="77"/>
                    <a:pt x="63" y="78"/>
                  </a:cubicBezTo>
                  <a:cubicBezTo>
                    <a:pt x="59" y="91"/>
                    <a:pt x="47" y="99"/>
                    <a:pt x="33" y="99"/>
                  </a:cubicBezTo>
                  <a:cubicBezTo>
                    <a:pt x="15" y="99"/>
                    <a:pt x="0" y="84"/>
                    <a:pt x="0" y="66"/>
                  </a:cubicBezTo>
                  <a:cubicBezTo>
                    <a:pt x="0" y="53"/>
                    <a:pt x="9" y="41"/>
                    <a:pt x="21" y="36"/>
                  </a:cubicBezTo>
                  <a:cubicBezTo>
                    <a:pt x="23" y="16"/>
                    <a:pt x="40" y="0"/>
                    <a:pt x="60" y="0"/>
                  </a:cubicBezTo>
                  <a:cubicBezTo>
                    <a:pt x="82" y="0"/>
                    <a:pt x="100" y="18"/>
                    <a:pt x="100" y="39"/>
                  </a:cubicBezTo>
                  <a:close/>
                  <a:moveTo>
                    <a:pt x="0" y="12"/>
                  </a:moveTo>
                  <a:cubicBezTo>
                    <a:pt x="0" y="6"/>
                    <a:pt x="5" y="1"/>
                    <a:pt x="11" y="1"/>
                  </a:cubicBezTo>
                  <a:cubicBezTo>
                    <a:pt x="17" y="1"/>
                    <a:pt x="22" y="6"/>
                    <a:pt x="22" y="12"/>
                  </a:cubicBezTo>
                  <a:cubicBezTo>
                    <a:pt x="22" y="18"/>
                    <a:pt x="17" y="23"/>
                    <a:pt x="11" y="23"/>
                  </a:cubicBezTo>
                  <a:cubicBezTo>
                    <a:pt x="5" y="23"/>
                    <a:pt x="0" y="18"/>
                    <a:pt x="0" y="12"/>
                  </a:cubicBezTo>
                  <a:close/>
                  <a:moveTo>
                    <a:pt x="5" y="12"/>
                  </a:moveTo>
                  <a:cubicBezTo>
                    <a:pt x="5" y="15"/>
                    <a:pt x="8" y="18"/>
                    <a:pt x="11" y="18"/>
                  </a:cubicBezTo>
                  <a:cubicBezTo>
                    <a:pt x="15" y="18"/>
                    <a:pt x="17" y="15"/>
                    <a:pt x="17" y="12"/>
                  </a:cubicBezTo>
                  <a:cubicBezTo>
                    <a:pt x="17" y="8"/>
                    <a:pt x="15" y="6"/>
                    <a:pt x="11" y="6"/>
                  </a:cubicBezTo>
                  <a:cubicBezTo>
                    <a:pt x="8" y="6"/>
                    <a:pt x="5" y="8"/>
                    <a:pt x="5" y="12"/>
                  </a:cubicBezTo>
                  <a:close/>
                  <a:moveTo>
                    <a:pt x="52" y="77"/>
                  </a:moveTo>
                  <a:cubicBezTo>
                    <a:pt x="37" y="74"/>
                    <a:pt x="25" y="62"/>
                    <a:pt x="22" y="48"/>
                  </a:cubicBezTo>
                  <a:cubicBezTo>
                    <a:pt x="15" y="51"/>
                    <a:pt x="11" y="58"/>
                    <a:pt x="11" y="66"/>
                  </a:cubicBezTo>
                  <a:cubicBezTo>
                    <a:pt x="11" y="78"/>
                    <a:pt x="21" y="88"/>
                    <a:pt x="33" y="88"/>
                  </a:cubicBezTo>
                  <a:cubicBezTo>
                    <a:pt x="41" y="88"/>
                    <a:pt x="48" y="84"/>
                    <a:pt x="52" y="77"/>
                  </a:cubicBezTo>
                  <a:close/>
                  <a:moveTo>
                    <a:pt x="88" y="39"/>
                  </a:moveTo>
                  <a:cubicBezTo>
                    <a:pt x="88" y="24"/>
                    <a:pt x="75" y="12"/>
                    <a:pt x="60" y="12"/>
                  </a:cubicBezTo>
                  <a:cubicBezTo>
                    <a:pt x="47" y="12"/>
                    <a:pt x="36" y="21"/>
                    <a:pt x="33" y="34"/>
                  </a:cubicBezTo>
                  <a:cubicBezTo>
                    <a:pt x="51" y="34"/>
                    <a:pt x="65" y="48"/>
                    <a:pt x="66" y="66"/>
                  </a:cubicBezTo>
                  <a:cubicBezTo>
                    <a:pt x="78" y="64"/>
                    <a:pt x="88" y="52"/>
                    <a:pt x="88" y="39"/>
                  </a:cubicBezTo>
                  <a:close/>
                  <a:moveTo>
                    <a:pt x="55" y="66"/>
                  </a:moveTo>
                  <a:cubicBezTo>
                    <a:pt x="55" y="54"/>
                    <a:pt x="45" y="45"/>
                    <a:pt x="33" y="45"/>
                  </a:cubicBezTo>
                  <a:cubicBezTo>
                    <a:pt x="35" y="55"/>
                    <a:pt x="44" y="64"/>
                    <a:pt x="55" y="6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>
              <a:spLocks/>
            </p:cNvSpPr>
            <p:nvPr/>
          </p:nvSpPr>
          <p:spPr bwMode="auto">
            <a:xfrm>
              <a:off x="6414783" y="2559342"/>
              <a:ext cx="258898" cy="286638"/>
            </a:xfrm>
            <a:custGeom>
              <a:avLst/>
              <a:gdLst>
                <a:gd name="T0" fmla="*/ 7 w 71"/>
                <a:gd name="T1" fmla="*/ 53 h 76"/>
                <a:gd name="T2" fmla="*/ 6 w 71"/>
                <a:gd name="T3" fmla="*/ 50 h 76"/>
                <a:gd name="T4" fmla="*/ 21 w 71"/>
                <a:gd name="T5" fmla="*/ 13 h 76"/>
                <a:gd name="T6" fmla="*/ 24 w 71"/>
                <a:gd name="T7" fmla="*/ 11 h 76"/>
                <a:gd name="T8" fmla="*/ 17 w 71"/>
                <a:gd name="T9" fmla="*/ 7 h 76"/>
                <a:gd name="T10" fmla="*/ 9 w 71"/>
                <a:gd name="T11" fmla="*/ 33 h 76"/>
                <a:gd name="T12" fmla="*/ 2 w 71"/>
                <a:gd name="T13" fmla="*/ 36 h 76"/>
                <a:gd name="T14" fmla="*/ 35 w 71"/>
                <a:gd name="T15" fmla="*/ 10 h 76"/>
                <a:gd name="T16" fmla="*/ 35 w 71"/>
                <a:gd name="T17" fmla="*/ 0 h 76"/>
                <a:gd name="T18" fmla="*/ 35 w 71"/>
                <a:gd name="T19" fmla="*/ 10 h 76"/>
                <a:gd name="T20" fmla="*/ 50 w 71"/>
                <a:gd name="T21" fmla="*/ 13 h 76"/>
                <a:gd name="T22" fmla="*/ 51 w 71"/>
                <a:gd name="T23" fmla="*/ 5 h 76"/>
                <a:gd name="T24" fmla="*/ 58 w 71"/>
                <a:gd name="T25" fmla="*/ 23 h 76"/>
                <a:gd name="T26" fmla="*/ 66 w 71"/>
                <a:gd name="T27" fmla="*/ 17 h 76"/>
                <a:gd name="T28" fmla="*/ 57 w 71"/>
                <a:gd name="T29" fmla="*/ 22 h 76"/>
                <a:gd name="T30" fmla="*/ 62 w 71"/>
                <a:gd name="T31" fmla="*/ 33 h 76"/>
                <a:gd name="T32" fmla="*/ 69 w 71"/>
                <a:gd name="T33" fmla="*/ 36 h 76"/>
                <a:gd name="T34" fmla="*/ 13 w 71"/>
                <a:gd name="T35" fmla="*/ 20 h 76"/>
                <a:gd name="T36" fmla="*/ 6 w 71"/>
                <a:gd name="T37" fmla="*/ 19 h 76"/>
                <a:gd name="T38" fmla="*/ 14 w 71"/>
                <a:gd name="T39" fmla="*/ 22 h 76"/>
                <a:gd name="T40" fmla="*/ 49 w 71"/>
                <a:gd name="T41" fmla="*/ 49 h 76"/>
                <a:gd name="T42" fmla="*/ 45 w 71"/>
                <a:gd name="T43" fmla="*/ 61 h 76"/>
                <a:gd name="T44" fmla="*/ 46 w 71"/>
                <a:gd name="T45" fmla="*/ 66 h 76"/>
                <a:gd name="T46" fmla="*/ 42 w 71"/>
                <a:gd name="T47" fmla="*/ 73 h 76"/>
                <a:gd name="T48" fmla="*/ 33 w 71"/>
                <a:gd name="T49" fmla="*/ 76 h 76"/>
                <a:gd name="T50" fmla="*/ 25 w 71"/>
                <a:gd name="T51" fmla="*/ 70 h 76"/>
                <a:gd name="T52" fmla="*/ 26 w 71"/>
                <a:gd name="T53" fmla="*/ 65 h 76"/>
                <a:gd name="T54" fmla="*/ 25 w 71"/>
                <a:gd name="T55" fmla="*/ 59 h 76"/>
                <a:gd name="T56" fmla="*/ 16 w 71"/>
                <a:gd name="T57" fmla="*/ 35 h 76"/>
                <a:gd name="T58" fmla="*/ 41 w 71"/>
                <a:gd name="T59" fmla="*/ 73 h 76"/>
                <a:gd name="T60" fmla="*/ 30 w 71"/>
                <a:gd name="T61" fmla="*/ 73 h 76"/>
                <a:gd name="T62" fmla="*/ 41 w 71"/>
                <a:gd name="T63" fmla="*/ 73 h 76"/>
                <a:gd name="T64" fmla="*/ 30 w 71"/>
                <a:gd name="T65" fmla="*/ 69 h 76"/>
                <a:gd name="T66" fmla="*/ 33 w 71"/>
                <a:gd name="T67" fmla="*/ 71 h 76"/>
                <a:gd name="T68" fmla="*/ 44 w 71"/>
                <a:gd name="T69" fmla="*/ 70 h 76"/>
                <a:gd name="T70" fmla="*/ 30 w 71"/>
                <a:gd name="T71" fmla="*/ 66 h 76"/>
                <a:gd name="T72" fmla="*/ 41 w 71"/>
                <a:gd name="T73" fmla="*/ 67 h 76"/>
                <a:gd name="T74" fmla="*/ 41 w 71"/>
                <a:gd name="T75" fmla="*/ 62 h 76"/>
                <a:gd name="T76" fmla="*/ 30 w 71"/>
                <a:gd name="T77" fmla="*/ 64 h 76"/>
                <a:gd name="T78" fmla="*/ 44 w 71"/>
                <a:gd name="T79" fmla="*/ 59 h 76"/>
                <a:gd name="T80" fmla="*/ 28 w 71"/>
                <a:gd name="T81" fmla="*/ 59 h 76"/>
                <a:gd name="T82" fmla="*/ 30 w 71"/>
                <a:gd name="T83" fmla="*/ 60 h 76"/>
                <a:gd name="T84" fmla="*/ 52 w 71"/>
                <a:gd name="T85" fmla="*/ 35 h 76"/>
                <a:gd name="T86" fmla="*/ 24 w 71"/>
                <a:gd name="T87" fmla="*/ 47 h 76"/>
                <a:gd name="T88" fmla="*/ 28 w 71"/>
                <a:gd name="T89" fmla="*/ 39 h 76"/>
                <a:gd name="T90" fmla="*/ 33 w 71"/>
                <a:gd name="T91" fmla="*/ 56 h 76"/>
                <a:gd name="T92" fmla="*/ 42 w 71"/>
                <a:gd name="T93" fmla="*/ 38 h 76"/>
                <a:gd name="T94" fmla="*/ 42 w 71"/>
                <a:gd name="T95" fmla="*/ 56 h 76"/>
                <a:gd name="T96" fmla="*/ 65 w 71"/>
                <a:gd name="T97" fmla="*/ 50 h 76"/>
                <a:gd name="T98" fmla="*/ 58 w 71"/>
                <a:gd name="T99" fmla="*/ 50 h 76"/>
                <a:gd name="T100" fmla="*/ 66 w 71"/>
                <a:gd name="T101" fmla="*/ 53 h 76"/>
                <a:gd name="T102" fmla="*/ 21 w 71"/>
                <a:gd name="T103" fmla="*/ 57 h 76"/>
                <a:gd name="T104" fmla="*/ 19 w 71"/>
                <a:gd name="T105" fmla="*/ 66 h 76"/>
                <a:gd name="T106" fmla="*/ 23 w 71"/>
                <a:gd name="T107" fmla="*/ 57 h 76"/>
                <a:gd name="T108" fmla="*/ 47 w 71"/>
                <a:gd name="T109" fmla="*/ 59 h 76"/>
                <a:gd name="T110" fmla="*/ 53 w 71"/>
                <a:gd name="T111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1" h="76">
                  <a:moveTo>
                    <a:pt x="14" y="47"/>
                  </a:moveTo>
                  <a:cubicBezTo>
                    <a:pt x="14" y="48"/>
                    <a:pt x="14" y="49"/>
                    <a:pt x="13" y="50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6" y="53"/>
                  </a:cubicBezTo>
                  <a:cubicBezTo>
                    <a:pt x="6" y="53"/>
                    <a:pt x="5" y="53"/>
                    <a:pt x="5" y="53"/>
                  </a:cubicBezTo>
                  <a:cubicBezTo>
                    <a:pt x="5" y="52"/>
                    <a:pt x="5" y="51"/>
                    <a:pt x="6" y="50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3" y="47"/>
                    <a:pt x="14" y="47"/>
                  </a:cubicBezTo>
                  <a:close/>
                  <a:moveTo>
                    <a:pt x="21" y="13"/>
                  </a:moveTo>
                  <a:cubicBezTo>
                    <a:pt x="21" y="13"/>
                    <a:pt x="22" y="14"/>
                    <a:pt x="22" y="14"/>
                  </a:cubicBezTo>
                  <a:cubicBezTo>
                    <a:pt x="22" y="14"/>
                    <a:pt x="23" y="13"/>
                    <a:pt x="23" y="13"/>
                  </a:cubicBezTo>
                  <a:cubicBezTo>
                    <a:pt x="24" y="13"/>
                    <a:pt x="24" y="12"/>
                    <a:pt x="24" y="11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19" y="4"/>
                    <a:pt x="18" y="5"/>
                  </a:cubicBezTo>
                  <a:cubicBezTo>
                    <a:pt x="17" y="5"/>
                    <a:pt x="17" y="6"/>
                    <a:pt x="17" y="7"/>
                  </a:cubicBezTo>
                  <a:lnTo>
                    <a:pt x="21" y="13"/>
                  </a:lnTo>
                  <a:close/>
                  <a:moveTo>
                    <a:pt x="10" y="35"/>
                  </a:moveTo>
                  <a:cubicBezTo>
                    <a:pt x="10" y="34"/>
                    <a:pt x="10" y="33"/>
                    <a:pt x="9" y="33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" y="33"/>
                    <a:pt x="0" y="34"/>
                    <a:pt x="0" y="35"/>
                  </a:cubicBezTo>
                  <a:cubicBezTo>
                    <a:pt x="0" y="36"/>
                    <a:pt x="1" y="36"/>
                    <a:pt x="2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10" y="36"/>
                    <a:pt x="10" y="36"/>
                    <a:pt x="10" y="35"/>
                  </a:cubicBezTo>
                  <a:close/>
                  <a:moveTo>
                    <a:pt x="35" y="10"/>
                  </a:moveTo>
                  <a:cubicBezTo>
                    <a:pt x="36" y="10"/>
                    <a:pt x="37" y="9"/>
                    <a:pt x="37" y="8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6" y="0"/>
                    <a:pt x="35" y="0"/>
                  </a:cubicBezTo>
                  <a:cubicBezTo>
                    <a:pt x="35" y="0"/>
                    <a:pt x="34" y="1"/>
                    <a:pt x="34" y="1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9"/>
                    <a:pt x="35" y="10"/>
                    <a:pt x="35" y="10"/>
                  </a:cubicBezTo>
                  <a:close/>
                  <a:moveTo>
                    <a:pt x="48" y="13"/>
                  </a:moveTo>
                  <a:cubicBezTo>
                    <a:pt x="48" y="13"/>
                    <a:pt x="48" y="14"/>
                    <a:pt x="49" y="14"/>
                  </a:cubicBezTo>
                  <a:cubicBezTo>
                    <a:pt x="49" y="14"/>
                    <a:pt x="50" y="13"/>
                    <a:pt x="50" y="13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6"/>
                    <a:pt x="54" y="5"/>
                    <a:pt x="53" y="5"/>
                  </a:cubicBezTo>
                  <a:cubicBezTo>
                    <a:pt x="52" y="4"/>
                    <a:pt x="51" y="4"/>
                    <a:pt x="51" y="5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7" y="12"/>
                    <a:pt x="47" y="13"/>
                    <a:pt x="48" y="13"/>
                  </a:cubicBezTo>
                  <a:close/>
                  <a:moveTo>
                    <a:pt x="58" y="23"/>
                  </a:moveTo>
                  <a:cubicBezTo>
                    <a:pt x="59" y="23"/>
                    <a:pt x="59" y="23"/>
                    <a:pt x="59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6" y="19"/>
                    <a:pt x="66" y="18"/>
                    <a:pt x="66" y="17"/>
                  </a:cubicBezTo>
                  <a:cubicBezTo>
                    <a:pt x="65" y="17"/>
                    <a:pt x="65" y="16"/>
                    <a:pt x="64" y="17"/>
                  </a:cubicBezTo>
                  <a:cubicBezTo>
                    <a:pt x="58" y="20"/>
                    <a:pt x="58" y="20"/>
                    <a:pt x="58" y="20"/>
                  </a:cubicBezTo>
                  <a:cubicBezTo>
                    <a:pt x="57" y="21"/>
                    <a:pt x="57" y="22"/>
                    <a:pt x="57" y="22"/>
                  </a:cubicBezTo>
                  <a:cubicBezTo>
                    <a:pt x="57" y="23"/>
                    <a:pt x="58" y="23"/>
                    <a:pt x="58" y="23"/>
                  </a:cubicBezTo>
                  <a:close/>
                  <a:moveTo>
                    <a:pt x="69" y="33"/>
                  </a:moveTo>
                  <a:cubicBezTo>
                    <a:pt x="62" y="33"/>
                    <a:pt x="62" y="33"/>
                    <a:pt x="62" y="33"/>
                  </a:cubicBezTo>
                  <a:cubicBezTo>
                    <a:pt x="61" y="33"/>
                    <a:pt x="60" y="34"/>
                    <a:pt x="60" y="35"/>
                  </a:cubicBezTo>
                  <a:cubicBezTo>
                    <a:pt x="60" y="36"/>
                    <a:pt x="61" y="36"/>
                    <a:pt x="62" y="36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70" y="36"/>
                    <a:pt x="71" y="36"/>
                    <a:pt x="71" y="35"/>
                  </a:cubicBezTo>
                  <a:cubicBezTo>
                    <a:pt x="71" y="34"/>
                    <a:pt x="70" y="33"/>
                    <a:pt x="69" y="33"/>
                  </a:cubicBezTo>
                  <a:close/>
                  <a:moveTo>
                    <a:pt x="13" y="20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6" y="16"/>
                    <a:pt x="5" y="17"/>
                    <a:pt x="5" y="17"/>
                  </a:cubicBezTo>
                  <a:cubicBezTo>
                    <a:pt x="5" y="18"/>
                    <a:pt x="5" y="19"/>
                    <a:pt x="6" y="1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3"/>
                    <a:pt x="12" y="23"/>
                    <a:pt x="13" y="23"/>
                  </a:cubicBezTo>
                  <a:cubicBezTo>
                    <a:pt x="13" y="23"/>
                    <a:pt x="14" y="23"/>
                    <a:pt x="14" y="22"/>
                  </a:cubicBezTo>
                  <a:cubicBezTo>
                    <a:pt x="14" y="22"/>
                    <a:pt x="14" y="21"/>
                    <a:pt x="13" y="20"/>
                  </a:cubicBezTo>
                  <a:close/>
                  <a:moveTo>
                    <a:pt x="55" y="35"/>
                  </a:moveTo>
                  <a:cubicBezTo>
                    <a:pt x="55" y="41"/>
                    <a:pt x="53" y="46"/>
                    <a:pt x="49" y="49"/>
                  </a:cubicBezTo>
                  <a:cubicBezTo>
                    <a:pt x="46" y="53"/>
                    <a:pt x="45" y="56"/>
                    <a:pt x="45" y="58"/>
                  </a:cubicBezTo>
                  <a:cubicBezTo>
                    <a:pt x="45" y="58"/>
                    <a:pt x="46" y="59"/>
                    <a:pt x="46" y="59"/>
                  </a:cubicBezTo>
                  <a:cubicBezTo>
                    <a:pt x="46" y="60"/>
                    <a:pt x="45" y="61"/>
                    <a:pt x="45" y="61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6" y="64"/>
                    <a:pt x="45" y="64"/>
                    <a:pt x="45" y="65"/>
                  </a:cubicBezTo>
                  <a:cubicBezTo>
                    <a:pt x="45" y="65"/>
                    <a:pt x="46" y="66"/>
                    <a:pt x="46" y="66"/>
                  </a:cubicBezTo>
                  <a:cubicBezTo>
                    <a:pt x="46" y="67"/>
                    <a:pt x="45" y="68"/>
                    <a:pt x="45" y="68"/>
                  </a:cubicBezTo>
                  <a:cubicBezTo>
                    <a:pt x="45" y="69"/>
                    <a:pt x="46" y="69"/>
                    <a:pt x="46" y="70"/>
                  </a:cubicBezTo>
                  <a:cubicBezTo>
                    <a:pt x="46" y="71"/>
                    <a:pt x="44" y="72"/>
                    <a:pt x="42" y="73"/>
                  </a:cubicBezTo>
                  <a:cubicBezTo>
                    <a:pt x="42" y="73"/>
                    <a:pt x="43" y="73"/>
                    <a:pt x="43" y="73"/>
                  </a:cubicBezTo>
                  <a:cubicBezTo>
                    <a:pt x="43" y="75"/>
                    <a:pt x="41" y="76"/>
                    <a:pt x="38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0" y="76"/>
                    <a:pt x="28" y="75"/>
                    <a:pt x="28" y="73"/>
                  </a:cubicBezTo>
                  <a:cubicBezTo>
                    <a:pt x="28" y="73"/>
                    <a:pt x="29" y="73"/>
                    <a:pt x="29" y="73"/>
                  </a:cubicBezTo>
                  <a:cubicBezTo>
                    <a:pt x="27" y="72"/>
                    <a:pt x="25" y="71"/>
                    <a:pt x="25" y="70"/>
                  </a:cubicBezTo>
                  <a:cubicBezTo>
                    <a:pt x="25" y="69"/>
                    <a:pt x="26" y="69"/>
                    <a:pt x="26" y="68"/>
                  </a:cubicBezTo>
                  <a:cubicBezTo>
                    <a:pt x="26" y="68"/>
                    <a:pt x="25" y="67"/>
                    <a:pt x="25" y="66"/>
                  </a:cubicBezTo>
                  <a:cubicBezTo>
                    <a:pt x="25" y="66"/>
                    <a:pt x="26" y="65"/>
                    <a:pt x="26" y="65"/>
                  </a:cubicBezTo>
                  <a:cubicBezTo>
                    <a:pt x="26" y="64"/>
                    <a:pt x="25" y="64"/>
                    <a:pt x="25" y="63"/>
                  </a:cubicBezTo>
                  <a:cubicBezTo>
                    <a:pt x="25" y="62"/>
                    <a:pt x="26" y="62"/>
                    <a:pt x="26" y="61"/>
                  </a:cubicBezTo>
                  <a:cubicBezTo>
                    <a:pt x="26" y="61"/>
                    <a:pt x="25" y="60"/>
                    <a:pt x="25" y="59"/>
                  </a:cubicBezTo>
                  <a:cubicBezTo>
                    <a:pt x="25" y="59"/>
                    <a:pt x="26" y="58"/>
                    <a:pt x="26" y="58"/>
                  </a:cubicBezTo>
                  <a:cubicBezTo>
                    <a:pt x="26" y="56"/>
                    <a:pt x="25" y="53"/>
                    <a:pt x="22" y="49"/>
                  </a:cubicBezTo>
                  <a:cubicBezTo>
                    <a:pt x="18" y="46"/>
                    <a:pt x="16" y="41"/>
                    <a:pt x="16" y="35"/>
                  </a:cubicBezTo>
                  <a:cubicBezTo>
                    <a:pt x="16" y="24"/>
                    <a:pt x="25" y="16"/>
                    <a:pt x="35" y="16"/>
                  </a:cubicBezTo>
                  <a:cubicBezTo>
                    <a:pt x="46" y="16"/>
                    <a:pt x="55" y="24"/>
                    <a:pt x="55" y="35"/>
                  </a:cubicBezTo>
                  <a:close/>
                  <a:moveTo>
                    <a:pt x="41" y="73"/>
                  </a:moveTo>
                  <a:cubicBezTo>
                    <a:pt x="40" y="73"/>
                    <a:pt x="40" y="73"/>
                    <a:pt x="38" y="73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31" y="73"/>
                    <a:pt x="30" y="73"/>
                    <a:pt x="30" y="73"/>
                  </a:cubicBezTo>
                  <a:cubicBezTo>
                    <a:pt x="30" y="74"/>
                    <a:pt x="31" y="74"/>
                    <a:pt x="33" y="74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40" y="74"/>
                    <a:pt x="40" y="74"/>
                    <a:pt x="41" y="73"/>
                  </a:cubicBezTo>
                  <a:close/>
                  <a:moveTo>
                    <a:pt x="44" y="70"/>
                  </a:moveTo>
                  <a:cubicBezTo>
                    <a:pt x="44" y="70"/>
                    <a:pt x="43" y="69"/>
                    <a:pt x="41" y="6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8" y="69"/>
                    <a:pt x="27" y="70"/>
                    <a:pt x="27" y="70"/>
                  </a:cubicBezTo>
                  <a:cubicBezTo>
                    <a:pt x="27" y="70"/>
                    <a:pt x="28" y="71"/>
                    <a:pt x="30" y="71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8" y="71"/>
                    <a:pt x="38" y="71"/>
                    <a:pt x="38" y="71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43" y="71"/>
                    <a:pt x="44" y="70"/>
                    <a:pt x="44" y="70"/>
                  </a:cubicBezTo>
                  <a:close/>
                  <a:moveTo>
                    <a:pt x="44" y="66"/>
                  </a:moveTo>
                  <a:cubicBezTo>
                    <a:pt x="44" y="66"/>
                    <a:pt x="43" y="66"/>
                    <a:pt x="41" y="66"/>
                  </a:cubicBezTo>
                  <a:cubicBezTo>
                    <a:pt x="30" y="66"/>
                    <a:pt x="30" y="66"/>
                    <a:pt x="30" y="66"/>
                  </a:cubicBezTo>
                  <a:cubicBezTo>
                    <a:pt x="28" y="66"/>
                    <a:pt x="27" y="66"/>
                    <a:pt x="27" y="66"/>
                  </a:cubicBezTo>
                  <a:cubicBezTo>
                    <a:pt x="27" y="67"/>
                    <a:pt x="28" y="67"/>
                    <a:pt x="30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3" y="67"/>
                    <a:pt x="44" y="67"/>
                    <a:pt x="44" y="66"/>
                  </a:cubicBezTo>
                  <a:close/>
                  <a:moveTo>
                    <a:pt x="44" y="63"/>
                  </a:moveTo>
                  <a:cubicBezTo>
                    <a:pt x="44" y="63"/>
                    <a:pt x="43" y="62"/>
                    <a:pt x="41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28" y="62"/>
                    <a:pt x="27" y="63"/>
                    <a:pt x="27" y="63"/>
                  </a:cubicBezTo>
                  <a:cubicBezTo>
                    <a:pt x="27" y="63"/>
                    <a:pt x="28" y="64"/>
                    <a:pt x="30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3" y="64"/>
                    <a:pt x="44" y="63"/>
                    <a:pt x="44" y="63"/>
                  </a:cubicBezTo>
                  <a:close/>
                  <a:moveTo>
                    <a:pt x="44" y="59"/>
                  </a:moveTo>
                  <a:cubicBezTo>
                    <a:pt x="44" y="59"/>
                    <a:pt x="43" y="59"/>
                    <a:pt x="43" y="59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60"/>
                    <a:pt x="28" y="60"/>
                    <a:pt x="30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3" y="60"/>
                    <a:pt x="44" y="60"/>
                    <a:pt x="44" y="59"/>
                  </a:cubicBezTo>
                  <a:close/>
                  <a:moveTo>
                    <a:pt x="52" y="35"/>
                  </a:moveTo>
                  <a:cubicBezTo>
                    <a:pt x="52" y="26"/>
                    <a:pt x="45" y="19"/>
                    <a:pt x="35" y="19"/>
                  </a:cubicBezTo>
                  <a:cubicBezTo>
                    <a:pt x="26" y="19"/>
                    <a:pt x="19" y="26"/>
                    <a:pt x="19" y="35"/>
                  </a:cubicBezTo>
                  <a:cubicBezTo>
                    <a:pt x="19" y="40"/>
                    <a:pt x="21" y="44"/>
                    <a:pt x="24" y="47"/>
                  </a:cubicBezTo>
                  <a:cubicBezTo>
                    <a:pt x="27" y="50"/>
                    <a:pt x="28" y="53"/>
                    <a:pt x="29" y="56"/>
                  </a:cubicBezTo>
                  <a:cubicBezTo>
                    <a:pt x="31" y="56"/>
                    <a:pt x="31" y="56"/>
                    <a:pt x="31" y="56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8"/>
                    <a:pt x="29" y="38"/>
                    <a:pt x="29" y="38"/>
                  </a:cubicBezTo>
                  <a:cubicBezTo>
                    <a:pt x="30" y="38"/>
                    <a:pt x="30" y="38"/>
                    <a:pt x="30" y="39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38"/>
                    <a:pt x="41" y="38"/>
                    <a:pt x="42" y="38"/>
                  </a:cubicBezTo>
                  <a:cubicBezTo>
                    <a:pt x="42" y="38"/>
                    <a:pt x="43" y="38"/>
                    <a:pt x="43" y="39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3" y="53"/>
                    <a:pt x="44" y="50"/>
                    <a:pt x="47" y="47"/>
                  </a:cubicBezTo>
                  <a:cubicBezTo>
                    <a:pt x="50" y="44"/>
                    <a:pt x="52" y="40"/>
                    <a:pt x="52" y="35"/>
                  </a:cubicBezTo>
                  <a:close/>
                  <a:moveTo>
                    <a:pt x="65" y="50"/>
                  </a:moveTo>
                  <a:cubicBezTo>
                    <a:pt x="59" y="47"/>
                    <a:pt x="59" y="47"/>
                    <a:pt x="59" y="47"/>
                  </a:cubicBezTo>
                  <a:cubicBezTo>
                    <a:pt x="58" y="47"/>
                    <a:pt x="58" y="47"/>
                    <a:pt x="57" y="47"/>
                  </a:cubicBezTo>
                  <a:cubicBezTo>
                    <a:pt x="57" y="48"/>
                    <a:pt x="57" y="49"/>
                    <a:pt x="58" y="50"/>
                  </a:cubicBezTo>
                  <a:cubicBezTo>
                    <a:pt x="64" y="53"/>
                    <a:pt x="64" y="53"/>
                    <a:pt x="64" y="53"/>
                  </a:cubicBezTo>
                  <a:cubicBezTo>
                    <a:pt x="64" y="53"/>
                    <a:pt x="64" y="53"/>
                    <a:pt x="65" y="53"/>
                  </a:cubicBezTo>
                  <a:cubicBezTo>
                    <a:pt x="65" y="53"/>
                    <a:pt x="66" y="53"/>
                    <a:pt x="66" y="53"/>
                  </a:cubicBezTo>
                  <a:cubicBezTo>
                    <a:pt x="66" y="52"/>
                    <a:pt x="66" y="51"/>
                    <a:pt x="65" y="50"/>
                  </a:cubicBezTo>
                  <a:close/>
                  <a:moveTo>
                    <a:pt x="23" y="57"/>
                  </a:moveTo>
                  <a:cubicBezTo>
                    <a:pt x="22" y="56"/>
                    <a:pt x="21" y="56"/>
                    <a:pt x="21" y="57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7" y="64"/>
                    <a:pt x="17" y="65"/>
                    <a:pt x="18" y="65"/>
                  </a:cubicBezTo>
                  <a:cubicBezTo>
                    <a:pt x="18" y="66"/>
                    <a:pt x="18" y="66"/>
                    <a:pt x="19" y="66"/>
                  </a:cubicBezTo>
                  <a:cubicBezTo>
                    <a:pt x="19" y="66"/>
                    <a:pt x="20" y="65"/>
                    <a:pt x="20" y="65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8"/>
                    <a:pt x="24" y="57"/>
                    <a:pt x="23" y="57"/>
                  </a:cubicBezTo>
                  <a:close/>
                  <a:moveTo>
                    <a:pt x="50" y="57"/>
                  </a:moveTo>
                  <a:cubicBezTo>
                    <a:pt x="50" y="56"/>
                    <a:pt x="49" y="56"/>
                    <a:pt x="48" y="57"/>
                  </a:cubicBezTo>
                  <a:cubicBezTo>
                    <a:pt x="47" y="57"/>
                    <a:pt x="47" y="58"/>
                    <a:pt x="47" y="59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51" y="65"/>
                    <a:pt x="52" y="66"/>
                    <a:pt x="52" y="66"/>
                  </a:cubicBezTo>
                  <a:cubicBezTo>
                    <a:pt x="53" y="66"/>
                    <a:pt x="53" y="66"/>
                    <a:pt x="53" y="65"/>
                  </a:cubicBezTo>
                  <a:cubicBezTo>
                    <a:pt x="54" y="65"/>
                    <a:pt x="54" y="64"/>
                    <a:pt x="54" y="63"/>
                  </a:cubicBezTo>
                  <a:lnTo>
                    <a:pt x="50" y="57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任意多边形: 形状 29"/>
            <p:cNvSpPr>
              <a:spLocks/>
            </p:cNvSpPr>
            <p:nvPr/>
          </p:nvSpPr>
          <p:spPr bwMode="auto">
            <a:xfrm>
              <a:off x="5081881" y="3330665"/>
              <a:ext cx="235241" cy="217963"/>
            </a:xfrm>
            <a:custGeom>
              <a:avLst/>
              <a:gdLst>
                <a:gd name="T0" fmla="*/ 69 w 75"/>
                <a:gd name="T1" fmla="*/ 35 h 67"/>
                <a:gd name="T2" fmla="*/ 67 w 75"/>
                <a:gd name="T3" fmla="*/ 35 h 67"/>
                <a:gd name="T4" fmla="*/ 56 w 75"/>
                <a:gd name="T5" fmla="*/ 10 h 67"/>
                <a:gd name="T6" fmla="*/ 21 w 75"/>
                <a:gd name="T7" fmla="*/ 7 h 67"/>
                <a:gd name="T8" fmla="*/ 8 w 75"/>
                <a:gd name="T9" fmla="*/ 33 h 67"/>
                <a:gd name="T10" fmla="*/ 6 w 75"/>
                <a:gd name="T11" fmla="*/ 35 h 67"/>
                <a:gd name="T12" fmla="*/ 0 w 75"/>
                <a:gd name="T13" fmla="*/ 48 h 67"/>
                <a:gd name="T14" fmla="*/ 6 w 75"/>
                <a:gd name="T15" fmla="*/ 61 h 67"/>
                <a:gd name="T16" fmla="*/ 17 w 75"/>
                <a:gd name="T17" fmla="*/ 59 h 67"/>
                <a:gd name="T18" fmla="*/ 15 w 75"/>
                <a:gd name="T19" fmla="*/ 35 h 67"/>
                <a:gd name="T20" fmla="*/ 12 w 75"/>
                <a:gd name="T21" fmla="*/ 33 h 67"/>
                <a:gd name="T22" fmla="*/ 23 w 75"/>
                <a:gd name="T23" fmla="*/ 13 h 67"/>
                <a:gd name="T24" fmla="*/ 50 w 75"/>
                <a:gd name="T25" fmla="*/ 13 h 67"/>
                <a:gd name="T26" fmla="*/ 63 w 75"/>
                <a:gd name="T27" fmla="*/ 33 h 67"/>
                <a:gd name="T28" fmla="*/ 60 w 75"/>
                <a:gd name="T29" fmla="*/ 35 h 67"/>
                <a:gd name="T30" fmla="*/ 58 w 75"/>
                <a:gd name="T31" fmla="*/ 58 h 67"/>
                <a:gd name="T32" fmla="*/ 45 w 75"/>
                <a:gd name="T33" fmla="*/ 64 h 67"/>
                <a:gd name="T34" fmla="*/ 43 w 75"/>
                <a:gd name="T35" fmla="*/ 60 h 67"/>
                <a:gd name="T36" fmla="*/ 35 w 75"/>
                <a:gd name="T37" fmla="*/ 62 h 67"/>
                <a:gd name="T38" fmla="*/ 36 w 75"/>
                <a:gd name="T39" fmla="*/ 67 h 67"/>
                <a:gd name="T40" fmla="*/ 49 w 75"/>
                <a:gd name="T41" fmla="*/ 67 h 67"/>
                <a:gd name="T42" fmla="*/ 59 w 75"/>
                <a:gd name="T43" fmla="*/ 61 h 67"/>
                <a:gd name="T44" fmla="*/ 69 w 75"/>
                <a:gd name="T45" fmla="*/ 61 h 67"/>
                <a:gd name="T46" fmla="*/ 75 w 75"/>
                <a:gd name="T47" fmla="*/ 48 h 67"/>
                <a:gd name="T48" fmla="*/ 5 w 75"/>
                <a:gd name="T49" fmla="*/ 40 h 67"/>
                <a:gd name="T50" fmla="*/ 3 w 75"/>
                <a:gd name="T51" fmla="*/ 48 h 67"/>
                <a:gd name="T52" fmla="*/ 8 w 75"/>
                <a:gd name="T53" fmla="*/ 58 h 67"/>
                <a:gd name="T54" fmla="*/ 14 w 75"/>
                <a:gd name="T55" fmla="*/ 38 h 67"/>
                <a:gd name="T56" fmla="*/ 38 w 75"/>
                <a:gd name="T57" fmla="*/ 64 h 67"/>
                <a:gd name="T58" fmla="*/ 42 w 75"/>
                <a:gd name="T59" fmla="*/ 63 h 67"/>
                <a:gd name="T60" fmla="*/ 38 w 75"/>
                <a:gd name="T61" fmla="*/ 64 h 67"/>
                <a:gd name="T62" fmla="*/ 70 w 75"/>
                <a:gd name="T63" fmla="*/ 56 h 67"/>
                <a:gd name="T64" fmla="*/ 72 w 75"/>
                <a:gd name="T65" fmla="*/ 48 h 67"/>
                <a:gd name="T66" fmla="*/ 67 w 75"/>
                <a:gd name="T67" fmla="*/ 58 h 67"/>
                <a:gd name="T68" fmla="*/ 67 w 75"/>
                <a:gd name="T69" fmla="*/ 56 h 67"/>
                <a:gd name="T70" fmla="*/ 61 w 75"/>
                <a:gd name="T71" fmla="*/ 55 h 67"/>
                <a:gd name="T72" fmla="*/ 67 w 75"/>
                <a:gd name="T73" fmla="*/ 38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" h="67">
                  <a:moveTo>
                    <a:pt x="75" y="48"/>
                  </a:moveTo>
                  <a:cubicBezTo>
                    <a:pt x="75" y="42"/>
                    <a:pt x="73" y="36"/>
                    <a:pt x="69" y="35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67" y="35"/>
                    <a:pt x="67" y="35"/>
                    <a:pt x="67" y="35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7" y="23"/>
                    <a:pt x="63" y="15"/>
                    <a:pt x="56" y="10"/>
                  </a:cubicBezTo>
                  <a:cubicBezTo>
                    <a:pt x="56" y="8"/>
                    <a:pt x="55" y="7"/>
                    <a:pt x="54" y="7"/>
                  </a:cubicBezTo>
                  <a:cubicBezTo>
                    <a:pt x="44" y="0"/>
                    <a:pt x="31" y="0"/>
                    <a:pt x="21" y="7"/>
                  </a:cubicBezTo>
                  <a:cubicBezTo>
                    <a:pt x="20" y="7"/>
                    <a:pt x="19" y="8"/>
                    <a:pt x="19" y="10"/>
                  </a:cubicBezTo>
                  <a:cubicBezTo>
                    <a:pt x="12" y="15"/>
                    <a:pt x="8" y="23"/>
                    <a:pt x="8" y="33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2" y="36"/>
                    <a:pt x="0" y="42"/>
                    <a:pt x="0" y="48"/>
                  </a:cubicBezTo>
                  <a:cubicBezTo>
                    <a:pt x="0" y="54"/>
                    <a:pt x="2" y="60"/>
                    <a:pt x="6" y="61"/>
                  </a:cubicBezTo>
                  <a:cubicBezTo>
                    <a:pt x="6" y="61"/>
                    <a:pt x="6" y="61"/>
                    <a:pt x="6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1"/>
                    <a:pt x="17" y="60"/>
                    <a:pt x="17" y="59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6" y="35"/>
                    <a:pt x="15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25"/>
                    <a:pt x="16" y="18"/>
                    <a:pt x="22" y="13"/>
                  </a:cubicBezTo>
                  <a:cubicBezTo>
                    <a:pt x="22" y="13"/>
                    <a:pt x="22" y="13"/>
                    <a:pt x="23" y="13"/>
                  </a:cubicBezTo>
                  <a:cubicBezTo>
                    <a:pt x="23" y="13"/>
                    <a:pt x="24" y="13"/>
                    <a:pt x="25" y="13"/>
                  </a:cubicBezTo>
                  <a:cubicBezTo>
                    <a:pt x="32" y="8"/>
                    <a:pt x="43" y="8"/>
                    <a:pt x="50" y="13"/>
                  </a:cubicBezTo>
                  <a:cubicBezTo>
                    <a:pt x="51" y="13"/>
                    <a:pt x="52" y="13"/>
                    <a:pt x="53" y="13"/>
                  </a:cubicBezTo>
                  <a:cubicBezTo>
                    <a:pt x="59" y="18"/>
                    <a:pt x="63" y="25"/>
                    <a:pt x="63" y="33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5"/>
                    <a:pt x="58" y="36"/>
                    <a:pt x="58" y="3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45" y="64"/>
                    <a:pt x="45" y="64"/>
                    <a:pt x="45" y="64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5" y="61"/>
                    <a:pt x="44" y="60"/>
                    <a:pt x="43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0"/>
                    <a:pt x="35" y="61"/>
                    <a:pt x="35" y="62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6"/>
                    <a:pt x="36" y="67"/>
                    <a:pt x="36" y="67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49" y="67"/>
                    <a:pt x="49" y="67"/>
                    <a:pt x="49" y="67"/>
                  </a:cubicBezTo>
                  <a:cubicBezTo>
                    <a:pt x="49" y="67"/>
                    <a:pt x="50" y="67"/>
                    <a:pt x="50" y="67"/>
                  </a:cubicBezTo>
                  <a:cubicBezTo>
                    <a:pt x="59" y="61"/>
                    <a:pt x="59" y="61"/>
                    <a:pt x="59" y="61"/>
                  </a:cubicBezTo>
                  <a:cubicBezTo>
                    <a:pt x="59" y="61"/>
                    <a:pt x="59" y="61"/>
                    <a:pt x="60" y="61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73" y="60"/>
                    <a:pt x="75" y="54"/>
                    <a:pt x="75" y="48"/>
                  </a:cubicBezTo>
                  <a:close/>
                  <a:moveTo>
                    <a:pt x="3" y="48"/>
                  </a:moveTo>
                  <a:cubicBezTo>
                    <a:pt x="3" y="44"/>
                    <a:pt x="4" y="41"/>
                    <a:pt x="5" y="40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4" y="55"/>
                    <a:pt x="3" y="52"/>
                    <a:pt x="3" y="48"/>
                  </a:cubicBezTo>
                  <a:close/>
                  <a:moveTo>
                    <a:pt x="14" y="58"/>
                  </a:moveTo>
                  <a:cubicBezTo>
                    <a:pt x="8" y="58"/>
                    <a:pt x="8" y="58"/>
                    <a:pt x="8" y="5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4" y="58"/>
                  </a:lnTo>
                  <a:close/>
                  <a:moveTo>
                    <a:pt x="38" y="64"/>
                  </a:moveTo>
                  <a:cubicBezTo>
                    <a:pt x="38" y="63"/>
                    <a:pt x="38" y="63"/>
                    <a:pt x="38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2" y="64"/>
                    <a:pt x="42" y="64"/>
                    <a:pt x="42" y="64"/>
                  </a:cubicBezTo>
                  <a:lnTo>
                    <a:pt x="38" y="64"/>
                  </a:lnTo>
                  <a:close/>
                  <a:moveTo>
                    <a:pt x="72" y="48"/>
                  </a:moveTo>
                  <a:cubicBezTo>
                    <a:pt x="72" y="52"/>
                    <a:pt x="71" y="55"/>
                    <a:pt x="70" y="56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1" y="41"/>
                    <a:pt x="72" y="44"/>
                    <a:pt x="72" y="48"/>
                  </a:cubicBezTo>
                  <a:close/>
                  <a:moveTo>
                    <a:pt x="67" y="38"/>
                  </a:moveTo>
                  <a:cubicBezTo>
                    <a:pt x="67" y="58"/>
                    <a:pt x="67" y="58"/>
                    <a:pt x="67" y="58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6" y="57"/>
                    <a:pt x="67" y="57"/>
                    <a:pt x="67" y="56"/>
                  </a:cubicBezTo>
                  <a:cubicBezTo>
                    <a:pt x="67" y="54"/>
                    <a:pt x="65" y="53"/>
                    <a:pt x="64" y="53"/>
                  </a:cubicBezTo>
                  <a:cubicBezTo>
                    <a:pt x="62" y="53"/>
                    <a:pt x="61" y="54"/>
                    <a:pt x="61" y="55"/>
                  </a:cubicBezTo>
                  <a:cubicBezTo>
                    <a:pt x="61" y="38"/>
                    <a:pt x="61" y="38"/>
                    <a:pt x="61" y="38"/>
                  </a:cubicBezTo>
                  <a:lnTo>
                    <a:pt x="67" y="3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任意多边形: 形状 30"/>
            <p:cNvSpPr>
              <a:spLocks/>
            </p:cNvSpPr>
            <p:nvPr/>
          </p:nvSpPr>
          <p:spPr bwMode="auto">
            <a:xfrm>
              <a:off x="5547553" y="4022483"/>
              <a:ext cx="204673" cy="244545"/>
            </a:xfrm>
            <a:custGeom>
              <a:avLst/>
              <a:gdLst>
                <a:gd name="T0" fmla="*/ 65 w 65"/>
                <a:gd name="T1" fmla="*/ 3 h 75"/>
                <a:gd name="T2" fmla="*/ 65 w 65"/>
                <a:gd name="T3" fmla="*/ 1 h 75"/>
                <a:gd name="T4" fmla="*/ 64 w 65"/>
                <a:gd name="T5" fmla="*/ 0 h 75"/>
                <a:gd name="T6" fmla="*/ 1 w 65"/>
                <a:gd name="T7" fmla="*/ 0 h 75"/>
                <a:gd name="T8" fmla="*/ 0 w 65"/>
                <a:gd name="T9" fmla="*/ 1 h 75"/>
                <a:gd name="T10" fmla="*/ 0 w 65"/>
                <a:gd name="T11" fmla="*/ 3 h 75"/>
                <a:gd name="T12" fmla="*/ 1 w 65"/>
                <a:gd name="T13" fmla="*/ 4 h 75"/>
                <a:gd name="T14" fmla="*/ 1 w 65"/>
                <a:gd name="T15" fmla="*/ 48 h 75"/>
                <a:gd name="T16" fmla="*/ 0 w 65"/>
                <a:gd name="T17" fmla="*/ 49 h 75"/>
                <a:gd name="T18" fmla="*/ 0 w 65"/>
                <a:gd name="T19" fmla="*/ 52 h 75"/>
                <a:gd name="T20" fmla="*/ 1 w 65"/>
                <a:gd name="T21" fmla="*/ 53 h 75"/>
                <a:gd name="T22" fmla="*/ 26 w 65"/>
                <a:gd name="T23" fmla="*/ 53 h 75"/>
                <a:gd name="T24" fmla="*/ 16 w 65"/>
                <a:gd name="T25" fmla="*/ 73 h 75"/>
                <a:gd name="T26" fmla="*/ 17 w 65"/>
                <a:gd name="T27" fmla="*/ 75 h 75"/>
                <a:gd name="T28" fmla="*/ 18 w 65"/>
                <a:gd name="T29" fmla="*/ 75 h 75"/>
                <a:gd name="T30" fmla="*/ 19 w 65"/>
                <a:gd name="T31" fmla="*/ 74 h 75"/>
                <a:gd name="T32" fmla="*/ 29 w 65"/>
                <a:gd name="T33" fmla="*/ 53 h 75"/>
                <a:gd name="T34" fmla="*/ 37 w 65"/>
                <a:gd name="T35" fmla="*/ 53 h 75"/>
                <a:gd name="T36" fmla="*/ 46 w 65"/>
                <a:gd name="T37" fmla="*/ 74 h 75"/>
                <a:gd name="T38" fmla="*/ 48 w 65"/>
                <a:gd name="T39" fmla="*/ 75 h 75"/>
                <a:gd name="T40" fmla="*/ 48 w 65"/>
                <a:gd name="T41" fmla="*/ 75 h 75"/>
                <a:gd name="T42" fmla="*/ 49 w 65"/>
                <a:gd name="T43" fmla="*/ 73 h 75"/>
                <a:gd name="T44" fmla="*/ 40 w 65"/>
                <a:gd name="T45" fmla="*/ 53 h 75"/>
                <a:gd name="T46" fmla="*/ 64 w 65"/>
                <a:gd name="T47" fmla="*/ 53 h 75"/>
                <a:gd name="T48" fmla="*/ 65 w 65"/>
                <a:gd name="T49" fmla="*/ 52 h 75"/>
                <a:gd name="T50" fmla="*/ 65 w 65"/>
                <a:gd name="T51" fmla="*/ 49 h 75"/>
                <a:gd name="T52" fmla="*/ 65 w 65"/>
                <a:gd name="T53" fmla="*/ 48 h 75"/>
                <a:gd name="T54" fmla="*/ 65 w 65"/>
                <a:gd name="T55" fmla="*/ 4 h 75"/>
                <a:gd name="T56" fmla="*/ 65 w 65"/>
                <a:gd name="T57" fmla="*/ 3 h 75"/>
                <a:gd name="T58" fmla="*/ 62 w 65"/>
                <a:gd name="T59" fmla="*/ 48 h 75"/>
                <a:gd name="T60" fmla="*/ 4 w 65"/>
                <a:gd name="T61" fmla="*/ 48 h 75"/>
                <a:gd name="T62" fmla="*/ 4 w 65"/>
                <a:gd name="T63" fmla="*/ 5 h 75"/>
                <a:gd name="T64" fmla="*/ 62 w 65"/>
                <a:gd name="T65" fmla="*/ 5 h 75"/>
                <a:gd name="T66" fmla="*/ 62 w 65"/>
                <a:gd name="T67" fmla="*/ 48 h 75"/>
                <a:gd name="T68" fmla="*/ 46 w 65"/>
                <a:gd name="T69" fmla="*/ 42 h 75"/>
                <a:gd name="T70" fmla="*/ 46 w 65"/>
                <a:gd name="T71" fmla="*/ 13 h 75"/>
                <a:gd name="T72" fmla="*/ 46 w 65"/>
                <a:gd name="T73" fmla="*/ 12 h 75"/>
                <a:gd name="T74" fmla="*/ 56 w 65"/>
                <a:gd name="T75" fmla="*/ 12 h 75"/>
                <a:gd name="T76" fmla="*/ 56 w 65"/>
                <a:gd name="T77" fmla="*/ 13 h 75"/>
                <a:gd name="T78" fmla="*/ 56 w 65"/>
                <a:gd name="T79" fmla="*/ 42 h 75"/>
                <a:gd name="T80" fmla="*/ 56 w 65"/>
                <a:gd name="T81" fmla="*/ 42 h 75"/>
                <a:gd name="T82" fmla="*/ 46 w 65"/>
                <a:gd name="T83" fmla="*/ 42 h 75"/>
                <a:gd name="T84" fmla="*/ 46 w 65"/>
                <a:gd name="T85" fmla="*/ 42 h 75"/>
                <a:gd name="T86" fmla="*/ 27 w 65"/>
                <a:gd name="T87" fmla="*/ 42 h 75"/>
                <a:gd name="T88" fmla="*/ 27 w 65"/>
                <a:gd name="T89" fmla="*/ 21 h 75"/>
                <a:gd name="T90" fmla="*/ 28 w 65"/>
                <a:gd name="T91" fmla="*/ 20 h 75"/>
                <a:gd name="T92" fmla="*/ 38 w 65"/>
                <a:gd name="T93" fmla="*/ 20 h 75"/>
                <a:gd name="T94" fmla="*/ 38 w 65"/>
                <a:gd name="T95" fmla="*/ 21 h 75"/>
                <a:gd name="T96" fmla="*/ 38 w 65"/>
                <a:gd name="T97" fmla="*/ 42 h 75"/>
                <a:gd name="T98" fmla="*/ 38 w 65"/>
                <a:gd name="T99" fmla="*/ 42 h 75"/>
                <a:gd name="T100" fmla="*/ 28 w 65"/>
                <a:gd name="T101" fmla="*/ 42 h 75"/>
                <a:gd name="T102" fmla="*/ 27 w 65"/>
                <a:gd name="T103" fmla="*/ 42 h 75"/>
                <a:gd name="T104" fmla="*/ 9 w 65"/>
                <a:gd name="T105" fmla="*/ 42 h 75"/>
                <a:gd name="T106" fmla="*/ 9 w 65"/>
                <a:gd name="T107" fmla="*/ 28 h 75"/>
                <a:gd name="T108" fmla="*/ 10 w 65"/>
                <a:gd name="T109" fmla="*/ 28 h 75"/>
                <a:gd name="T110" fmla="*/ 20 w 65"/>
                <a:gd name="T111" fmla="*/ 28 h 75"/>
                <a:gd name="T112" fmla="*/ 20 w 65"/>
                <a:gd name="T113" fmla="*/ 28 h 75"/>
                <a:gd name="T114" fmla="*/ 20 w 65"/>
                <a:gd name="T115" fmla="*/ 42 h 75"/>
                <a:gd name="T116" fmla="*/ 20 w 65"/>
                <a:gd name="T117" fmla="*/ 42 h 75"/>
                <a:gd name="T118" fmla="*/ 10 w 65"/>
                <a:gd name="T119" fmla="*/ 42 h 75"/>
                <a:gd name="T120" fmla="*/ 9 w 65"/>
                <a:gd name="T121" fmla="*/ 4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" h="75">
                  <a:moveTo>
                    <a:pt x="65" y="3"/>
                  </a:moveTo>
                  <a:cubicBezTo>
                    <a:pt x="65" y="1"/>
                    <a:pt x="65" y="1"/>
                    <a:pt x="65" y="1"/>
                  </a:cubicBezTo>
                  <a:cubicBezTo>
                    <a:pt x="65" y="1"/>
                    <a:pt x="65" y="0"/>
                    <a:pt x="6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9"/>
                    <a:pt x="0" y="49"/>
                    <a:pt x="0" y="49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" y="53"/>
                    <a:pt x="1" y="53"/>
                  </a:cubicBezTo>
                  <a:cubicBezTo>
                    <a:pt x="26" y="53"/>
                    <a:pt x="26" y="53"/>
                    <a:pt x="26" y="53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16" y="74"/>
                    <a:pt x="16" y="75"/>
                    <a:pt x="17" y="75"/>
                  </a:cubicBezTo>
                  <a:cubicBezTo>
                    <a:pt x="17" y="75"/>
                    <a:pt x="18" y="75"/>
                    <a:pt x="18" y="75"/>
                  </a:cubicBezTo>
                  <a:cubicBezTo>
                    <a:pt x="18" y="75"/>
                    <a:pt x="19" y="75"/>
                    <a:pt x="19" y="74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46" y="74"/>
                    <a:pt x="46" y="74"/>
                    <a:pt x="46" y="74"/>
                  </a:cubicBezTo>
                  <a:cubicBezTo>
                    <a:pt x="47" y="75"/>
                    <a:pt x="47" y="75"/>
                    <a:pt x="48" y="75"/>
                  </a:cubicBezTo>
                  <a:cubicBezTo>
                    <a:pt x="48" y="75"/>
                    <a:pt x="48" y="75"/>
                    <a:pt x="48" y="75"/>
                  </a:cubicBezTo>
                  <a:cubicBezTo>
                    <a:pt x="49" y="75"/>
                    <a:pt x="50" y="74"/>
                    <a:pt x="49" y="7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64" y="53"/>
                    <a:pt x="64" y="53"/>
                    <a:pt x="64" y="53"/>
                  </a:cubicBezTo>
                  <a:cubicBezTo>
                    <a:pt x="65" y="53"/>
                    <a:pt x="65" y="52"/>
                    <a:pt x="65" y="52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9"/>
                    <a:pt x="65" y="49"/>
                    <a:pt x="65" y="48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3"/>
                  </a:cubicBezTo>
                  <a:close/>
                  <a:moveTo>
                    <a:pt x="62" y="48"/>
                  </a:moveTo>
                  <a:cubicBezTo>
                    <a:pt x="4" y="48"/>
                    <a:pt x="4" y="48"/>
                    <a:pt x="4" y="48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62" y="5"/>
                    <a:pt x="62" y="5"/>
                    <a:pt x="62" y="5"/>
                  </a:cubicBezTo>
                  <a:lnTo>
                    <a:pt x="62" y="48"/>
                  </a:lnTo>
                  <a:close/>
                  <a:moveTo>
                    <a:pt x="46" y="42"/>
                  </a:moveTo>
                  <a:cubicBezTo>
                    <a:pt x="46" y="13"/>
                    <a:pt x="46" y="13"/>
                    <a:pt x="46" y="13"/>
                  </a:cubicBezTo>
                  <a:cubicBezTo>
                    <a:pt x="46" y="13"/>
                    <a:pt x="46" y="12"/>
                    <a:pt x="46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12"/>
                    <a:pt x="56" y="13"/>
                    <a:pt x="56" y="13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lose/>
                  <a:moveTo>
                    <a:pt x="27" y="42"/>
                  </a:move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8" y="20"/>
                    <a:pt x="2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7" y="42"/>
                    <a:pt x="27" y="42"/>
                  </a:cubicBezTo>
                  <a:close/>
                  <a:moveTo>
                    <a:pt x="9" y="42"/>
                  </a:move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2"/>
                    <a:pt x="9" y="4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38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136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89"/>
          <p:cNvSpPr txBox="1">
            <a:spLocks/>
          </p:cNvSpPr>
          <p:nvPr/>
        </p:nvSpPr>
        <p:spPr>
          <a:xfrm>
            <a:off x="953597" y="3695901"/>
            <a:ext cx="1964802" cy="5193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000" dirty="0">
                <a:cs typeface="+mn-ea"/>
                <a:sym typeface="+mn-lt"/>
              </a:rPr>
              <a:t>بی‌شکل: بدون پخت، نصب درجا و درز کم</a:t>
            </a:r>
            <a:endParaRPr lang="fa-IR" altLang="en-US" sz="1000" b="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TextBox 191"/>
          <p:cNvSpPr txBox="1">
            <a:spLocks/>
          </p:cNvSpPr>
          <p:nvPr/>
        </p:nvSpPr>
        <p:spPr>
          <a:xfrm>
            <a:off x="3372648" y="3695901"/>
            <a:ext cx="1964802" cy="5193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000" dirty="0">
                <a:cs typeface="+mn-ea"/>
                <a:sym typeface="+mn-lt"/>
              </a:rPr>
              <a:t>ریختنی: سنگدانه، سیمان، ذرات ریز و آب</a:t>
            </a:r>
            <a:endParaRPr lang="fa-IR" altLang="en-US" sz="1000" b="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" name="TextBox 194"/>
          <p:cNvSpPr txBox="1">
            <a:spLocks/>
          </p:cNvSpPr>
          <p:nvPr/>
        </p:nvSpPr>
        <p:spPr>
          <a:xfrm>
            <a:off x="6072692" y="3675420"/>
            <a:ext cx="1964802" cy="5193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000" dirty="0">
                <a:cs typeface="+mn-ea"/>
                <a:sym typeface="+mn-lt"/>
              </a:rPr>
              <a:t>کم‌سیمان: آب ۳ تا ۷٪ و استحکام بالا</a:t>
            </a:r>
            <a:endParaRPr lang="fa-IR" altLang="en-US" sz="1000" b="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4866167" y="3155314"/>
            <a:ext cx="471283" cy="461664"/>
          </a:xfrm>
          <a:prstGeom prst="rect">
            <a:avLst/>
          </a:prstGeom>
          <a:noFill/>
        </p:spPr>
        <p:txBody>
          <a:bodyPr wrap="none" lIns="0" tIns="0" rIns="0" bIns="0" anchor="ctr" anchorCtr="0">
            <a:normAutofit fontScale="85000"/>
          </a:bodyPr>
          <a:lstStyle/>
          <a:p>
            <a:pPr algn="r" rtl="1"/>
            <a:r>
              <a:rPr lang="fa-IR" altLang="en-US" sz="400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rPr>
              <a:t>۰۲</a:t>
            </a:r>
          </a:p>
        </p:txBody>
      </p:sp>
      <p:sp>
        <p:nvSpPr>
          <p:cNvPr id="8" name="TextBox 97"/>
          <p:cNvSpPr txBox="1"/>
          <p:nvPr/>
        </p:nvSpPr>
        <p:spPr>
          <a:xfrm>
            <a:off x="2494004" y="3155314"/>
            <a:ext cx="424395" cy="461664"/>
          </a:xfrm>
          <a:prstGeom prst="rect">
            <a:avLst/>
          </a:prstGeom>
          <a:noFill/>
        </p:spPr>
        <p:txBody>
          <a:bodyPr wrap="none" lIns="0" tIns="0" rIns="0" bIns="0" anchor="ctr" anchorCtr="0">
            <a:normAutofit fontScale="85000"/>
          </a:bodyPr>
          <a:lstStyle/>
          <a:p>
            <a:pPr algn="r" rtl="1"/>
            <a:r>
              <a:rPr lang="fa-IR" altLang="en-US" sz="400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۰۱</a:t>
            </a:r>
          </a:p>
        </p:txBody>
      </p:sp>
      <p:sp>
        <p:nvSpPr>
          <p:cNvPr id="9" name="TextBox 98"/>
          <p:cNvSpPr txBox="1"/>
          <p:nvPr/>
        </p:nvSpPr>
        <p:spPr>
          <a:xfrm>
            <a:off x="7555391" y="3155314"/>
            <a:ext cx="482103" cy="461664"/>
          </a:xfrm>
          <a:prstGeom prst="rect">
            <a:avLst/>
          </a:prstGeom>
          <a:noFill/>
        </p:spPr>
        <p:txBody>
          <a:bodyPr wrap="none" lIns="0" tIns="0" rIns="0" bIns="0" anchor="ctr" anchorCtr="0">
            <a:normAutofit fontScale="85000"/>
          </a:bodyPr>
          <a:lstStyle/>
          <a:p>
            <a:pPr algn="r" rtl="1"/>
            <a:r>
              <a:rPr lang="fa-IR" altLang="en-US" sz="400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rPr>
              <a:t>۰۳</a:t>
            </a:r>
          </a:p>
        </p:txBody>
      </p:sp>
      <p:grpSp>
        <p:nvGrpSpPr>
          <p:cNvPr id="10" name="Group 95"/>
          <p:cNvGrpSpPr/>
          <p:nvPr/>
        </p:nvGrpSpPr>
        <p:grpSpPr>
          <a:xfrm>
            <a:off x="865878" y="825941"/>
            <a:ext cx="1115609" cy="2346628"/>
            <a:chOff x="360363" y="752475"/>
            <a:chExt cx="2474912" cy="5203825"/>
          </a:xfrm>
        </p:grpSpPr>
        <p:sp>
          <p:nvSpPr>
            <p:cNvPr id="188" name="Freeform: Shape 96"/>
            <p:cNvSpPr>
              <a:spLocks/>
            </p:cNvSpPr>
            <p:nvPr/>
          </p:nvSpPr>
          <p:spPr bwMode="auto">
            <a:xfrm>
              <a:off x="360363" y="908050"/>
              <a:ext cx="2474912" cy="5048250"/>
            </a:xfrm>
            <a:custGeom>
              <a:avLst/>
              <a:gdLst>
                <a:gd name="T0" fmla="*/ 4950 w 6875"/>
                <a:gd name="T1" fmla="*/ 6773 h 14021"/>
                <a:gd name="T2" fmla="*/ 4988 w 6875"/>
                <a:gd name="T3" fmla="*/ 5399 h 14021"/>
                <a:gd name="T4" fmla="*/ 4950 w 6875"/>
                <a:gd name="T5" fmla="*/ 6773 h 14021"/>
                <a:gd name="T6" fmla="*/ 1768 w 6875"/>
                <a:gd name="T7" fmla="*/ 6773 h 14021"/>
                <a:gd name="T8" fmla="*/ 1826 w 6875"/>
                <a:gd name="T9" fmla="*/ 5281 h 14021"/>
                <a:gd name="T10" fmla="*/ 1768 w 6875"/>
                <a:gd name="T11" fmla="*/ 6773 h 14021"/>
                <a:gd name="T12" fmla="*/ 3397 w 6875"/>
                <a:gd name="T13" fmla="*/ 0 h 14021"/>
                <a:gd name="T14" fmla="*/ 2062 w 6875"/>
                <a:gd name="T15" fmla="*/ 1748 h 14021"/>
                <a:gd name="T16" fmla="*/ 1904 w 6875"/>
                <a:gd name="T17" fmla="*/ 2198 h 14021"/>
                <a:gd name="T18" fmla="*/ 2200 w 6875"/>
                <a:gd name="T19" fmla="*/ 2551 h 14021"/>
                <a:gd name="T20" fmla="*/ 2828 w 6875"/>
                <a:gd name="T21" fmla="*/ 3319 h 14021"/>
                <a:gd name="T22" fmla="*/ 2651 w 6875"/>
                <a:gd name="T23" fmla="*/ 3790 h 14021"/>
                <a:gd name="T24" fmla="*/ 1080 w 6875"/>
                <a:gd name="T25" fmla="*/ 4555 h 14021"/>
                <a:gd name="T26" fmla="*/ 0 w 6875"/>
                <a:gd name="T27" fmla="*/ 6773 h 14021"/>
                <a:gd name="T28" fmla="*/ 0 w 6875"/>
                <a:gd name="T29" fmla="*/ 7148 h 14021"/>
                <a:gd name="T30" fmla="*/ 0 w 6875"/>
                <a:gd name="T31" fmla="*/ 7148 h 14021"/>
                <a:gd name="T32" fmla="*/ 982 w 6875"/>
                <a:gd name="T33" fmla="*/ 9248 h 14021"/>
                <a:gd name="T34" fmla="*/ 1866 w 6875"/>
                <a:gd name="T35" fmla="*/ 13470 h 14021"/>
                <a:gd name="T36" fmla="*/ 1138 w 6875"/>
                <a:gd name="T37" fmla="*/ 13489 h 14021"/>
                <a:gd name="T38" fmla="*/ 5577 w 6875"/>
                <a:gd name="T39" fmla="*/ 14020 h 14021"/>
                <a:gd name="T40" fmla="*/ 4968 w 6875"/>
                <a:gd name="T41" fmla="*/ 13489 h 14021"/>
                <a:gd name="T42" fmla="*/ 4852 w 6875"/>
                <a:gd name="T43" fmla="*/ 9248 h 14021"/>
                <a:gd name="T44" fmla="*/ 6874 w 6875"/>
                <a:gd name="T45" fmla="*/ 7148 h 14021"/>
                <a:gd name="T46" fmla="*/ 6874 w 6875"/>
                <a:gd name="T47" fmla="*/ 6773 h 14021"/>
                <a:gd name="T48" fmla="*/ 5655 w 6875"/>
                <a:gd name="T49" fmla="*/ 4555 h 14021"/>
                <a:gd name="T50" fmla="*/ 4260 w 6875"/>
                <a:gd name="T51" fmla="*/ 3790 h 14021"/>
                <a:gd name="T52" fmla="*/ 4026 w 6875"/>
                <a:gd name="T53" fmla="*/ 3790 h 14021"/>
                <a:gd name="T54" fmla="*/ 4615 w 6875"/>
                <a:gd name="T55" fmla="*/ 2533 h 14021"/>
                <a:gd name="T56" fmla="*/ 4693 w 6875"/>
                <a:gd name="T57" fmla="*/ 2551 h 14021"/>
                <a:gd name="T58" fmla="*/ 4832 w 6875"/>
                <a:gd name="T59" fmla="*/ 1748 h 14021"/>
                <a:gd name="T60" fmla="*/ 4812 w 6875"/>
                <a:gd name="T61" fmla="*/ 1748 h 14021"/>
                <a:gd name="T62" fmla="*/ 3397 w 6875"/>
                <a:gd name="T63" fmla="*/ 0 h 14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875" h="14021">
                  <a:moveTo>
                    <a:pt x="4950" y="6773"/>
                  </a:moveTo>
                  <a:lnTo>
                    <a:pt x="4950" y="6773"/>
                  </a:lnTo>
                  <a:cubicBezTo>
                    <a:pt x="4950" y="5439"/>
                    <a:pt x="4950" y="5439"/>
                    <a:pt x="4950" y="5439"/>
                  </a:cubicBezTo>
                  <a:cubicBezTo>
                    <a:pt x="4988" y="5399"/>
                    <a:pt x="4988" y="5399"/>
                    <a:pt x="4988" y="5399"/>
                  </a:cubicBezTo>
                  <a:cubicBezTo>
                    <a:pt x="4988" y="6773"/>
                    <a:pt x="4988" y="6773"/>
                    <a:pt x="4988" y="6773"/>
                  </a:cubicBezTo>
                  <a:cubicBezTo>
                    <a:pt x="4950" y="6773"/>
                    <a:pt x="4950" y="6773"/>
                    <a:pt x="4950" y="6773"/>
                  </a:cubicBezTo>
                  <a:lnTo>
                    <a:pt x="1768" y="6773"/>
                  </a:lnTo>
                  <a:lnTo>
                    <a:pt x="1768" y="6773"/>
                  </a:lnTo>
                  <a:cubicBezTo>
                    <a:pt x="1768" y="5242"/>
                    <a:pt x="1768" y="5242"/>
                    <a:pt x="1768" y="5242"/>
                  </a:cubicBezTo>
                  <a:cubicBezTo>
                    <a:pt x="1826" y="5281"/>
                    <a:pt x="1826" y="5281"/>
                    <a:pt x="1826" y="5281"/>
                  </a:cubicBezTo>
                  <a:cubicBezTo>
                    <a:pt x="1826" y="6773"/>
                    <a:pt x="1826" y="6773"/>
                    <a:pt x="1826" y="6773"/>
                  </a:cubicBezTo>
                  <a:cubicBezTo>
                    <a:pt x="1768" y="6773"/>
                    <a:pt x="1768" y="6773"/>
                    <a:pt x="1768" y="6773"/>
                  </a:cubicBezTo>
                  <a:lnTo>
                    <a:pt x="3397" y="0"/>
                  </a:lnTo>
                  <a:lnTo>
                    <a:pt x="3397" y="0"/>
                  </a:lnTo>
                  <a:cubicBezTo>
                    <a:pt x="2593" y="0"/>
                    <a:pt x="1609" y="587"/>
                    <a:pt x="2082" y="1748"/>
                  </a:cubicBezTo>
                  <a:lnTo>
                    <a:pt x="2062" y="1748"/>
                  </a:lnTo>
                  <a:cubicBezTo>
                    <a:pt x="2062" y="1748"/>
                    <a:pt x="2062" y="1748"/>
                    <a:pt x="2042" y="1748"/>
                  </a:cubicBezTo>
                  <a:cubicBezTo>
                    <a:pt x="1924" y="1786"/>
                    <a:pt x="1866" y="1982"/>
                    <a:pt x="1904" y="2198"/>
                  </a:cubicBezTo>
                  <a:cubicBezTo>
                    <a:pt x="1944" y="2395"/>
                    <a:pt x="2062" y="2551"/>
                    <a:pt x="2180" y="2551"/>
                  </a:cubicBezTo>
                  <a:cubicBezTo>
                    <a:pt x="2200" y="2551"/>
                    <a:pt x="2200" y="2551"/>
                    <a:pt x="2200" y="2551"/>
                  </a:cubicBezTo>
                  <a:cubicBezTo>
                    <a:pt x="2218" y="2551"/>
                    <a:pt x="2238" y="2533"/>
                    <a:pt x="2258" y="2533"/>
                  </a:cubicBezTo>
                  <a:cubicBezTo>
                    <a:pt x="2377" y="2846"/>
                    <a:pt x="2593" y="3140"/>
                    <a:pt x="2828" y="3319"/>
                  </a:cubicBezTo>
                  <a:cubicBezTo>
                    <a:pt x="2828" y="3475"/>
                    <a:pt x="2828" y="3631"/>
                    <a:pt x="2828" y="3790"/>
                  </a:cubicBezTo>
                  <a:cubicBezTo>
                    <a:pt x="2651" y="3790"/>
                    <a:pt x="2651" y="3790"/>
                    <a:pt x="2651" y="3790"/>
                  </a:cubicBezTo>
                  <a:cubicBezTo>
                    <a:pt x="2593" y="3790"/>
                    <a:pt x="2593" y="3790"/>
                    <a:pt x="2593" y="3790"/>
                  </a:cubicBezTo>
                  <a:cubicBezTo>
                    <a:pt x="1846" y="3790"/>
                    <a:pt x="1317" y="3926"/>
                    <a:pt x="1080" y="4555"/>
                  </a:cubicBezTo>
                  <a:cubicBezTo>
                    <a:pt x="1080" y="6773"/>
                    <a:pt x="1080" y="6773"/>
                    <a:pt x="1080" y="6773"/>
                  </a:cubicBezTo>
                  <a:cubicBezTo>
                    <a:pt x="0" y="6773"/>
                    <a:pt x="0" y="6773"/>
                    <a:pt x="0" y="6773"/>
                  </a:cubicBezTo>
                  <a:cubicBezTo>
                    <a:pt x="0" y="7148"/>
                    <a:pt x="0" y="7148"/>
                    <a:pt x="0" y="7148"/>
                  </a:cubicBezTo>
                  <a:lnTo>
                    <a:pt x="0" y="7148"/>
                  </a:lnTo>
                  <a:lnTo>
                    <a:pt x="0" y="7148"/>
                  </a:lnTo>
                  <a:lnTo>
                    <a:pt x="0" y="7148"/>
                  </a:lnTo>
                  <a:lnTo>
                    <a:pt x="0" y="7148"/>
                  </a:lnTo>
                  <a:cubicBezTo>
                    <a:pt x="982" y="9248"/>
                    <a:pt x="982" y="9248"/>
                    <a:pt x="982" y="9248"/>
                  </a:cubicBezTo>
                  <a:cubicBezTo>
                    <a:pt x="1866" y="9248"/>
                    <a:pt x="1866" y="9248"/>
                    <a:pt x="1866" y="9248"/>
                  </a:cubicBezTo>
                  <a:cubicBezTo>
                    <a:pt x="1866" y="13470"/>
                    <a:pt x="1866" y="13470"/>
                    <a:pt x="1866" y="13470"/>
                  </a:cubicBezTo>
                  <a:cubicBezTo>
                    <a:pt x="1846" y="13470"/>
                    <a:pt x="1846" y="13489"/>
                    <a:pt x="1826" y="13489"/>
                  </a:cubicBezTo>
                  <a:cubicBezTo>
                    <a:pt x="1138" y="13489"/>
                    <a:pt x="1138" y="13489"/>
                    <a:pt x="1138" y="13489"/>
                  </a:cubicBezTo>
                  <a:cubicBezTo>
                    <a:pt x="1138" y="14020"/>
                    <a:pt x="1138" y="14020"/>
                    <a:pt x="1138" y="14020"/>
                  </a:cubicBezTo>
                  <a:cubicBezTo>
                    <a:pt x="5577" y="14020"/>
                    <a:pt x="5577" y="14020"/>
                    <a:pt x="5577" y="14020"/>
                  </a:cubicBezTo>
                  <a:cubicBezTo>
                    <a:pt x="5577" y="13489"/>
                    <a:pt x="5577" y="13489"/>
                    <a:pt x="5577" y="13489"/>
                  </a:cubicBezTo>
                  <a:cubicBezTo>
                    <a:pt x="4968" y="13489"/>
                    <a:pt x="4968" y="13489"/>
                    <a:pt x="4968" y="13489"/>
                  </a:cubicBezTo>
                  <a:cubicBezTo>
                    <a:pt x="4930" y="13470"/>
                    <a:pt x="4890" y="13450"/>
                    <a:pt x="4852" y="13430"/>
                  </a:cubicBezTo>
                  <a:cubicBezTo>
                    <a:pt x="4852" y="9248"/>
                    <a:pt x="4852" y="9248"/>
                    <a:pt x="4852" y="9248"/>
                  </a:cubicBezTo>
                  <a:cubicBezTo>
                    <a:pt x="5892" y="9248"/>
                    <a:pt x="5892" y="9248"/>
                    <a:pt x="5892" y="9248"/>
                  </a:cubicBezTo>
                  <a:cubicBezTo>
                    <a:pt x="6874" y="7148"/>
                    <a:pt x="6874" y="7148"/>
                    <a:pt x="6874" y="7148"/>
                  </a:cubicBezTo>
                  <a:lnTo>
                    <a:pt x="6874" y="7148"/>
                  </a:lnTo>
                  <a:cubicBezTo>
                    <a:pt x="6874" y="6773"/>
                    <a:pt x="6874" y="6773"/>
                    <a:pt x="6874" y="6773"/>
                  </a:cubicBezTo>
                  <a:cubicBezTo>
                    <a:pt x="5655" y="6773"/>
                    <a:pt x="5655" y="6773"/>
                    <a:pt x="5655" y="6773"/>
                  </a:cubicBezTo>
                  <a:cubicBezTo>
                    <a:pt x="5655" y="4555"/>
                    <a:pt x="5655" y="4555"/>
                    <a:pt x="5655" y="4555"/>
                  </a:cubicBezTo>
                  <a:lnTo>
                    <a:pt x="5655" y="4555"/>
                  </a:lnTo>
                  <a:cubicBezTo>
                    <a:pt x="5617" y="4024"/>
                    <a:pt x="4751" y="3790"/>
                    <a:pt x="4260" y="3790"/>
                  </a:cubicBezTo>
                  <a:cubicBezTo>
                    <a:pt x="4222" y="3790"/>
                    <a:pt x="4222" y="3790"/>
                    <a:pt x="4222" y="3790"/>
                  </a:cubicBezTo>
                  <a:cubicBezTo>
                    <a:pt x="4026" y="3790"/>
                    <a:pt x="4026" y="3790"/>
                    <a:pt x="4026" y="3790"/>
                  </a:cubicBezTo>
                  <a:cubicBezTo>
                    <a:pt x="4026" y="3651"/>
                    <a:pt x="4026" y="3495"/>
                    <a:pt x="4026" y="3337"/>
                  </a:cubicBezTo>
                  <a:cubicBezTo>
                    <a:pt x="4280" y="3140"/>
                    <a:pt x="4497" y="2846"/>
                    <a:pt x="4615" y="2533"/>
                  </a:cubicBezTo>
                  <a:cubicBezTo>
                    <a:pt x="4635" y="2533"/>
                    <a:pt x="4653" y="2551"/>
                    <a:pt x="4673" y="2551"/>
                  </a:cubicBezTo>
                  <a:lnTo>
                    <a:pt x="4693" y="2551"/>
                  </a:lnTo>
                  <a:cubicBezTo>
                    <a:pt x="4812" y="2551"/>
                    <a:pt x="4930" y="2395"/>
                    <a:pt x="4968" y="2198"/>
                  </a:cubicBezTo>
                  <a:cubicBezTo>
                    <a:pt x="5008" y="1982"/>
                    <a:pt x="4950" y="1786"/>
                    <a:pt x="4832" y="1748"/>
                  </a:cubicBezTo>
                  <a:lnTo>
                    <a:pt x="4812" y="1748"/>
                  </a:lnTo>
                  <a:lnTo>
                    <a:pt x="4812" y="1748"/>
                  </a:lnTo>
                  <a:cubicBezTo>
                    <a:pt x="5008" y="1295"/>
                    <a:pt x="4910" y="371"/>
                    <a:pt x="4202" y="333"/>
                  </a:cubicBezTo>
                  <a:cubicBezTo>
                    <a:pt x="4066" y="96"/>
                    <a:pt x="3751" y="0"/>
                    <a:pt x="3397" y="0"/>
                  </a:cubicBezTo>
                  <a:lnTo>
                    <a:pt x="4950" y="6773"/>
                  </a:lnTo>
                </a:path>
              </a:pathLst>
            </a:custGeom>
            <a:solidFill>
              <a:srgbClr val="E6E9E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9" name="Freeform: Shape 99"/>
            <p:cNvSpPr>
              <a:spLocks/>
            </p:cNvSpPr>
            <p:nvPr/>
          </p:nvSpPr>
          <p:spPr bwMode="auto">
            <a:xfrm>
              <a:off x="749300" y="2547938"/>
              <a:ext cx="247650" cy="1484312"/>
            </a:xfrm>
            <a:custGeom>
              <a:avLst/>
              <a:gdLst>
                <a:gd name="T0" fmla="*/ 688 w 689"/>
                <a:gd name="T1" fmla="*/ 4124 h 4125"/>
                <a:gd name="T2" fmla="*/ 0 w 689"/>
                <a:gd name="T3" fmla="*/ 4124 h 4125"/>
                <a:gd name="T4" fmla="*/ 0 w 689"/>
                <a:gd name="T5" fmla="*/ 0 h 4125"/>
                <a:gd name="T6" fmla="*/ 688 w 689"/>
                <a:gd name="T7" fmla="*/ 0 h 4125"/>
                <a:gd name="T8" fmla="*/ 688 w 689"/>
                <a:gd name="T9" fmla="*/ 4124 h 4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9" h="4125">
                  <a:moveTo>
                    <a:pt x="688" y="4124"/>
                  </a:moveTo>
                  <a:lnTo>
                    <a:pt x="0" y="4124"/>
                  </a:lnTo>
                  <a:lnTo>
                    <a:pt x="0" y="0"/>
                  </a:lnTo>
                  <a:lnTo>
                    <a:pt x="688" y="0"/>
                  </a:lnTo>
                  <a:lnTo>
                    <a:pt x="688" y="4124"/>
                  </a:lnTo>
                </a:path>
              </a:pathLst>
            </a:custGeom>
            <a:solidFill>
              <a:srgbClr val="1B26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0" name="Freeform: Shape 188"/>
            <p:cNvSpPr>
              <a:spLocks/>
            </p:cNvSpPr>
            <p:nvPr/>
          </p:nvSpPr>
          <p:spPr bwMode="auto">
            <a:xfrm>
              <a:off x="954088" y="4032250"/>
              <a:ext cx="85725" cy="184150"/>
            </a:xfrm>
            <a:custGeom>
              <a:avLst/>
              <a:gdLst>
                <a:gd name="T0" fmla="*/ 177 w 238"/>
                <a:gd name="T1" fmla="*/ 78 h 512"/>
                <a:gd name="T2" fmla="*/ 177 w 238"/>
                <a:gd name="T3" fmla="*/ 78 h 512"/>
                <a:gd name="T4" fmla="*/ 98 w 238"/>
                <a:gd name="T5" fmla="*/ 0 h 512"/>
                <a:gd name="T6" fmla="*/ 0 w 238"/>
                <a:gd name="T7" fmla="*/ 0 h 512"/>
                <a:gd name="T8" fmla="*/ 20 w 238"/>
                <a:gd name="T9" fmla="*/ 511 h 512"/>
                <a:gd name="T10" fmla="*/ 237 w 238"/>
                <a:gd name="T11" fmla="*/ 353 h 512"/>
                <a:gd name="T12" fmla="*/ 177 w 238"/>
                <a:gd name="T13" fmla="*/ 78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512">
                  <a:moveTo>
                    <a:pt x="177" y="78"/>
                  </a:moveTo>
                  <a:lnTo>
                    <a:pt x="177" y="78"/>
                  </a:lnTo>
                  <a:cubicBezTo>
                    <a:pt x="159" y="38"/>
                    <a:pt x="119" y="18"/>
                    <a:pt x="9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" y="511"/>
                    <a:pt x="20" y="511"/>
                    <a:pt x="20" y="511"/>
                  </a:cubicBezTo>
                  <a:cubicBezTo>
                    <a:pt x="20" y="511"/>
                    <a:pt x="197" y="411"/>
                    <a:pt x="237" y="353"/>
                  </a:cubicBezTo>
                  <a:cubicBezTo>
                    <a:pt x="237" y="333"/>
                    <a:pt x="237" y="156"/>
                    <a:pt x="177" y="78"/>
                  </a:cubicBezTo>
                </a:path>
              </a:pathLst>
            </a:custGeom>
            <a:solidFill>
              <a:srgbClr val="DBAD7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1" name="Freeform: Shape 190"/>
            <p:cNvSpPr>
              <a:spLocks/>
            </p:cNvSpPr>
            <p:nvPr/>
          </p:nvSpPr>
          <p:spPr bwMode="auto">
            <a:xfrm>
              <a:off x="712788" y="4032250"/>
              <a:ext cx="298450" cy="190500"/>
            </a:xfrm>
            <a:custGeom>
              <a:avLst/>
              <a:gdLst>
                <a:gd name="T0" fmla="*/ 727 w 827"/>
                <a:gd name="T1" fmla="*/ 0 h 530"/>
                <a:gd name="T2" fmla="*/ 727 w 827"/>
                <a:gd name="T3" fmla="*/ 0 h 530"/>
                <a:gd name="T4" fmla="*/ 118 w 827"/>
                <a:gd name="T5" fmla="*/ 0 h 530"/>
                <a:gd name="T6" fmla="*/ 0 w 827"/>
                <a:gd name="T7" fmla="*/ 217 h 530"/>
                <a:gd name="T8" fmla="*/ 0 w 827"/>
                <a:gd name="T9" fmla="*/ 255 h 530"/>
                <a:gd name="T10" fmla="*/ 274 w 827"/>
                <a:gd name="T11" fmla="*/ 529 h 530"/>
                <a:gd name="T12" fmla="*/ 549 w 827"/>
                <a:gd name="T13" fmla="*/ 529 h 530"/>
                <a:gd name="T14" fmla="*/ 826 w 827"/>
                <a:gd name="T15" fmla="*/ 255 h 530"/>
                <a:gd name="T16" fmla="*/ 826 w 827"/>
                <a:gd name="T17" fmla="*/ 217 h 530"/>
                <a:gd name="T18" fmla="*/ 727 w 827"/>
                <a:gd name="T19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7" h="530">
                  <a:moveTo>
                    <a:pt x="727" y="0"/>
                  </a:moveTo>
                  <a:lnTo>
                    <a:pt x="727" y="0"/>
                  </a:lnTo>
                  <a:cubicBezTo>
                    <a:pt x="118" y="0"/>
                    <a:pt x="118" y="0"/>
                    <a:pt x="118" y="0"/>
                  </a:cubicBezTo>
                  <a:cubicBezTo>
                    <a:pt x="40" y="38"/>
                    <a:pt x="0" y="118"/>
                    <a:pt x="0" y="217"/>
                  </a:cubicBezTo>
                  <a:cubicBezTo>
                    <a:pt x="0" y="255"/>
                    <a:pt x="0" y="255"/>
                    <a:pt x="0" y="255"/>
                  </a:cubicBezTo>
                  <a:cubicBezTo>
                    <a:pt x="0" y="411"/>
                    <a:pt x="138" y="529"/>
                    <a:pt x="274" y="529"/>
                  </a:cubicBezTo>
                  <a:cubicBezTo>
                    <a:pt x="549" y="529"/>
                    <a:pt x="549" y="529"/>
                    <a:pt x="549" y="529"/>
                  </a:cubicBezTo>
                  <a:cubicBezTo>
                    <a:pt x="707" y="529"/>
                    <a:pt x="826" y="411"/>
                    <a:pt x="826" y="255"/>
                  </a:cubicBezTo>
                  <a:cubicBezTo>
                    <a:pt x="826" y="217"/>
                    <a:pt x="826" y="217"/>
                    <a:pt x="826" y="217"/>
                  </a:cubicBezTo>
                  <a:cubicBezTo>
                    <a:pt x="826" y="118"/>
                    <a:pt x="786" y="38"/>
                    <a:pt x="727" y="0"/>
                  </a:cubicBezTo>
                </a:path>
              </a:pathLst>
            </a:custGeom>
            <a:solidFill>
              <a:srgbClr val="E8BD8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2" name="Freeform: Shape 192"/>
            <p:cNvSpPr>
              <a:spLocks/>
            </p:cNvSpPr>
            <p:nvPr/>
          </p:nvSpPr>
          <p:spPr bwMode="auto">
            <a:xfrm>
              <a:off x="2155825" y="2547938"/>
              <a:ext cx="239713" cy="1484312"/>
            </a:xfrm>
            <a:custGeom>
              <a:avLst/>
              <a:gdLst>
                <a:gd name="T0" fmla="*/ 0 w 668"/>
                <a:gd name="T1" fmla="*/ 4124 h 4125"/>
                <a:gd name="T2" fmla="*/ 667 w 668"/>
                <a:gd name="T3" fmla="*/ 4124 h 4125"/>
                <a:gd name="T4" fmla="*/ 667 w 668"/>
                <a:gd name="T5" fmla="*/ 0 h 4125"/>
                <a:gd name="T6" fmla="*/ 0 w 668"/>
                <a:gd name="T7" fmla="*/ 0 h 4125"/>
                <a:gd name="T8" fmla="*/ 0 w 668"/>
                <a:gd name="T9" fmla="*/ 4124 h 4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8" h="4125">
                  <a:moveTo>
                    <a:pt x="0" y="4124"/>
                  </a:moveTo>
                  <a:lnTo>
                    <a:pt x="667" y="4124"/>
                  </a:lnTo>
                  <a:lnTo>
                    <a:pt x="667" y="0"/>
                  </a:lnTo>
                  <a:lnTo>
                    <a:pt x="0" y="0"/>
                  </a:lnTo>
                  <a:lnTo>
                    <a:pt x="0" y="4124"/>
                  </a:lnTo>
                </a:path>
              </a:pathLst>
            </a:custGeom>
            <a:solidFill>
              <a:srgbClr val="1B26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3" name="Freeform: Shape 193"/>
            <p:cNvSpPr>
              <a:spLocks/>
            </p:cNvSpPr>
            <p:nvPr/>
          </p:nvSpPr>
          <p:spPr bwMode="auto">
            <a:xfrm>
              <a:off x="1052513" y="3671888"/>
              <a:ext cx="1060450" cy="2276475"/>
            </a:xfrm>
            <a:custGeom>
              <a:avLst/>
              <a:gdLst>
                <a:gd name="T0" fmla="*/ 2946 w 2947"/>
                <a:gd name="T1" fmla="*/ 0 h 6324"/>
                <a:gd name="T2" fmla="*/ 2946 w 2947"/>
                <a:gd name="T3" fmla="*/ 0 h 6324"/>
                <a:gd name="T4" fmla="*/ 2827 w 2947"/>
                <a:gd name="T5" fmla="*/ 6323 h 6324"/>
                <a:gd name="T6" fmla="*/ 1591 w 2947"/>
                <a:gd name="T7" fmla="*/ 6323 h 6324"/>
                <a:gd name="T8" fmla="*/ 1591 w 2947"/>
                <a:gd name="T9" fmla="*/ 1768 h 6324"/>
                <a:gd name="T10" fmla="*/ 1493 w 2947"/>
                <a:gd name="T11" fmla="*/ 1669 h 6324"/>
                <a:gd name="T12" fmla="*/ 1415 w 2947"/>
                <a:gd name="T13" fmla="*/ 1768 h 6324"/>
                <a:gd name="T14" fmla="*/ 1415 w 2947"/>
                <a:gd name="T15" fmla="*/ 6323 h 6324"/>
                <a:gd name="T16" fmla="*/ 118 w 2947"/>
                <a:gd name="T17" fmla="*/ 6323 h 6324"/>
                <a:gd name="T18" fmla="*/ 0 w 2947"/>
                <a:gd name="T19" fmla="*/ 20 h 6324"/>
                <a:gd name="T20" fmla="*/ 2946 w 2947"/>
                <a:gd name="T21" fmla="*/ 0 h 6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47" h="6324">
                  <a:moveTo>
                    <a:pt x="2946" y="0"/>
                  </a:moveTo>
                  <a:lnTo>
                    <a:pt x="2946" y="0"/>
                  </a:lnTo>
                  <a:cubicBezTo>
                    <a:pt x="2827" y="6323"/>
                    <a:pt x="2827" y="6323"/>
                    <a:pt x="2827" y="6323"/>
                  </a:cubicBezTo>
                  <a:cubicBezTo>
                    <a:pt x="1591" y="6323"/>
                    <a:pt x="1591" y="6323"/>
                    <a:pt x="1591" y="6323"/>
                  </a:cubicBezTo>
                  <a:cubicBezTo>
                    <a:pt x="1591" y="1768"/>
                    <a:pt x="1591" y="1768"/>
                    <a:pt x="1591" y="1768"/>
                  </a:cubicBezTo>
                  <a:cubicBezTo>
                    <a:pt x="1591" y="1708"/>
                    <a:pt x="1551" y="1669"/>
                    <a:pt x="1493" y="1669"/>
                  </a:cubicBezTo>
                  <a:cubicBezTo>
                    <a:pt x="1455" y="1669"/>
                    <a:pt x="1415" y="1708"/>
                    <a:pt x="1415" y="1768"/>
                  </a:cubicBezTo>
                  <a:cubicBezTo>
                    <a:pt x="1415" y="6323"/>
                    <a:pt x="1415" y="6323"/>
                    <a:pt x="1415" y="6323"/>
                  </a:cubicBezTo>
                  <a:cubicBezTo>
                    <a:pt x="118" y="6323"/>
                    <a:pt x="118" y="6323"/>
                    <a:pt x="118" y="6323"/>
                  </a:cubicBezTo>
                  <a:cubicBezTo>
                    <a:pt x="0" y="20"/>
                    <a:pt x="0" y="20"/>
                    <a:pt x="0" y="20"/>
                  </a:cubicBezTo>
                  <a:lnTo>
                    <a:pt x="2946" y="0"/>
                  </a:lnTo>
                </a:path>
              </a:pathLst>
            </a:custGeom>
            <a:solidFill>
              <a:srgbClr val="1D1C1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4" name="Freeform: Shape 195"/>
            <p:cNvSpPr>
              <a:spLocks/>
            </p:cNvSpPr>
            <p:nvPr/>
          </p:nvSpPr>
          <p:spPr bwMode="auto">
            <a:xfrm>
              <a:off x="1625600" y="5715000"/>
              <a:ext cx="593725" cy="233363"/>
            </a:xfrm>
            <a:custGeom>
              <a:avLst/>
              <a:gdLst>
                <a:gd name="T0" fmla="*/ 0 w 1650"/>
                <a:gd name="T1" fmla="*/ 648 h 649"/>
                <a:gd name="T2" fmla="*/ 0 w 1650"/>
                <a:gd name="T3" fmla="*/ 648 h 649"/>
                <a:gd name="T4" fmla="*/ 1060 w 1650"/>
                <a:gd name="T5" fmla="*/ 58 h 649"/>
                <a:gd name="T6" fmla="*/ 1611 w 1650"/>
                <a:gd name="T7" fmla="*/ 648 h 649"/>
                <a:gd name="T8" fmla="*/ 0 w 1650"/>
                <a:gd name="T9" fmla="*/ 648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0" h="649">
                  <a:moveTo>
                    <a:pt x="0" y="648"/>
                  </a:moveTo>
                  <a:lnTo>
                    <a:pt x="0" y="648"/>
                  </a:lnTo>
                  <a:cubicBezTo>
                    <a:pt x="0" y="0"/>
                    <a:pt x="629" y="58"/>
                    <a:pt x="1060" y="58"/>
                  </a:cubicBezTo>
                  <a:cubicBezTo>
                    <a:pt x="1493" y="58"/>
                    <a:pt x="1649" y="255"/>
                    <a:pt x="1611" y="648"/>
                  </a:cubicBezTo>
                  <a:lnTo>
                    <a:pt x="0" y="648"/>
                  </a:lnTo>
                </a:path>
              </a:pathLst>
            </a:custGeom>
            <a:solidFill>
              <a:srgbClr val="1B26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5" name="Freeform: Shape 196"/>
            <p:cNvSpPr>
              <a:spLocks/>
            </p:cNvSpPr>
            <p:nvPr/>
          </p:nvSpPr>
          <p:spPr bwMode="auto">
            <a:xfrm>
              <a:off x="946150" y="5715000"/>
              <a:ext cx="595313" cy="233363"/>
            </a:xfrm>
            <a:custGeom>
              <a:avLst/>
              <a:gdLst>
                <a:gd name="T0" fmla="*/ 1652 w 1653"/>
                <a:gd name="T1" fmla="*/ 648 h 649"/>
                <a:gd name="T2" fmla="*/ 1652 w 1653"/>
                <a:gd name="T3" fmla="*/ 648 h 649"/>
                <a:gd name="T4" fmla="*/ 589 w 1653"/>
                <a:gd name="T5" fmla="*/ 58 h 649"/>
                <a:gd name="T6" fmla="*/ 40 w 1653"/>
                <a:gd name="T7" fmla="*/ 648 h 649"/>
                <a:gd name="T8" fmla="*/ 1652 w 1653"/>
                <a:gd name="T9" fmla="*/ 648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3" h="649">
                  <a:moveTo>
                    <a:pt x="1652" y="648"/>
                  </a:moveTo>
                  <a:lnTo>
                    <a:pt x="1652" y="648"/>
                  </a:lnTo>
                  <a:cubicBezTo>
                    <a:pt x="1652" y="0"/>
                    <a:pt x="1002" y="58"/>
                    <a:pt x="589" y="58"/>
                  </a:cubicBezTo>
                  <a:cubicBezTo>
                    <a:pt x="159" y="58"/>
                    <a:pt x="0" y="255"/>
                    <a:pt x="40" y="648"/>
                  </a:cubicBezTo>
                  <a:lnTo>
                    <a:pt x="1652" y="648"/>
                  </a:lnTo>
                </a:path>
              </a:pathLst>
            </a:custGeom>
            <a:solidFill>
              <a:srgbClr val="1B26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6" name="Freeform: Shape 197"/>
            <p:cNvSpPr>
              <a:spLocks/>
            </p:cNvSpPr>
            <p:nvPr/>
          </p:nvSpPr>
          <p:spPr bwMode="auto">
            <a:xfrm>
              <a:off x="749300" y="2273300"/>
              <a:ext cx="1647825" cy="1766888"/>
            </a:xfrm>
            <a:custGeom>
              <a:avLst/>
              <a:gdLst>
                <a:gd name="T0" fmla="*/ 746 w 4576"/>
                <a:gd name="T1" fmla="*/ 4907 h 4908"/>
                <a:gd name="T2" fmla="*/ 746 w 4576"/>
                <a:gd name="T3" fmla="*/ 4907 h 4908"/>
                <a:gd name="T4" fmla="*/ 746 w 4576"/>
                <a:gd name="T5" fmla="*/ 1491 h 4908"/>
                <a:gd name="T6" fmla="*/ 0 w 4576"/>
                <a:gd name="T7" fmla="*/ 765 h 4908"/>
                <a:gd name="T8" fmla="*/ 1513 w 4576"/>
                <a:gd name="T9" fmla="*/ 0 h 4908"/>
                <a:gd name="T10" fmla="*/ 3180 w 4576"/>
                <a:gd name="T11" fmla="*/ 0 h 4908"/>
                <a:gd name="T12" fmla="*/ 4575 w 4576"/>
                <a:gd name="T13" fmla="*/ 803 h 4908"/>
                <a:gd name="T14" fmla="*/ 3870 w 4576"/>
                <a:gd name="T15" fmla="*/ 1649 h 4908"/>
                <a:gd name="T16" fmla="*/ 3870 w 4576"/>
                <a:gd name="T17" fmla="*/ 4907 h 4908"/>
                <a:gd name="T18" fmla="*/ 746 w 4576"/>
                <a:gd name="T19" fmla="*/ 4907 h 49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76" h="4908">
                  <a:moveTo>
                    <a:pt x="746" y="4907"/>
                  </a:moveTo>
                  <a:lnTo>
                    <a:pt x="746" y="4907"/>
                  </a:lnTo>
                  <a:cubicBezTo>
                    <a:pt x="746" y="1491"/>
                    <a:pt x="746" y="1491"/>
                    <a:pt x="746" y="1491"/>
                  </a:cubicBezTo>
                  <a:cubicBezTo>
                    <a:pt x="0" y="765"/>
                    <a:pt x="0" y="765"/>
                    <a:pt x="0" y="765"/>
                  </a:cubicBezTo>
                  <a:cubicBezTo>
                    <a:pt x="237" y="136"/>
                    <a:pt x="766" y="0"/>
                    <a:pt x="1513" y="0"/>
                  </a:cubicBezTo>
                  <a:cubicBezTo>
                    <a:pt x="3180" y="0"/>
                    <a:pt x="3180" y="0"/>
                    <a:pt x="3180" y="0"/>
                  </a:cubicBezTo>
                  <a:cubicBezTo>
                    <a:pt x="3671" y="0"/>
                    <a:pt x="4575" y="234"/>
                    <a:pt x="4575" y="803"/>
                  </a:cubicBezTo>
                  <a:cubicBezTo>
                    <a:pt x="3870" y="1649"/>
                    <a:pt x="3870" y="1649"/>
                    <a:pt x="3870" y="1649"/>
                  </a:cubicBezTo>
                  <a:cubicBezTo>
                    <a:pt x="3870" y="4907"/>
                    <a:pt x="3870" y="4907"/>
                    <a:pt x="3870" y="4907"/>
                  </a:cubicBezTo>
                  <a:lnTo>
                    <a:pt x="746" y="4907"/>
                  </a:lnTo>
                </a:path>
              </a:pathLst>
            </a:custGeom>
            <a:solidFill>
              <a:srgbClr val="2D3D4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7" name="Freeform: Shape 198"/>
            <p:cNvSpPr>
              <a:spLocks/>
            </p:cNvSpPr>
            <p:nvPr/>
          </p:nvSpPr>
          <p:spPr bwMode="auto">
            <a:xfrm>
              <a:off x="1314450" y="2273300"/>
              <a:ext cx="565150" cy="1209675"/>
            </a:xfrm>
            <a:custGeom>
              <a:avLst/>
              <a:gdLst>
                <a:gd name="T0" fmla="*/ 0 w 1572"/>
                <a:gd name="T1" fmla="*/ 0 h 3359"/>
                <a:gd name="T2" fmla="*/ 1571 w 1572"/>
                <a:gd name="T3" fmla="*/ 0 h 3359"/>
                <a:gd name="T4" fmla="*/ 1571 w 1572"/>
                <a:gd name="T5" fmla="*/ 254 h 3359"/>
                <a:gd name="T6" fmla="*/ 786 w 1572"/>
                <a:gd name="T7" fmla="*/ 3358 h 3359"/>
                <a:gd name="T8" fmla="*/ 0 w 1572"/>
                <a:gd name="T9" fmla="*/ 254 h 3359"/>
                <a:gd name="T10" fmla="*/ 0 w 1572"/>
                <a:gd name="T11" fmla="*/ 0 h 3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2" h="3359">
                  <a:moveTo>
                    <a:pt x="0" y="0"/>
                  </a:moveTo>
                  <a:lnTo>
                    <a:pt x="1571" y="0"/>
                  </a:lnTo>
                  <a:lnTo>
                    <a:pt x="1571" y="254"/>
                  </a:lnTo>
                  <a:lnTo>
                    <a:pt x="786" y="3358"/>
                  </a:lnTo>
                  <a:lnTo>
                    <a:pt x="0" y="254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8" name="Freeform: Shape 199"/>
            <p:cNvSpPr>
              <a:spLocks/>
            </p:cNvSpPr>
            <p:nvPr/>
          </p:nvSpPr>
          <p:spPr bwMode="auto">
            <a:xfrm>
              <a:off x="1484313" y="2386013"/>
              <a:ext cx="212725" cy="106362"/>
            </a:xfrm>
            <a:custGeom>
              <a:avLst/>
              <a:gdLst>
                <a:gd name="T0" fmla="*/ 159 w 590"/>
                <a:gd name="T1" fmla="*/ 295 h 296"/>
                <a:gd name="T2" fmla="*/ 433 w 590"/>
                <a:gd name="T3" fmla="*/ 295 h 296"/>
                <a:gd name="T4" fmla="*/ 589 w 590"/>
                <a:gd name="T5" fmla="*/ 0 h 296"/>
                <a:gd name="T6" fmla="*/ 0 w 590"/>
                <a:gd name="T7" fmla="*/ 0 h 296"/>
                <a:gd name="T8" fmla="*/ 159 w 590"/>
                <a:gd name="T9" fmla="*/ 2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296">
                  <a:moveTo>
                    <a:pt x="159" y="295"/>
                  </a:moveTo>
                  <a:lnTo>
                    <a:pt x="433" y="295"/>
                  </a:lnTo>
                  <a:lnTo>
                    <a:pt x="589" y="0"/>
                  </a:lnTo>
                  <a:lnTo>
                    <a:pt x="0" y="0"/>
                  </a:lnTo>
                  <a:lnTo>
                    <a:pt x="159" y="295"/>
                  </a:lnTo>
                </a:path>
              </a:pathLst>
            </a:custGeom>
            <a:solidFill>
              <a:srgbClr val="1D1C1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9" name="Freeform: Shape 200"/>
            <p:cNvSpPr>
              <a:spLocks/>
            </p:cNvSpPr>
            <p:nvPr/>
          </p:nvSpPr>
          <p:spPr bwMode="auto">
            <a:xfrm>
              <a:off x="1377950" y="1593850"/>
              <a:ext cx="431800" cy="827088"/>
            </a:xfrm>
            <a:custGeom>
              <a:avLst/>
              <a:gdLst>
                <a:gd name="T0" fmla="*/ 0 w 1199"/>
                <a:gd name="T1" fmla="*/ 1944 h 2297"/>
                <a:gd name="T2" fmla="*/ 0 w 1199"/>
                <a:gd name="T3" fmla="*/ 1944 h 2297"/>
                <a:gd name="T4" fmla="*/ 589 w 1199"/>
                <a:gd name="T5" fmla="*/ 2296 h 2297"/>
                <a:gd name="T6" fmla="*/ 1198 w 1199"/>
                <a:gd name="T7" fmla="*/ 1924 h 2297"/>
                <a:gd name="T8" fmla="*/ 1198 w 1199"/>
                <a:gd name="T9" fmla="*/ 0 h 2297"/>
                <a:gd name="T10" fmla="*/ 0 w 1199"/>
                <a:gd name="T11" fmla="*/ 0 h 2297"/>
                <a:gd name="T12" fmla="*/ 0 w 1199"/>
                <a:gd name="T13" fmla="*/ 1944 h 2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9" h="2297">
                  <a:moveTo>
                    <a:pt x="0" y="1944"/>
                  </a:moveTo>
                  <a:lnTo>
                    <a:pt x="0" y="1944"/>
                  </a:lnTo>
                  <a:cubicBezTo>
                    <a:pt x="0" y="1944"/>
                    <a:pt x="294" y="2296"/>
                    <a:pt x="589" y="2296"/>
                  </a:cubicBezTo>
                  <a:cubicBezTo>
                    <a:pt x="903" y="2296"/>
                    <a:pt x="1198" y="1924"/>
                    <a:pt x="1198" y="1924"/>
                  </a:cubicBezTo>
                  <a:cubicBezTo>
                    <a:pt x="1198" y="1216"/>
                    <a:pt x="1198" y="0"/>
                    <a:pt x="119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38"/>
                    <a:pt x="0" y="1944"/>
                  </a:cubicBezTo>
                </a:path>
              </a:pathLst>
            </a:custGeom>
            <a:solidFill>
              <a:srgbClr val="DBAD7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0" name="Freeform: Shape 201"/>
            <p:cNvSpPr>
              <a:spLocks/>
            </p:cNvSpPr>
            <p:nvPr/>
          </p:nvSpPr>
          <p:spPr bwMode="auto">
            <a:xfrm>
              <a:off x="1031875" y="1008063"/>
              <a:ext cx="1131888" cy="1181100"/>
            </a:xfrm>
            <a:custGeom>
              <a:avLst/>
              <a:gdLst>
                <a:gd name="T0" fmla="*/ 176 w 3143"/>
                <a:gd name="T1" fmla="*/ 1473 h 3279"/>
                <a:gd name="T2" fmla="*/ 176 w 3143"/>
                <a:gd name="T3" fmla="*/ 1473 h 3279"/>
                <a:gd name="T4" fmla="*/ 236 w 3143"/>
                <a:gd name="T5" fmla="*/ 1473 h 3279"/>
                <a:gd name="T6" fmla="*/ 1571 w 3143"/>
                <a:gd name="T7" fmla="*/ 0 h 3279"/>
                <a:gd name="T8" fmla="*/ 2905 w 3143"/>
                <a:gd name="T9" fmla="*/ 1473 h 3279"/>
                <a:gd name="T10" fmla="*/ 2966 w 3143"/>
                <a:gd name="T11" fmla="*/ 1473 h 3279"/>
                <a:gd name="T12" fmla="*/ 3102 w 3143"/>
                <a:gd name="T13" fmla="*/ 1923 h 3279"/>
                <a:gd name="T14" fmla="*/ 2807 w 3143"/>
                <a:gd name="T15" fmla="*/ 2276 h 3279"/>
                <a:gd name="T16" fmla="*/ 2749 w 3143"/>
                <a:gd name="T17" fmla="*/ 2258 h 3279"/>
                <a:gd name="T18" fmla="*/ 1571 w 3143"/>
                <a:gd name="T19" fmla="*/ 3278 h 3279"/>
                <a:gd name="T20" fmla="*/ 392 w 3143"/>
                <a:gd name="T21" fmla="*/ 2258 h 3279"/>
                <a:gd name="T22" fmla="*/ 334 w 3143"/>
                <a:gd name="T23" fmla="*/ 2276 h 3279"/>
                <a:gd name="T24" fmla="*/ 38 w 3143"/>
                <a:gd name="T25" fmla="*/ 1923 h 3279"/>
                <a:gd name="T26" fmla="*/ 176 w 3143"/>
                <a:gd name="T27" fmla="*/ 1473 h 3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43" h="3279">
                  <a:moveTo>
                    <a:pt x="176" y="1473"/>
                  </a:moveTo>
                  <a:lnTo>
                    <a:pt x="176" y="1473"/>
                  </a:lnTo>
                  <a:cubicBezTo>
                    <a:pt x="196" y="1473"/>
                    <a:pt x="216" y="1473"/>
                    <a:pt x="236" y="1473"/>
                  </a:cubicBezTo>
                  <a:cubicBezTo>
                    <a:pt x="254" y="705"/>
                    <a:pt x="785" y="0"/>
                    <a:pt x="1571" y="0"/>
                  </a:cubicBezTo>
                  <a:cubicBezTo>
                    <a:pt x="2356" y="0"/>
                    <a:pt x="2885" y="705"/>
                    <a:pt x="2905" y="1473"/>
                  </a:cubicBezTo>
                  <a:cubicBezTo>
                    <a:pt x="2926" y="1473"/>
                    <a:pt x="2946" y="1473"/>
                    <a:pt x="2966" y="1473"/>
                  </a:cubicBezTo>
                  <a:cubicBezTo>
                    <a:pt x="3084" y="1511"/>
                    <a:pt x="3142" y="1707"/>
                    <a:pt x="3102" y="1923"/>
                  </a:cubicBezTo>
                  <a:cubicBezTo>
                    <a:pt x="3064" y="2140"/>
                    <a:pt x="2926" y="2296"/>
                    <a:pt x="2807" y="2276"/>
                  </a:cubicBezTo>
                  <a:cubicBezTo>
                    <a:pt x="2787" y="2276"/>
                    <a:pt x="2769" y="2258"/>
                    <a:pt x="2749" y="2258"/>
                  </a:cubicBezTo>
                  <a:cubicBezTo>
                    <a:pt x="2533" y="2827"/>
                    <a:pt x="2062" y="3278"/>
                    <a:pt x="1571" y="3278"/>
                  </a:cubicBezTo>
                  <a:cubicBezTo>
                    <a:pt x="1080" y="3278"/>
                    <a:pt x="629" y="2827"/>
                    <a:pt x="392" y="2258"/>
                  </a:cubicBezTo>
                  <a:cubicBezTo>
                    <a:pt x="372" y="2258"/>
                    <a:pt x="352" y="2276"/>
                    <a:pt x="334" y="2276"/>
                  </a:cubicBezTo>
                  <a:cubicBezTo>
                    <a:pt x="216" y="2296"/>
                    <a:pt x="78" y="2140"/>
                    <a:pt x="38" y="1923"/>
                  </a:cubicBezTo>
                  <a:cubicBezTo>
                    <a:pt x="0" y="1707"/>
                    <a:pt x="58" y="1511"/>
                    <a:pt x="176" y="1473"/>
                  </a:cubicBezTo>
                </a:path>
              </a:pathLst>
            </a:custGeom>
            <a:solidFill>
              <a:srgbClr val="E8BD8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1" name="Freeform: Shape 202"/>
            <p:cNvSpPr>
              <a:spLocks/>
            </p:cNvSpPr>
            <p:nvPr/>
          </p:nvSpPr>
          <p:spPr bwMode="auto">
            <a:xfrm>
              <a:off x="812800" y="752475"/>
              <a:ext cx="1358900" cy="841375"/>
            </a:xfrm>
            <a:custGeom>
              <a:avLst/>
              <a:gdLst>
                <a:gd name="T0" fmla="*/ 3457 w 3773"/>
                <a:gd name="T1" fmla="*/ 2337 h 2338"/>
                <a:gd name="T2" fmla="*/ 3457 w 3773"/>
                <a:gd name="T3" fmla="*/ 2337 h 2338"/>
                <a:gd name="T4" fmla="*/ 2946 w 3773"/>
                <a:gd name="T5" fmla="*/ 766 h 2338"/>
                <a:gd name="T6" fmla="*/ 884 w 3773"/>
                <a:gd name="T7" fmla="*/ 2337 h 2338"/>
                <a:gd name="T8" fmla="*/ 1101 w 3773"/>
                <a:gd name="T9" fmla="*/ 1846 h 2338"/>
                <a:gd name="T10" fmla="*/ 2946 w 3773"/>
                <a:gd name="T11" fmla="*/ 1473 h 2338"/>
                <a:gd name="T12" fmla="*/ 3457 w 3773"/>
                <a:gd name="T13" fmla="*/ 2337 h 2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73" h="2338">
                  <a:moveTo>
                    <a:pt x="3457" y="2337"/>
                  </a:moveTo>
                  <a:lnTo>
                    <a:pt x="3457" y="2337"/>
                  </a:lnTo>
                  <a:cubicBezTo>
                    <a:pt x="3772" y="2002"/>
                    <a:pt x="3752" y="826"/>
                    <a:pt x="2946" y="766"/>
                  </a:cubicBezTo>
                  <a:cubicBezTo>
                    <a:pt x="2435" y="0"/>
                    <a:pt x="0" y="549"/>
                    <a:pt x="884" y="2337"/>
                  </a:cubicBezTo>
                  <a:cubicBezTo>
                    <a:pt x="864" y="1964"/>
                    <a:pt x="1101" y="1846"/>
                    <a:pt x="1101" y="1846"/>
                  </a:cubicBezTo>
                  <a:cubicBezTo>
                    <a:pt x="1355" y="2199"/>
                    <a:pt x="2632" y="2062"/>
                    <a:pt x="2946" y="1473"/>
                  </a:cubicBezTo>
                  <a:cubicBezTo>
                    <a:pt x="3103" y="1806"/>
                    <a:pt x="3417" y="1826"/>
                    <a:pt x="3457" y="2337"/>
                  </a:cubicBezTo>
                </a:path>
              </a:pathLst>
            </a:custGeom>
            <a:solidFill>
              <a:srgbClr val="43362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2" name="Freeform: Shape 203"/>
            <p:cNvSpPr>
              <a:spLocks/>
            </p:cNvSpPr>
            <p:nvPr/>
          </p:nvSpPr>
          <p:spPr bwMode="auto">
            <a:xfrm>
              <a:off x="1504950" y="2492375"/>
              <a:ext cx="169863" cy="1017588"/>
            </a:xfrm>
            <a:custGeom>
              <a:avLst/>
              <a:gdLst>
                <a:gd name="T0" fmla="*/ 257 w 474"/>
                <a:gd name="T1" fmla="*/ 2827 h 2828"/>
                <a:gd name="T2" fmla="*/ 0 w 474"/>
                <a:gd name="T3" fmla="*/ 1785 h 2828"/>
                <a:gd name="T4" fmla="*/ 101 w 474"/>
                <a:gd name="T5" fmla="*/ 0 h 2828"/>
                <a:gd name="T6" fmla="*/ 375 w 474"/>
                <a:gd name="T7" fmla="*/ 0 h 2828"/>
                <a:gd name="T8" fmla="*/ 473 w 474"/>
                <a:gd name="T9" fmla="*/ 1942 h 2828"/>
                <a:gd name="T10" fmla="*/ 257 w 474"/>
                <a:gd name="T11" fmla="*/ 2827 h 2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4" h="2828">
                  <a:moveTo>
                    <a:pt x="257" y="2827"/>
                  </a:moveTo>
                  <a:lnTo>
                    <a:pt x="0" y="1785"/>
                  </a:lnTo>
                  <a:lnTo>
                    <a:pt x="101" y="0"/>
                  </a:lnTo>
                  <a:lnTo>
                    <a:pt x="375" y="0"/>
                  </a:lnTo>
                  <a:lnTo>
                    <a:pt x="473" y="1942"/>
                  </a:lnTo>
                  <a:lnTo>
                    <a:pt x="257" y="2827"/>
                  </a:lnTo>
                </a:path>
              </a:pathLst>
            </a:custGeom>
            <a:solidFill>
              <a:srgbClr val="1D1C1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3" name="Freeform: Shape 204"/>
            <p:cNvSpPr>
              <a:spLocks/>
            </p:cNvSpPr>
            <p:nvPr/>
          </p:nvSpPr>
          <p:spPr bwMode="auto">
            <a:xfrm>
              <a:off x="2106613" y="4032250"/>
              <a:ext cx="92075" cy="184150"/>
            </a:xfrm>
            <a:custGeom>
              <a:avLst/>
              <a:gdLst>
                <a:gd name="T0" fmla="*/ 58 w 255"/>
                <a:gd name="T1" fmla="*/ 78 h 512"/>
                <a:gd name="T2" fmla="*/ 58 w 255"/>
                <a:gd name="T3" fmla="*/ 78 h 512"/>
                <a:gd name="T4" fmla="*/ 156 w 255"/>
                <a:gd name="T5" fmla="*/ 0 h 512"/>
                <a:gd name="T6" fmla="*/ 254 w 255"/>
                <a:gd name="T7" fmla="*/ 0 h 512"/>
                <a:gd name="T8" fmla="*/ 234 w 255"/>
                <a:gd name="T9" fmla="*/ 511 h 512"/>
                <a:gd name="T10" fmla="*/ 18 w 255"/>
                <a:gd name="T11" fmla="*/ 353 h 512"/>
                <a:gd name="T12" fmla="*/ 58 w 255"/>
                <a:gd name="T13" fmla="*/ 78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5" h="512">
                  <a:moveTo>
                    <a:pt x="58" y="78"/>
                  </a:moveTo>
                  <a:lnTo>
                    <a:pt x="58" y="78"/>
                  </a:lnTo>
                  <a:cubicBezTo>
                    <a:pt x="78" y="38"/>
                    <a:pt x="116" y="18"/>
                    <a:pt x="156" y="0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234" y="511"/>
                    <a:pt x="234" y="511"/>
                    <a:pt x="234" y="511"/>
                  </a:cubicBezTo>
                  <a:cubicBezTo>
                    <a:pt x="234" y="511"/>
                    <a:pt x="58" y="411"/>
                    <a:pt x="18" y="353"/>
                  </a:cubicBezTo>
                  <a:cubicBezTo>
                    <a:pt x="0" y="333"/>
                    <a:pt x="18" y="156"/>
                    <a:pt x="58" y="78"/>
                  </a:cubicBezTo>
                </a:path>
              </a:pathLst>
            </a:custGeom>
            <a:solidFill>
              <a:srgbClr val="DBAD7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4" name="Freeform: Shape 205"/>
            <p:cNvSpPr>
              <a:spLocks/>
            </p:cNvSpPr>
            <p:nvPr/>
          </p:nvSpPr>
          <p:spPr bwMode="auto">
            <a:xfrm>
              <a:off x="2141538" y="4032250"/>
              <a:ext cx="288925" cy="190500"/>
            </a:xfrm>
            <a:custGeom>
              <a:avLst/>
              <a:gdLst>
                <a:gd name="T0" fmla="*/ 96 w 804"/>
                <a:gd name="T1" fmla="*/ 0 h 530"/>
                <a:gd name="T2" fmla="*/ 96 w 804"/>
                <a:gd name="T3" fmla="*/ 0 h 530"/>
                <a:gd name="T4" fmla="*/ 705 w 804"/>
                <a:gd name="T5" fmla="*/ 0 h 530"/>
                <a:gd name="T6" fmla="*/ 803 w 804"/>
                <a:gd name="T7" fmla="*/ 217 h 530"/>
                <a:gd name="T8" fmla="*/ 803 w 804"/>
                <a:gd name="T9" fmla="*/ 255 h 530"/>
                <a:gd name="T10" fmla="*/ 529 w 804"/>
                <a:gd name="T11" fmla="*/ 529 h 530"/>
                <a:gd name="T12" fmla="*/ 274 w 804"/>
                <a:gd name="T13" fmla="*/ 529 h 530"/>
                <a:gd name="T14" fmla="*/ 0 w 804"/>
                <a:gd name="T15" fmla="*/ 255 h 530"/>
                <a:gd name="T16" fmla="*/ 0 w 804"/>
                <a:gd name="T17" fmla="*/ 217 h 530"/>
                <a:gd name="T18" fmla="*/ 96 w 804"/>
                <a:gd name="T19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4" h="530">
                  <a:moveTo>
                    <a:pt x="96" y="0"/>
                  </a:moveTo>
                  <a:lnTo>
                    <a:pt x="96" y="0"/>
                  </a:lnTo>
                  <a:cubicBezTo>
                    <a:pt x="705" y="0"/>
                    <a:pt x="705" y="0"/>
                    <a:pt x="705" y="0"/>
                  </a:cubicBezTo>
                  <a:cubicBezTo>
                    <a:pt x="765" y="38"/>
                    <a:pt x="803" y="118"/>
                    <a:pt x="803" y="217"/>
                  </a:cubicBezTo>
                  <a:cubicBezTo>
                    <a:pt x="803" y="255"/>
                    <a:pt x="803" y="255"/>
                    <a:pt x="803" y="255"/>
                  </a:cubicBezTo>
                  <a:cubicBezTo>
                    <a:pt x="803" y="411"/>
                    <a:pt x="687" y="529"/>
                    <a:pt x="529" y="529"/>
                  </a:cubicBezTo>
                  <a:cubicBezTo>
                    <a:pt x="274" y="529"/>
                    <a:pt x="274" y="529"/>
                    <a:pt x="274" y="529"/>
                  </a:cubicBezTo>
                  <a:cubicBezTo>
                    <a:pt x="116" y="529"/>
                    <a:pt x="0" y="411"/>
                    <a:pt x="0" y="255"/>
                  </a:cubicBezTo>
                  <a:cubicBezTo>
                    <a:pt x="0" y="217"/>
                    <a:pt x="0" y="217"/>
                    <a:pt x="0" y="217"/>
                  </a:cubicBezTo>
                  <a:cubicBezTo>
                    <a:pt x="0" y="118"/>
                    <a:pt x="38" y="38"/>
                    <a:pt x="96" y="0"/>
                  </a:cubicBezTo>
                </a:path>
              </a:pathLst>
            </a:custGeom>
            <a:solidFill>
              <a:srgbClr val="E8BD8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5" name="Freeform: Shape 206"/>
            <p:cNvSpPr>
              <a:spLocks/>
            </p:cNvSpPr>
            <p:nvPr/>
          </p:nvSpPr>
          <p:spPr bwMode="auto">
            <a:xfrm>
              <a:off x="360363" y="3481388"/>
              <a:ext cx="2474912" cy="755650"/>
            </a:xfrm>
            <a:custGeom>
              <a:avLst/>
              <a:gdLst>
                <a:gd name="T0" fmla="*/ 5892 w 6875"/>
                <a:gd name="T1" fmla="*/ 2100 h 2101"/>
                <a:gd name="T2" fmla="*/ 982 w 6875"/>
                <a:gd name="T3" fmla="*/ 2100 h 2101"/>
                <a:gd name="T4" fmla="*/ 0 w 6875"/>
                <a:gd name="T5" fmla="*/ 0 h 2101"/>
                <a:gd name="T6" fmla="*/ 6874 w 6875"/>
                <a:gd name="T7" fmla="*/ 0 h 2101"/>
                <a:gd name="T8" fmla="*/ 5892 w 6875"/>
                <a:gd name="T9" fmla="*/ 2100 h 2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75" h="2101">
                  <a:moveTo>
                    <a:pt x="5892" y="2100"/>
                  </a:moveTo>
                  <a:lnTo>
                    <a:pt x="982" y="2100"/>
                  </a:lnTo>
                  <a:lnTo>
                    <a:pt x="0" y="0"/>
                  </a:lnTo>
                  <a:lnTo>
                    <a:pt x="6874" y="0"/>
                  </a:lnTo>
                  <a:lnTo>
                    <a:pt x="5892" y="210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6" name="Freeform: Shape 207"/>
            <p:cNvSpPr>
              <a:spLocks/>
            </p:cNvSpPr>
            <p:nvPr/>
          </p:nvSpPr>
          <p:spPr bwMode="auto">
            <a:xfrm>
              <a:off x="1031875" y="3749675"/>
              <a:ext cx="1074738" cy="2092325"/>
            </a:xfrm>
            <a:custGeom>
              <a:avLst/>
              <a:gdLst>
                <a:gd name="T0" fmla="*/ 2986 w 2987"/>
                <a:gd name="T1" fmla="*/ 5811 h 5812"/>
                <a:gd name="T2" fmla="*/ 0 w 2987"/>
                <a:gd name="T3" fmla="*/ 5811 h 5812"/>
                <a:gd name="T4" fmla="*/ 0 w 2987"/>
                <a:gd name="T5" fmla="*/ 0 h 5812"/>
                <a:gd name="T6" fmla="*/ 2986 w 2987"/>
                <a:gd name="T7" fmla="*/ 0 h 5812"/>
                <a:gd name="T8" fmla="*/ 2986 w 2987"/>
                <a:gd name="T9" fmla="*/ 5811 h 5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87" h="5812">
                  <a:moveTo>
                    <a:pt x="2986" y="5811"/>
                  </a:moveTo>
                  <a:lnTo>
                    <a:pt x="0" y="5811"/>
                  </a:lnTo>
                  <a:lnTo>
                    <a:pt x="0" y="0"/>
                  </a:lnTo>
                  <a:lnTo>
                    <a:pt x="2986" y="0"/>
                  </a:lnTo>
                  <a:lnTo>
                    <a:pt x="2986" y="5811"/>
                  </a:lnTo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7" name="Freeform: Shape 208"/>
            <p:cNvSpPr>
              <a:spLocks/>
            </p:cNvSpPr>
            <p:nvPr/>
          </p:nvSpPr>
          <p:spPr bwMode="auto">
            <a:xfrm>
              <a:off x="769938" y="5764213"/>
              <a:ext cx="1598612" cy="192087"/>
            </a:xfrm>
            <a:custGeom>
              <a:avLst/>
              <a:gdLst>
                <a:gd name="T0" fmla="*/ 4439 w 4440"/>
                <a:gd name="T1" fmla="*/ 0 h 532"/>
                <a:gd name="T2" fmla="*/ 0 w 4440"/>
                <a:gd name="T3" fmla="*/ 0 h 532"/>
                <a:gd name="T4" fmla="*/ 0 w 4440"/>
                <a:gd name="T5" fmla="*/ 531 h 532"/>
                <a:gd name="T6" fmla="*/ 4439 w 4440"/>
                <a:gd name="T7" fmla="*/ 531 h 532"/>
                <a:gd name="T8" fmla="*/ 4439 w 4440"/>
                <a:gd name="T9" fmla="*/ 0 h 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40" h="532">
                  <a:moveTo>
                    <a:pt x="4439" y="0"/>
                  </a:moveTo>
                  <a:lnTo>
                    <a:pt x="0" y="0"/>
                  </a:lnTo>
                  <a:lnTo>
                    <a:pt x="0" y="531"/>
                  </a:lnTo>
                  <a:lnTo>
                    <a:pt x="4439" y="531"/>
                  </a:lnTo>
                  <a:lnTo>
                    <a:pt x="4439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8" name="Freeform: Shape 209"/>
            <p:cNvSpPr>
              <a:spLocks/>
            </p:cNvSpPr>
            <p:nvPr/>
          </p:nvSpPr>
          <p:spPr bwMode="auto">
            <a:xfrm>
              <a:off x="360363" y="3346450"/>
              <a:ext cx="2474912" cy="134938"/>
            </a:xfrm>
            <a:custGeom>
              <a:avLst/>
              <a:gdLst>
                <a:gd name="T0" fmla="*/ 6874 w 6875"/>
                <a:gd name="T1" fmla="*/ 0 h 376"/>
                <a:gd name="T2" fmla="*/ 0 w 6875"/>
                <a:gd name="T3" fmla="*/ 0 h 376"/>
                <a:gd name="T4" fmla="*/ 0 w 6875"/>
                <a:gd name="T5" fmla="*/ 375 h 376"/>
                <a:gd name="T6" fmla="*/ 6874 w 6875"/>
                <a:gd name="T7" fmla="*/ 375 h 376"/>
                <a:gd name="T8" fmla="*/ 6874 w 6875"/>
                <a:gd name="T9" fmla="*/ 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75" h="376">
                  <a:moveTo>
                    <a:pt x="6874" y="0"/>
                  </a:moveTo>
                  <a:lnTo>
                    <a:pt x="0" y="0"/>
                  </a:lnTo>
                  <a:lnTo>
                    <a:pt x="0" y="375"/>
                  </a:lnTo>
                  <a:lnTo>
                    <a:pt x="6874" y="375"/>
                  </a:lnTo>
                  <a:lnTo>
                    <a:pt x="6874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1" name="Group 210"/>
          <p:cNvGrpSpPr/>
          <p:nvPr/>
        </p:nvGrpSpPr>
        <p:grpSpPr>
          <a:xfrm>
            <a:off x="3367895" y="1610537"/>
            <a:ext cx="1685035" cy="1111805"/>
            <a:chOff x="6540500" y="1935163"/>
            <a:chExt cx="1636713" cy="1079500"/>
          </a:xfrm>
        </p:grpSpPr>
        <p:sp>
          <p:nvSpPr>
            <p:cNvPr id="32" name="Freeform: Shape 211"/>
            <p:cNvSpPr>
              <a:spLocks/>
            </p:cNvSpPr>
            <p:nvPr/>
          </p:nvSpPr>
          <p:spPr bwMode="auto">
            <a:xfrm>
              <a:off x="6540500" y="2278063"/>
              <a:ext cx="892175" cy="736600"/>
            </a:xfrm>
            <a:custGeom>
              <a:avLst/>
              <a:gdLst>
                <a:gd name="T0" fmla="*/ 2476 w 2477"/>
                <a:gd name="T1" fmla="*/ 633 h 2048"/>
                <a:gd name="T2" fmla="*/ 2029 w 2477"/>
                <a:gd name="T3" fmla="*/ 2047 h 2048"/>
                <a:gd name="T4" fmla="*/ 0 w 2477"/>
                <a:gd name="T5" fmla="*/ 1396 h 2048"/>
                <a:gd name="T6" fmla="*/ 447 w 2477"/>
                <a:gd name="T7" fmla="*/ 0 h 2048"/>
                <a:gd name="T8" fmla="*/ 2476 w 2477"/>
                <a:gd name="T9" fmla="*/ 633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77" h="2048">
                  <a:moveTo>
                    <a:pt x="2476" y="633"/>
                  </a:moveTo>
                  <a:lnTo>
                    <a:pt x="2029" y="2047"/>
                  </a:lnTo>
                  <a:lnTo>
                    <a:pt x="0" y="1396"/>
                  </a:lnTo>
                  <a:lnTo>
                    <a:pt x="447" y="0"/>
                  </a:lnTo>
                  <a:lnTo>
                    <a:pt x="2476" y="633"/>
                  </a:lnTo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Freeform: Shape 212"/>
            <p:cNvSpPr>
              <a:spLocks/>
            </p:cNvSpPr>
            <p:nvPr/>
          </p:nvSpPr>
          <p:spPr bwMode="auto">
            <a:xfrm>
              <a:off x="6540500" y="2278063"/>
              <a:ext cx="892175" cy="736600"/>
            </a:xfrm>
            <a:custGeom>
              <a:avLst/>
              <a:gdLst>
                <a:gd name="T0" fmla="*/ 2476 w 2477"/>
                <a:gd name="T1" fmla="*/ 633 h 2048"/>
                <a:gd name="T2" fmla="*/ 2029 w 2477"/>
                <a:gd name="T3" fmla="*/ 2047 h 2048"/>
                <a:gd name="T4" fmla="*/ 0 w 2477"/>
                <a:gd name="T5" fmla="*/ 1396 h 2048"/>
                <a:gd name="T6" fmla="*/ 447 w 2477"/>
                <a:gd name="T7" fmla="*/ 0 h 2048"/>
                <a:gd name="T8" fmla="*/ 2476 w 2477"/>
                <a:gd name="T9" fmla="*/ 633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77" h="2048">
                  <a:moveTo>
                    <a:pt x="2476" y="633"/>
                  </a:moveTo>
                  <a:lnTo>
                    <a:pt x="2029" y="2047"/>
                  </a:lnTo>
                  <a:lnTo>
                    <a:pt x="0" y="1396"/>
                  </a:lnTo>
                  <a:lnTo>
                    <a:pt x="447" y="0"/>
                  </a:lnTo>
                  <a:lnTo>
                    <a:pt x="2476" y="633"/>
                  </a:lnTo>
                </a:path>
              </a:pathLst>
            </a:custGeom>
            <a:solidFill>
              <a:srgbClr val="EDED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Freeform: Shape 213"/>
            <p:cNvSpPr>
              <a:spLocks/>
            </p:cNvSpPr>
            <p:nvPr/>
          </p:nvSpPr>
          <p:spPr bwMode="auto">
            <a:xfrm>
              <a:off x="6654800" y="2405063"/>
              <a:ext cx="134938" cy="309562"/>
            </a:xfrm>
            <a:custGeom>
              <a:avLst/>
              <a:gdLst>
                <a:gd name="T0" fmla="*/ 373 w 374"/>
                <a:gd name="T1" fmla="*/ 38 h 858"/>
                <a:gd name="T2" fmla="*/ 112 w 374"/>
                <a:gd name="T3" fmla="*/ 857 h 858"/>
                <a:gd name="T4" fmla="*/ 0 w 374"/>
                <a:gd name="T5" fmla="*/ 819 h 858"/>
                <a:gd name="T6" fmla="*/ 261 w 374"/>
                <a:gd name="T7" fmla="*/ 0 h 858"/>
                <a:gd name="T8" fmla="*/ 373 w 374"/>
                <a:gd name="T9" fmla="*/ 38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858">
                  <a:moveTo>
                    <a:pt x="373" y="38"/>
                  </a:moveTo>
                  <a:lnTo>
                    <a:pt x="112" y="857"/>
                  </a:lnTo>
                  <a:lnTo>
                    <a:pt x="0" y="819"/>
                  </a:lnTo>
                  <a:lnTo>
                    <a:pt x="261" y="0"/>
                  </a:lnTo>
                  <a:lnTo>
                    <a:pt x="373" y="3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Freeform: Shape 214"/>
            <p:cNvSpPr>
              <a:spLocks/>
            </p:cNvSpPr>
            <p:nvPr/>
          </p:nvSpPr>
          <p:spPr bwMode="auto">
            <a:xfrm>
              <a:off x="6654800" y="2405063"/>
              <a:ext cx="134938" cy="309562"/>
            </a:xfrm>
            <a:custGeom>
              <a:avLst/>
              <a:gdLst>
                <a:gd name="T0" fmla="*/ 373 w 374"/>
                <a:gd name="T1" fmla="*/ 38 h 858"/>
                <a:gd name="T2" fmla="*/ 112 w 374"/>
                <a:gd name="T3" fmla="*/ 857 h 858"/>
                <a:gd name="T4" fmla="*/ 0 w 374"/>
                <a:gd name="T5" fmla="*/ 819 h 858"/>
                <a:gd name="T6" fmla="*/ 261 w 374"/>
                <a:gd name="T7" fmla="*/ 0 h 858"/>
                <a:gd name="T8" fmla="*/ 373 w 374"/>
                <a:gd name="T9" fmla="*/ 38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858">
                  <a:moveTo>
                    <a:pt x="373" y="38"/>
                  </a:moveTo>
                  <a:lnTo>
                    <a:pt x="112" y="857"/>
                  </a:lnTo>
                  <a:lnTo>
                    <a:pt x="0" y="819"/>
                  </a:lnTo>
                  <a:lnTo>
                    <a:pt x="261" y="0"/>
                  </a:lnTo>
                  <a:lnTo>
                    <a:pt x="373" y="3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Freeform: Shape 215"/>
            <p:cNvSpPr>
              <a:spLocks/>
            </p:cNvSpPr>
            <p:nvPr/>
          </p:nvSpPr>
          <p:spPr bwMode="auto">
            <a:xfrm>
              <a:off x="6769100" y="2378075"/>
              <a:ext cx="93663" cy="255588"/>
            </a:xfrm>
            <a:custGeom>
              <a:avLst/>
              <a:gdLst>
                <a:gd name="T0" fmla="*/ 261 w 262"/>
                <a:gd name="T1" fmla="*/ 19 h 708"/>
                <a:gd name="T2" fmla="*/ 56 w 262"/>
                <a:gd name="T3" fmla="*/ 707 h 708"/>
                <a:gd name="T4" fmla="*/ 0 w 262"/>
                <a:gd name="T5" fmla="*/ 689 h 708"/>
                <a:gd name="T6" fmla="*/ 223 w 262"/>
                <a:gd name="T7" fmla="*/ 0 h 708"/>
                <a:gd name="T8" fmla="*/ 261 w 262"/>
                <a:gd name="T9" fmla="*/ 1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708">
                  <a:moveTo>
                    <a:pt x="261" y="19"/>
                  </a:moveTo>
                  <a:lnTo>
                    <a:pt x="56" y="707"/>
                  </a:lnTo>
                  <a:lnTo>
                    <a:pt x="0" y="689"/>
                  </a:lnTo>
                  <a:lnTo>
                    <a:pt x="223" y="0"/>
                  </a:lnTo>
                  <a:lnTo>
                    <a:pt x="261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Freeform: Shape 216"/>
            <p:cNvSpPr>
              <a:spLocks/>
            </p:cNvSpPr>
            <p:nvPr/>
          </p:nvSpPr>
          <p:spPr bwMode="auto">
            <a:xfrm>
              <a:off x="6769100" y="2378075"/>
              <a:ext cx="93663" cy="255588"/>
            </a:xfrm>
            <a:custGeom>
              <a:avLst/>
              <a:gdLst>
                <a:gd name="T0" fmla="*/ 261 w 262"/>
                <a:gd name="T1" fmla="*/ 19 h 708"/>
                <a:gd name="T2" fmla="*/ 56 w 262"/>
                <a:gd name="T3" fmla="*/ 707 h 708"/>
                <a:gd name="T4" fmla="*/ 0 w 262"/>
                <a:gd name="T5" fmla="*/ 689 h 708"/>
                <a:gd name="T6" fmla="*/ 223 w 262"/>
                <a:gd name="T7" fmla="*/ 0 h 708"/>
                <a:gd name="T8" fmla="*/ 261 w 262"/>
                <a:gd name="T9" fmla="*/ 1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708">
                  <a:moveTo>
                    <a:pt x="261" y="19"/>
                  </a:moveTo>
                  <a:lnTo>
                    <a:pt x="56" y="707"/>
                  </a:lnTo>
                  <a:lnTo>
                    <a:pt x="0" y="689"/>
                  </a:lnTo>
                  <a:lnTo>
                    <a:pt x="223" y="0"/>
                  </a:lnTo>
                  <a:lnTo>
                    <a:pt x="261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Freeform: Shape 217"/>
            <p:cNvSpPr>
              <a:spLocks/>
            </p:cNvSpPr>
            <p:nvPr/>
          </p:nvSpPr>
          <p:spPr bwMode="auto">
            <a:xfrm>
              <a:off x="6721475" y="2652713"/>
              <a:ext cx="188913" cy="174625"/>
            </a:xfrm>
            <a:custGeom>
              <a:avLst/>
              <a:gdLst>
                <a:gd name="T0" fmla="*/ 522 w 523"/>
                <a:gd name="T1" fmla="*/ 129 h 484"/>
                <a:gd name="T2" fmla="*/ 410 w 523"/>
                <a:gd name="T3" fmla="*/ 483 h 484"/>
                <a:gd name="T4" fmla="*/ 0 w 523"/>
                <a:gd name="T5" fmla="*/ 353 h 484"/>
                <a:gd name="T6" fmla="*/ 112 w 523"/>
                <a:gd name="T7" fmla="*/ 0 h 484"/>
                <a:gd name="T8" fmla="*/ 522 w 523"/>
                <a:gd name="T9" fmla="*/ 129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" h="484">
                  <a:moveTo>
                    <a:pt x="522" y="129"/>
                  </a:moveTo>
                  <a:lnTo>
                    <a:pt x="410" y="483"/>
                  </a:lnTo>
                  <a:lnTo>
                    <a:pt x="0" y="353"/>
                  </a:lnTo>
                  <a:lnTo>
                    <a:pt x="112" y="0"/>
                  </a:lnTo>
                  <a:lnTo>
                    <a:pt x="522" y="12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Freeform: Shape 218"/>
            <p:cNvSpPr>
              <a:spLocks/>
            </p:cNvSpPr>
            <p:nvPr/>
          </p:nvSpPr>
          <p:spPr bwMode="auto">
            <a:xfrm>
              <a:off x="6721475" y="2652713"/>
              <a:ext cx="188913" cy="174625"/>
            </a:xfrm>
            <a:custGeom>
              <a:avLst/>
              <a:gdLst>
                <a:gd name="T0" fmla="*/ 522 w 523"/>
                <a:gd name="T1" fmla="*/ 129 h 484"/>
                <a:gd name="T2" fmla="*/ 410 w 523"/>
                <a:gd name="T3" fmla="*/ 483 h 484"/>
                <a:gd name="T4" fmla="*/ 0 w 523"/>
                <a:gd name="T5" fmla="*/ 353 h 484"/>
                <a:gd name="T6" fmla="*/ 112 w 523"/>
                <a:gd name="T7" fmla="*/ 0 h 484"/>
                <a:gd name="T8" fmla="*/ 522 w 523"/>
                <a:gd name="T9" fmla="*/ 129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" h="484">
                  <a:moveTo>
                    <a:pt x="522" y="129"/>
                  </a:moveTo>
                  <a:lnTo>
                    <a:pt x="410" y="483"/>
                  </a:lnTo>
                  <a:lnTo>
                    <a:pt x="0" y="353"/>
                  </a:lnTo>
                  <a:lnTo>
                    <a:pt x="112" y="0"/>
                  </a:lnTo>
                  <a:lnTo>
                    <a:pt x="522" y="12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Freeform: Shape 219"/>
            <p:cNvSpPr>
              <a:spLocks/>
            </p:cNvSpPr>
            <p:nvPr/>
          </p:nvSpPr>
          <p:spPr bwMode="auto">
            <a:xfrm>
              <a:off x="6802438" y="2390775"/>
              <a:ext cx="93662" cy="255588"/>
            </a:xfrm>
            <a:custGeom>
              <a:avLst/>
              <a:gdLst>
                <a:gd name="T0" fmla="*/ 261 w 262"/>
                <a:gd name="T1" fmla="*/ 19 h 708"/>
                <a:gd name="T2" fmla="*/ 56 w 262"/>
                <a:gd name="T3" fmla="*/ 707 h 708"/>
                <a:gd name="T4" fmla="*/ 0 w 262"/>
                <a:gd name="T5" fmla="*/ 689 h 708"/>
                <a:gd name="T6" fmla="*/ 223 w 262"/>
                <a:gd name="T7" fmla="*/ 0 h 708"/>
                <a:gd name="T8" fmla="*/ 261 w 262"/>
                <a:gd name="T9" fmla="*/ 1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708">
                  <a:moveTo>
                    <a:pt x="261" y="19"/>
                  </a:moveTo>
                  <a:lnTo>
                    <a:pt x="56" y="707"/>
                  </a:lnTo>
                  <a:lnTo>
                    <a:pt x="0" y="689"/>
                  </a:lnTo>
                  <a:lnTo>
                    <a:pt x="223" y="0"/>
                  </a:lnTo>
                  <a:lnTo>
                    <a:pt x="261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Freeform: Shape 220"/>
            <p:cNvSpPr>
              <a:spLocks/>
            </p:cNvSpPr>
            <p:nvPr/>
          </p:nvSpPr>
          <p:spPr bwMode="auto">
            <a:xfrm>
              <a:off x="6802438" y="2390775"/>
              <a:ext cx="93662" cy="255588"/>
            </a:xfrm>
            <a:custGeom>
              <a:avLst/>
              <a:gdLst>
                <a:gd name="T0" fmla="*/ 261 w 262"/>
                <a:gd name="T1" fmla="*/ 19 h 708"/>
                <a:gd name="T2" fmla="*/ 56 w 262"/>
                <a:gd name="T3" fmla="*/ 707 h 708"/>
                <a:gd name="T4" fmla="*/ 0 w 262"/>
                <a:gd name="T5" fmla="*/ 689 h 708"/>
                <a:gd name="T6" fmla="*/ 223 w 262"/>
                <a:gd name="T7" fmla="*/ 0 h 708"/>
                <a:gd name="T8" fmla="*/ 261 w 262"/>
                <a:gd name="T9" fmla="*/ 1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708">
                  <a:moveTo>
                    <a:pt x="261" y="19"/>
                  </a:moveTo>
                  <a:lnTo>
                    <a:pt x="56" y="707"/>
                  </a:lnTo>
                  <a:lnTo>
                    <a:pt x="0" y="689"/>
                  </a:lnTo>
                  <a:lnTo>
                    <a:pt x="223" y="0"/>
                  </a:lnTo>
                  <a:lnTo>
                    <a:pt x="261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Freeform: Shape 221"/>
            <p:cNvSpPr>
              <a:spLocks/>
            </p:cNvSpPr>
            <p:nvPr/>
          </p:nvSpPr>
          <p:spPr bwMode="auto">
            <a:xfrm>
              <a:off x="6835775" y="2405063"/>
              <a:ext cx="93663" cy="249237"/>
            </a:xfrm>
            <a:custGeom>
              <a:avLst/>
              <a:gdLst>
                <a:gd name="T0" fmla="*/ 261 w 262"/>
                <a:gd name="T1" fmla="*/ 0 h 691"/>
                <a:gd name="T2" fmla="*/ 37 w 262"/>
                <a:gd name="T3" fmla="*/ 690 h 691"/>
                <a:gd name="T4" fmla="*/ 0 w 262"/>
                <a:gd name="T5" fmla="*/ 670 h 691"/>
                <a:gd name="T6" fmla="*/ 224 w 262"/>
                <a:gd name="T7" fmla="*/ 0 h 691"/>
                <a:gd name="T8" fmla="*/ 261 w 262"/>
                <a:gd name="T9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691">
                  <a:moveTo>
                    <a:pt x="261" y="0"/>
                  </a:moveTo>
                  <a:lnTo>
                    <a:pt x="37" y="690"/>
                  </a:lnTo>
                  <a:lnTo>
                    <a:pt x="0" y="670"/>
                  </a:lnTo>
                  <a:lnTo>
                    <a:pt x="224" y="0"/>
                  </a:lnTo>
                  <a:lnTo>
                    <a:pt x="261" y="0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Freeform: Shape 222"/>
            <p:cNvSpPr>
              <a:spLocks/>
            </p:cNvSpPr>
            <p:nvPr/>
          </p:nvSpPr>
          <p:spPr bwMode="auto">
            <a:xfrm>
              <a:off x="6835775" y="2405063"/>
              <a:ext cx="93663" cy="249237"/>
            </a:xfrm>
            <a:custGeom>
              <a:avLst/>
              <a:gdLst>
                <a:gd name="T0" fmla="*/ 261 w 262"/>
                <a:gd name="T1" fmla="*/ 0 h 691"/>
                <a:gd name="T2" fmla="*/ 37 w 262"/>
                <a:gd name="T3" fmla="*/ 690 h 691"/>
                <a:gd name="T4" fmla="*/ 0 w 262"/>
                <a:gd name="T5" fmla="*/ 670 h 691"/>
                <a:gd name="T6" fmla="*/ 224 w 262"/>
                <a:gd name="T7" fmla="*/ 0 h 691"/>
                <a:gd name="T8" fmla="*/ 261 w 262"/>
                <a:gd name="T9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691">
                  <a:moveTo>
                    <a:pt x="261" y="0"/>
                  </a:moveTo>
                  <a:lnTo>
                    <a:pt x="37" y="690"/>
                  </a:lnTo>
                  <a:lnTo>
                    <a:pt x="0" y="670"/>
                  </a:lnTo>
                  <a:lnTo>
                    <a:pt x="224" y="0"/>
                  </a:lnTo>
                  <a:lnTo>
                    <a:pt x="261" y="0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Freeform: Shape 223"/>
            <p:cNvSpPr>
              <a:spLocks/>
            </p:cNvSpPr>
            <p:nvPr/>
          </p:nvSpPr>
          <p:spPr bwMode="auto">
            <a:xfrm>
              <a:off x="6869113" y="2411413"/>
              <a:ext cx="93662" cy="255587"/>
            </a:xfrm>
            <a:custGeom>
              <a:avLst/>
              <a:gdLst>
                <a:gd name="T0" fmla="*/ 261 w 262"/>
                <a:gd name="T1" fmla="*/ 19 h 708"/>
                <a:gd name="T2" fmla="*/ 37 w 262"/>
                <a:gd name="T3" fmla="*/ 707 h 708"/>
                <a:gd name="T4" fmla="*/ 0 w 262"/>
                <a:gd name="T5" fmla="*/ 689 h 708"/>
                <a:gd name="T6" fmla="*/ 205 w 262"/>
                <a:gd name="T7" fmla="*/ 0 h 708"/>
                <a:gd name="T8" fmla="*/ 261 w 262"/>
                <a:gd name="T9" fmla="*/ 1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708">
                  <a:moveTo>
                    <a:pt x="261" y="19"/>
                  </a:moveTo>
                  <a:lnTo>
                    <a:pt x="37" y="707"/>
                  </a:lnTo>
                  <a:lnTo>
                    <a:pt x="0" y="689"/>
                  </a:lnTo>
                  <a:lnTo>
                    <a:pt x="205" y="0"/>
                  </a:lnTo>
                  <a:lnTo>
                    <a:pt x="261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Freeform: Shape 224"/>
            <p:cNvSpPr>
              <a:spLocks/>
            </p:cNvSpPr>
            <p:nvPr/>
          </p:nvSpPr>
          <p:spPr bwMode="auto">
            <a:xfrm>
              <a:off x="6869113" y="2411413"/>
              <a:ext cx="93662" cy="255587"/>
            </a:xfrm>
            <a:custGeom>
              <a:avLst/>
              <a:gdLst>
                <a:gd name="T0" fmla="*/ 261 w 262"/>
                <a:gd name="T1" fmla="*/ 19 h 708"/>
                <a:gd name="T2" fmla="*/ 37 w 262"/>
                <a:gd name="T3" fmla="*/ 707 h 708"/>
                <a:gd name="T4" fmla="*/ 0 w 262"/>
                <a:gd name="T5" fmla="*/ 689 h 708"/>
                <a:gd name="T6" fmla="*/ 205 w 262"/>
                <a:gd name="T7" fmla="*/ 0 h 708"/>
                <a:gd name="T8" fmla="*/ 261 w 262"/>
                <a:gd name="T9" fmla="*/ 19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708">
                  <a:moveTo>
                    <a:pt x="261" y="19"/>
                  </a:moveTo>
                  <a:lnTo>
                    <a:pt x="37" y="707"/>
                  </a:lnTo>
                  <a:lnTo>
                    <a:pt x="0" y="689"/>
                  </a:lnTo>
                  <a:lnTo>
                    <a:pt x="205" y="0"/>
                  </a:lnTo>
                  <a:lnTo>
                    <a:pt x="261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Freeform: Shape 225"/>
            <p:cNvSpPr>
              <a:spLocks/>
            </p:cNvSpPr>
            <p:nvPr/>
          </p:nvSpPr>
          <p:spPr bwMode="auto">
            <a:xfrm>
              <a:off x="6902450" y="2424113"/>
              <a:ext cx="93663" cy="247650"/>
            </a:xfrm>
            <a:custGeom>
              <a:avLst/>
              <a:gdLst>
                <a:gd name="T0" fmla="*/ 261 w 262"/>
                <a:gd name="T1" fmla="*/ 0 h 690"/>
                <a:gd name="T2" fmla="*/ 38 w 262"/>
                <a:gd name="T3" fmla="*/ 689 h 690"/>
                <a:gd name="T4" fmla="*/ 0 w 262"/>
                <a:gd name="T5" fmla="*/ 670 h 690"/>
                <a:gd name="T6" fmla="*/ 205 w 262"/>
                <a:gd name="T7" fmla="*/ 0 h 690"/>
                <a:gd name="T8" fmla="*/ 261 w 262"/>
                <a:gd name="T9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690">
                  <a:moveTo>
                    <a:pt x="261" y="0"/>
                  </a:moveTo>
                  <a:lnTo>
                    <a:pt x="38" y="689"/>
                  </a:lnTo>
                  <a:lnTo>
                    <a:pt x="0" y="670"/>
                  </a:lnTo>
                  <a:lnTo>
                    <a:pt x="205" y="0"/>
                  </a:lnTo>
                  <a:lnTo>
                    <a:pt x="261" y="0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Freeform: Shape 226"/>
            <p:cNvSpPr>
              <a:spLocks/>
            </p:cNvSpPr>
            <p:nvPr/>
          </p:nvSpPr>
          <p:spPr bwMode="auto">
            <a:xfrm>
              <a:off x="6902450" y="2424113"/>
              <a:ext cx="93663" cy="247650"/>
            </a:xfrm>
            <a:custGeom>
              <a:avLst/>
              <a:gdLst>
                <a:gd name="T0" fmla="*/ 261 w 262"/>
                <a:gd name="T1" fmla="*/ 0 h 690"/>
                <a:gd name="T2" fmla="*/ 38 w 262"/>
                <a:gd name="T3" fmla="*/ 689 h 690"/>
                <a:gd name="T4" fmla="*/ 0 w 262"/>
                <a:gd name="T5" fmla="*/ 670 h 690"/>
                <a:gd name="T6" fmla="*/ 205 w 262"/>
                <a:gd name="T7" fmla="*/ 0 h 690"/>
                <a:gd name="T8" fmla="*/ 261 w 262"/>
                <a:gd name="T9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690">
                  <a:moveTo>
                    <a:pt x="261" y="0"/>
                  </a:moveTo>
                  <a:lnTo>
                    <a:pt x="38" y="689"/>
                  </a:lnTo>
                  <a:lnTo>
                    <a:pt x="0" y="670"/>
                  </a:lnTo>
                  <a:lnTo>
                    <a:pt x="205" y="0"/>
                  </a:lnTo>
                  <a:lnTo>
                    <a:pt x="261" y="0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Freeform: Shape 227"/>
            <p:cNvSpPr>
              <a:spLocks/>
            </p:cNvSpPr>
            <p:nvPr/>
          </p:nvSpPr>
          <p:spPr bwMode="auto">
            <a:xfrm>
              <a:off x="6883400" y="2432050"/>
              <a:ext cx="147638" cy="403225"/>
            </a:xfrm>
            <a:custGeom>
              <a:avLst/>
              <a:gdLst>
                <a:gd name="T0" fmla="*/ 410 w 411"/>
                <a:gd name="T1" fmla="*/ 19 h 1118"/>
                <a:gd name="T2" fmla="*/ 56 w 411"/>
                <a:gd name="T3" fmla="*/ 1117 h 1118"/>
                <a:gd name="T4" fmla="*/ 0 w 411"/>
                <a:gd name="T5" fmla="*/ 1098 h 1118"/>
                <a:gd name="T6" fmla="*/ 354 w 411"/>
                <a:gd name="T7" fmla="*/ 0 h 1118"/>
                <a:gd name="T8" fmla="*/ 410 w 411"/>
                <a:gd name="T9" fmla="*/ 19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1" h="1118">
                  <a:moveTo>
                    <a:pt x="410" y="19"/>
                  </a:moveTo>
                  <a:lnTo>
                    <a:pt x="56" y="1117"/>
                  </a:lnTo>
                  <a:lnTo>
                    <a:pt x="0" y="1098"/>
                  </a:lnTo>
                  <a:lnTo>
                    <a:pt x="354" y="0"/>
                  </a:lnTo>
                  <a:lnTo>
                    <a:pt x="410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Freeform: Shape 228"/>
            <p:cNvSpPr>
              <a:spLocks/>
            </p:cNvSpPr>
            <p:nvPr/>
          </p:nvSpPr>
          <p:spPr bwMode="auto">
            <a:xfrm>
              <a:off x="6883400" y="2432050"/>
              <a:ext cx="147638" cy="403225"/>
            </a:xfrm>
            <a:custGeom>
              <a:avLst/>
              <a:gdLst>
                <a:gd name="T0" fmla="*/ 410 w 411"/>
                <a:gd name="T1" fmla="*/ 19 h 1118"/>
                <a:gd name="T2" fmla="*/ 56 w 411"/>
                <a:gd name="T3" fmla="*/ 1117 h 1118"/>
                <a:gd name="T4" fmla="*/ 0 w 411"/>
                <a:gd name="T5" fmla="*/ 1098 h 1118"/>
                <a:gd name="T6" fmla="*/ 354 w 411"/>
                <a:gd name="T7" fmla="*/ 0 h 1118"/>
                <a:gd name="T8" fmla="*/ 410 w 411"/>
                <a:gd name="T9" fmla="*/ 19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1" h="1118">
                  <a:moveTo>
                    <a:pt x="410" y="19"/>
                  </a:moveTo>
                  <a:lnTo>
                    <a:pt x="56" y="1117"/>
                  </a:lnTo>
                  <a:lnTo>
                    <a:pt x="0" y="1098"/>
                  </a:lnTo>
                  <a:lnTo>
                    <a:pt x="354" y="0"/>
                  </a:lnTo>
                  <a:lnTo>
                    <a:pt x="410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Freeform: Shape 229"/>
            <p:cNvSpPr>
              <a:spLocks/>
            </p:cNvSpPr>
            <p:nvPr/>
          </p:nvSpPr>
          <p:spPr bwMode="auto">
            <a:xfrm>
              <a:off x="6950075" y="2451100"/>
              <a:ext cx="141288" cy="403225"/>
            </a:xfrm>
            <a:custGeom>
              <a:avLst/>
              <a:gdLst>
                <a:gd name="T0" fmla="*/ 390 w 391"/>
                <a:gd name="T1" fmla="*/ 18 h 1118"/>
                <a:gd name="T2" fmla="*/ 56 w 391"/>
                <a:gd name="T3" fmla="*/ 1117 h 1118"/>
                <a:gd name="T4" fmla="*/ 0 w 391"/>
                <a:gd name="T5" fmla="*/ 1098 h 1118"/>
                <a:gd name="T6" fmla="*/ 354 w 391"/>
                <a:gd name="T7" fmla="*/ 0 h 1118"/>
                <a:gd name="T8" fmla="*/ 390 w 391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" h="1118">
                  <a:moveTo>
                    <a:pt x="390" y="18"/>
                  </a:moveTo>
                  <a:lnTo>
                    <a:pt x="56" y="1117"/>
                  </a:lnTo>
                  <a:lnTo>
                    <a:pt x="0" y="1098"/>
                  </a:lnTo>
                  <a:lnTo>
                    <a:pt x="354" y="0"/>
                  </a:lnTo>
                  <a:lnTo>
                    <a:pt x="390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Freeform: Shape 230"/>
            <p:cNvSpPr>
              <a:spLocks/>
            </p:cNvSpPr>
            <p:nvPr/>
          </p:nvSpPr>
          <p:spPr bwMode="auto">
            <a:xfrm>
              <a:off x="6950075" y="2451100"/>
              <a:ext cx="141288" cy="403225"/>
            </a:xfrm>
            <a:custGeom>
              <a:avLst/>
              <a:gdLst>
                <a:gd name="T0" fmla="*/ 390 w 391"/>
                <a:gd name="T1" fmla="*/ 18 h 1118"/>
                <a:gd name="T2" fmla="*/ 56 w 391"/>
                <a:gd name="T3" fmla="*/ 1117 h 1118"/>
                <a:gd name="T4" fmla="*/ 0 w 391"/>
                <a:gd name="T5" fmla="*/ 1098 h 1118"/>
                <a:gd name="T6" fmla="*/ 354 w 391"/>
                <a:gd name="T7" fmla="*/ 0 h 1118"/>
                <a:gd name="T8" fmla="*/ 390 w 391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" h="1118">
                  <a:moveTo>
                    <a:pt x="390" y="18"/>
                  </a:moveTo>
                  <a:lnTo>
                    <a:pt x="56" y="1117"/>
                  </a:lnTo>
                  <a:lnTo>
                    <a:pt x="0" y="1098"/>
                  </a:lnTo>
                  <a:lnTo>
                    <a:pt x="354" y="0"/>
                  </a:lnTo>
                  <a:lnTo>
                    <a:pt x="390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Freeform: Shape 231"/>
            <p:cNvSpPr>
              <a:spLocks/>
            </p:cNvSpPr>
            <p:nvPr/>
          </p:nvSpPr>
          <p:spPr bwMode="auto">
            <a:xfrm>
              <a:off x="6983413" y="2465388"/>
              <a:ext cx="141287" cy="403225"/>
            </a:xfrm>
            <a:custGeom>
              <a:avLst/>
              <a:gdLst>
                <a:gd name="T0" fmla="*/ 390 w 391"/>
                <a:gd name="T1" fmla="*/ 0 h 1118"/>
                <a:gd name="T2" fmla="*/ 37 w 391"/>
                <a:gd name="T3" fmla="*/ 1117 h 1118"/>
                <a:gd name="T4" fmla="*/ 0 w 391"/>
                <a:gd name="T5" fmla="*/ 1098 h 1118"/>
                <a:gd name="T6" fmla="*/ 353 w 391"/>
                <a:gd name="T7" fmla="*/ 0 h 1118"/>
                <a:gd name="T8" fmla="*/ 390 w 391"/>
                <a:gd name="T9" fmla="*/ 0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" h="1118">
                  <a:moveTo>
                    <a:pt x="390" y="0"/>
                  </a:moveTo>
                  <a:lnTo>
                    <a:pt x="37" y="1117"/>
                  </a:lnTo>
                  <a:lnTo>
                    <a:pt x="0" y="1098"/>
                  </a:lnTo>
                  <a:lnTo>
                    <a:pt x="353" y="0"/>
                  </a:lnTo>
                  <a:lnTo>
                    <a:pt x="390" y="0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Freeform: Shape 232"/>
            <p:cNvSpPr>
              <a:spLocks/>
            </p:cNvSpPr>
            <p:nvPr/>
          </p:nvSpPr>
          <p:spPr bwMode="auto">
            <a:xfrm>
              <a:off x="6983413" y="2465388"/>
              <a:ext cx="141287" cy="403225"/>
            </a:xfrm>
            <a:custGeom>
              <a:avLst/>
              <a:gdLst>
                <a:gd name="T0" fmla="*/ 390 w 391"/>
                <a:gd name="T1" fmla="*/ 0 h 1118"/>
                <a:gd name="T2" fmla="*/ 37 w 391"/>
                <a:gd name="T3" fmla="*/ 1117 h 1118"/>
                <a:gd name="T4" fmla="*/ 0 w 391"/>
                <a:gd name="T5" fmla="*/ 1098 h 1118"/>
                <a:gd name="T6" fmla="*/ 353 w 391"/>
                <a:gd name="T7" fmla="*/ 0 h 1118"/>
                <a:gd name="T8" fmla="*/ 390 w 391"/>
                <a:gd name="T9" fmla="*/ 0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1" h="1118">
                  <a:moveTo>
                    <a:pt x="390" y="0"/>
                  </a:moveTo>
                  <a:lnTo>
                    <a:pt x="37" y="1117"/>
                  </a:lnTo>
                  <a:lnTo>
                    <a:pt x="0" y="1098"/>
                  </a:lnTo>
                  <a:lnTo>
                    <a:pt x="353" y="0"/>
                  </a:lnTo>
                  <a:lnTo>
                    <a:pt x="390" y="0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Freeform: Shape 233"/>
            <p:cNvSpPr>
              <a:spLocks/>
            </p:cNvSpPr>
            <p:nvPr/>
          </p:nvSpPr>
          <p:spPr bwMode="auto">
            <a:xfrm>
              <a:off x="7016750" y="2471738"/>
              <a:ext cx="141288" cy="403225"/>
            </a:xfrm>
            <a:custGeom>
              <a:avLst/>
              <a:gdLst>
                <a:gd name="T0" fmla="*/ 391 w 392"/>
                <a:gd name="T1" fmla="*/ 18 h 1118"/>
                <a:gd name="T2" fmla="*/ 37 w 392"/>
                <a:gd name="T3" fmla="*/ 1117 h 1118"/>
                <a:gd name="T4" fmla="*/ 0 w 392"/>
                <a:gd name="T5" fmla="*/ 1098 h 1118"/>
                <a:gd name="T6" fmla="*/ 353 w 392"/>
                <a:gd name="T7" fmla="*/ 0 h 1118"/>
                <a:gd name="T8" fmla="*/ 391 w 392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1118">
                  <a:moveTo>
                    <a:pt x="391" y="18"/>
                  </a:moveTo>
                  <a:lnTo>
                    <a:pt x="37" y="1117"/>
                  </a:lnTo>
                  <a:lnTo>
                    <a:pt x="0" y="1098"/>
                  </a:lnTo>
                  <a:lnTo>
                    <a:pt x="353" y="0"/>
                  </a:lnTo>
                  <a:lnTo>
                    <a:pt x="391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Freeform: Shape 234"/>
            <p:cNvSpPr>
              <a:spLocks/>
            </p:cNvSpPr>
            <p:nvPr/>
          </p:nvSpPr>
          <p:spPr bwMode="auto">
            <a:xfrm>
              <a:off x="7016750" y="2471738"/>
              <a:ext cx="141288" cy="403225"/>
            </a:xfrm>
            <a:custGeom>
              <a:avLst/>
              <a:gdLst>
                <a:gd name="T0" fmla="*/ 391 w 392"/>
                <a:gd name="T1" fmla="*/ 18 h 1118"/>
                <a:gd name="T2" fmla="*/ 37 w 392"/>
                <a:gd name="T3" fmla="*/ 1117 h 1118"/>
                <a:gd name="T4" fmla="*/ 0 w 392"/>
                <a:gd name="T5" fmla="*/ 1098 h 1118"/>
                <a:gd name="T6" fmla="*/ 353 w 392"/>
                <a:gd name="T7" fmla="*/ 0 h 1118"/>
                <a:gd name="T8" fmla="*/ 391 w 392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1118">
                  <a:moveTo>
                    <a:pt x="391" y="18"/>
                  </a:moveTo>
                  <a:lnTo>
                    <a:pt x="37" y="1117"/>
                  </a:lnTo>
                  <a:lnTo>
                    <a:pt x="0" y="1098"/>
                  </a:lnTo>
                  <a:lnTo>
                    <a:pt x="353" y="0"/>
                  </a:lnTo>
                  <a:lnTo>
                    <a:pt x="391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Freeform: Shape 235"/>
            <p:cNvSpPr>
              <a:spLocks/>
            </p:cNvSpPr>
            <p:nvPr/>
          </p:nvSpPr>
          <p:spPr bwMode="auto">
            <a:xfrm>
              <a:off x="7050088" y="2484438"/>
              <a:ext cx="141287" cy="403225"/>
            </a:xfrm>
            <a:custGeom>
              <a:avLst/>
              <a:gdLst>
                <a:gd name="T0" fmla="*/ 391 w 392"/>
                <a:gd name="T1" fmla="*/ 19 h 1118"/>
                <a:gd name="T2" fmla="*/ 37 w 392"/>
                <a:gd name="T3" fmla="*/ 1117 h 1118"/>
                <a:gd name="T4" fmla="*/ 0 w 392"/>
                <a:gd name="T5" fmla="*/ 1098 h 1118"/>
                <a:gd name="T6" fmla="*/ 335 w 392"/>
                <a:gd name="T7" fmla="*/ 0 h 1118"/>
                <a:gd name="T8" fmla="*/ 391 w 392"/>
                <a:gd name="T9" fmla="*/ 19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1118">
                  <a:moveTo>
                    <a:pt x="391" y="19"/>
                  </a:moveTo>
                  <a:lnTo>
                    <a:pt x="37" y="1117"/>
                  </a:lnTo>
                  <a:lnTo>
                    <a:pt x="0" y="1098"/>
                  </a:lnTo>
                  <a:lnTo>
                    <a:pt x="335" y="0"/>
                  </a:lnTo>
                  <a:lnTo>
                    <a:pt x="391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Freeform: Shape 236"/>
            <p:cNvSpPr>
              <a:spLocks/>
            </p:cNvSpPr>
            <p:nvPr/>
          </p:nvSpPr>
          <p:spPr bwMode="auto">
            <a:xfrm>
              <a:off x="7050088" y="2484438"/>
              <a:ext cx="141287" cy="403225"/>
            </a:xfrm>
            <a:custGeom>
              <a:avLst/>
              <a:gdLst>
                <a:gd name="T0" fmla="*/ 391 w 392"/>
                <a:gd name="T1" fmla="*/ 19 h 1118"/>
                <a:gd name="T2" fmla="*/ 37 w 392"/>
                <a:gd name="T3" fmla="*/ 1117 h 1118"/>
                <a:gd name="T4" fmla="*/ 0 w 392"/>
                <a:gd name="T5" fmla="*/ 1098 h 1118"/>
                <a:gd name="T6" fmla="*/ 335 w 392"/>
                <a:gd name="T7" fmla="*/ 0 h 1118"/>
                <a:gd name="T8" fmla="*/ 391 w 392"/>
                <a:gd name="T9" fmla="*/ 19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1118">
                  <a:moveTo>
                    <a:pt x="391" y="19"/>
                  </a:moveTo>
                  <a:lnTo>
                    <a:pt x="37" y="1117"/>
                  </a:lnTo>
                  <a:lnTo>
                    <a:pt x="0" y="1098"/>
                  </a:lnTo>
                  <a:lnTo>
                    <a:pt x="335" y="0"/>
                  </a:lnTo>
                  <a:lnTo>
                    <a:pt x="391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Freeform: Shape 237"/>
            <p:cNvSpPr>
              <a:spLocks/>
            </p:cNvSpPr>
            <p:nvPr/>
          </p:nvSpPr>
          <p:spPr bwMode="auto">
            <a:xfrm>
              <a:off x="7083425" y="2492375"/>
              <a:ext cx="141288" cy="403225"/>
            </a:xfrm>
            <a:custGeom>
              <a:avLst/>
              <a:gdLst>
                <a:gd name="T0" fmla="*/ 391 w 392"/>
                <a:gd name="T1" fmla="*/ 18 h 1118"/>
                <a:gd name="T2" fmla="*/ 37 w 392"/>
                <a:gd name="T3" fmla="*/ 1117 h 1118"/>
                <a:gd name="T4" fmla="*/ 0 w 392"/>
                <a:gd name="T5" fmla="*/ 1098 h 1118"/>
                <a:gd name="T6" fmla="*/ 335 w 392"/>
                <a:gd name="T7" fmla="*/ 0 h 1118"/>
                <a:gd name="T8" fmla="*/ 391 w 392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1118">
                  <a:moveTo>
                    <a:pt x="391" y="18"/>
                  </a:moveTo>
                  <a:lnTo>
                    <a:pt x="37" y="1117"/>
                  </a:lnTo>
                  <a:lnTo>
                    <a:pt x="0" y="1098"/>
                  </a:lnTo>
                  <a:lnTo>
                    <a:pt x="335" y="0"/>
                  </a:lnTo>
                  <a:lnTo>
                    <a:pt x="391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Freeform: Shape 238"/>
            <p:cNvSpPr>
              <a:spLocks/>
            </p:cNvSpPr>
            <p:nvPr/>
          </p:nvSpPr>
          <p:spPr bwMode="auto">
            <a:xfrm>
              <a:off x="7083425" y="2492375"/>
              <a:ext cx="141288" cy="403225"/>
            </a:xfrm>
            <a:custGeom>
              <a:avLst/>
              <a:gdLst>
                <a:gd name="T0" fmla="*/ 391 w 392"/>
                <a:gd name="T1" fmla="*/ 18 h 1118"/>
                <a:gd name="T2" fmla="*/ 37 w 392"/>
                <a:gd name="T3" fmla="*/ 1117 h 1118"/>
                <a:gd name="T4" fmla="*/ 0 w 392"/>
                <a:gd name="T5" fmla="*/ 1098 h 1118"/>
                <a:gd name="T6" fmla="*/ 335 w 392"/>
                <a:gd name="T7" fmla="*/ 0 h 1118"/>
                <a:gd name="T8" fmla="*/ 391 w 392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1118">
                  <a:moveTo>
                    <a:pt x="391" y="18"/>
                  </a:moveTo>
                  <a:lnTo>
                    <a:pt x="37" y="1117"/>
                  </a:lnTo>
                  <a:lnTo>
                    <a:pt x="0" y="1098"/>
                  </a:lnTo>
                  <a:lnTo>
                    <a:pt x="335" y="0"/>
                  </a:lnTo>
                  <a:lnTo>
                    <a:pt x="391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Freeform: Shape 239"/>
            <p:cNvSpPr>
              <a:spLocks/>
            </p:cNvSpPr>
            <p:nvPr/>
          </p:nvSpPr>
          <p:spPr bwMode="auto">
            <a:xfrm>
              <a:off x="7118350" y="2505075"/>
              <a:ext cx="141288" cy="403225"/>
            </a:xfrm>
            <a:custGeom>
              <a:avLst/>
              <a:gdLst>
                <a:gd name="T0" fmla="*/ 391 w 392"/>
                <a:gd name="T1" fmla="*/ 18 h 1118"/>
                <a:gd name="T2" fmla="*/ 38 w 392"/>
                <a:gd name="T3" fmla="*/ 1117 h 1118"/>
                <a:gd name="T4" fmla="*/ 0 w 392"/>
                <a:gd name="T5" fmla="*/ 1098 h 1118"/>
                <a:gd name="T6" fmla="*/ 335 w 392"/>
                <a:gd name="T7" fmla="*/ 0 h 1118"/>
                <a:gd name="T8" fmla="*/ 391 w 392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1118">
                  <a:moveTo>
                    <a:pt x="391" y="18"/>
                  </a:moveTo>
                  <a:lnTo>
                    <a:pt x="38" y="1117"/>
                  </a:lnTo>
                  <a:lnTo>
                    <a:pt x="0" y="1098"/>
                  </a:lnTo>
                  <a:lnTo>
                    <a:pt x="335" y="0"/>
                  </a:lnTo>
                  <a:lnTo>
                    <a:pt x="391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Freeform: Shape 240"/>
            <p:cNvSpPr>
              <a:spLocks/>
            </p:cNvSpPr>
            <p:nvPr/>
          </p:nvSpPr>
          <p:spPr bwMode="auto">
            <a:xfrm>
              <a:off x="7118350" y="2505075"/>
              <a:ext cx="141288" cy="403225"/>
            </a:xfrm>
            <a:custGeom>
              <a:avLst/>
              <a:gdLst>
                <a:gd name="T0" fmla="*/ 391 w 392"/>
                <a:gd name="T1" fmla="*/ 18 h 1118"/>
                <a:gd name="T2" fmla="*/ 38 w 392"/>
                <a:gd name="T3" fmla="*/ 1117 h 1118"/>
                <a:gd name="T4" fmla="*/ 0 w 392"/>
                <a:gd name="T5" fmla="*/ 1098 h 1118"/>
                <a:gd name="T6" fmla="*/ 335 w 392"/>
                <a:gd name="T7" fmla="*/ 0 h 1118"/>
                <a:gd name="T8" fmla="*/ 391 w 392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1118">
                  <a:moveTo>
                    <a:pt x="391" y="18"/>
                  </a:moveTo>
                  <a:lnTo>
                    <a:pt x="38" y="1117"/>
                  </a:lnTo>
                  <a:lnTo>
                    <a:pt x="0" y="1098"/>
                  </a:lnTo>
                  <a:lnTo>
                    <a:pt x="335" y="0"/>
                  </a:lnTo>
                  <a:lnTo>
                    <a:pt x="391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Freeform: Shape 241"/>
            <p:cNvSpPr>
              <a:spLocks/>
            </p:cNvSpPr>
            <p:nvPr/>
          </p:nvSpPr>
          <p:spPr bwMode="auto">
            <a:xfrm>
              <a:off x="7143750" y="2511425"/>
              <a:ext cx="147638" cy="403225"/>
            </a:xfrm>
            <a:custGeom>
              <a:avLst/>
              <a:gdLst>
                <a:gd name="T0" fmla="*/ 410 w 411"/>
                <a:gd name="T1" fmla="*/ 19 h 1118"/>
                <a:gd name="T2" fmla="*/ 56 w 411"/>
                <a:gd name="T3" fmla="*/ 1117 h 1118"/>
                <a:gd name="T4" fmla="*/ 0 w 411"/>
                <a:gd name="T5" fmla="*/ 1117 h 1118"/>
                <a:gd name="T6" fmla="*/ 354 w 411"/>
                <a:gd name="T7" fmla="*/ 0 h 1118"/>
                <a:gd name="T8" fmla="*/ 410 w 411"/>
                <a:gd name="T9" fmla="*/ 19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1" h="1118">
                  <a:moveTo>
                    <a:pt x="410" y="19"/>
                  </a:moveTo>
                  <a:lnTo>
                    <a:pt x="56" y="1117"/>
                  </a:lnTo>
                  <a:lnTo>
                    <a:pt x="0" y="1117"/>
                  </a:lnTo>
                  <a:lnTo>
                    <a:pt x="354" y="0"/>
                  </a:lnTo>
                  <a:lnTo>
                    <a:pt x="410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Freeform: Shape 242"/>
            <p:cNvSpPr>
              <a:spLocks/>
            </p:cNvSpPr>
            <p:nvPr/>
          </p:nvSpPr>
          <p:spPr bwMode="auto">
            <a:xfrm>
              <a:off x="7143750" y="2511425"/>
              <a:ext cx="147638" cy="403225"/>
            </a:xfrm>
            <a:custGeom>
              <a:avLst/>
              <a:gdLst>
                <a:gd name="T0" fmla="*/ 410 w 411"/>
                <a:gd name="T1" fmla="*/ 19 h 1118"/>
                <a:gd name="T2" fmla="*/ 56 w 411"/>
                <a:gd name="T3" fmla="*/ 1117 h 1118"/>
                <a:gd name="T4" fmla="*/ 0 w 411"/>
                <a:gd name="T5" fmla="*/ 1117 h 1118"/>
                <a:gd name="T6" fmla="*/ 354 w 411"/>
                <a:gd name="T7" fmla="*/ 0 h 1118"/>
                <a:gd name="T8" fmla="*/ 410 w 411"/>
                <a:gd name="T9" fmla="*/ 19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1" h="1118">
                  <a:moveTo>
                    <a:pt x="410" y="19"/>
                  </a:moveTo>
                  <a:lnTo>
                    <a:pt x="56" y="1117"/>
                  </a:lnTo>
                  <a:lnTo>
                    <a:pt x="0" y="1117"/>
                  </a:lnTo>
                  <a:lnTo>
                    <a:pt x="354" y="0"/>
                  </a:lnTo>
                  <a:lnTo>
                    <a:pt x="410" y="19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Freeform: Shape 243"/>
            <p:cNvSpPr>
              <a:spLocks/>
            </p:cNvSpPr>
            <p:nvPr/>
          </p:nvSpPr>
          <p:spPr bwMode="auto">
            <a:xfrm>
              <a:off x="7177088" y="2525713"/>
              <a:ext cx="141287" cy="403225"/>
            </a:xfrm>
            <a:custGeom>
              <a:avLst/>
              <a:gdLst>
                <a:gd name="T0" fmla="*/ 392 w 393"/>
                <a:gd name="T1" fmla="*/ 18 h 1118"/>
                <a:gd name="T2" fmla="*/ 56 w 393"/>
                <a:gd name="T3" fmla="*/ 1117 h 1118"/>
                <a:gd name="T4" fmla="*/ 0 w 393"/>
                <a:gd name="T5" fmla="*/ 1098 h 1118"/>
                <a:gd name="T6" fmla="*/ 354 w 393"/>
                <a:gd name="T7" fmla="*/ 0 h 1118"/>
                <a:gd name="T8" fmla="*/ 392 w 393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1118">
                  <a:moveTo>
                    <a:pt x="392" y="18"/>
                  </a:moveTo>
                  <a:lnTo>
                    <a:pt x="56" y="1117"/>
                  </a:lnTo>
                  <a:lnTo>
                    <a:pt x="0" y="1098"/>
                  </a:lnTo>
                  <a:lnTo>
                    <a:pt x="354" y="0"/>
                  </a:lnTo>
                  <a:lnTo>
                    <a:pt x="392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Freeform: Shape 244"/>
            <p:cNvSpPr>
              <a:spLocks/>
            </p:cNvSpPr>
            <p:nvPr/>
          </p:nvSpPr>
          <p:spPr bwMode="auto">
            <a:xfrm>
              <a:off x="7177088" y="2525713"/>
              <a:ext cx="141287" cy="403225"/>
            </a:xfrm>
            <a:custGeom>
              <a:avLst/>
              <a:gdLst>
                <a:gd name="T0" fmla="*/ 392 w 393"/>
                <a:gd name="T1" fmla="*/ 18 h 1118"/>
                <a:gd name="T2" fmla="*/ 56 w 393"/>
                <a:gd name="T3" fmla="*/ 1117 h 1118"/>
                <a:gd name="T4" fmla="*/ 0 w 393"/>
                <a:gd name="T5" fmla="*/ 1098 h 1118"/>
                <a:gd name="T6" fmla="*/ 354 w 393"/>
                <a:gd name="T7" fmla="*/ 0 h 1118"/>
                <a:gd name="T8" fmla="*/ 392 w 393"/>
                <a:gd name="T9" fmla="*/ 18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1118">
                  <a:moveTo>
                    <a:pt x="392" y="18"/>
                  </a:moveTo>
                  <a:lnTo>
                    <a:pt x="56" y="1117"/>
                  </a:lnTo>
                  <a:lnTo>
                    <a:pt x="0" y="1098"/>
                  </a:lnTo>
                  <a:lnTo>
                    <a:pt x="354" y="0"/>
                  </a:lnTo>
                  <a:lnTo>
                    <a:pt x="392" y="18"/>
                  </a:ln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Freeform: Shape 245"/>
            <p:cNvSpPr>
              <a:spLocks/>
            </p:cNvSpPr>
            <p:nvPr/>
          </p:nvSpPr>
          <p:spPr bwMode="auto">
            <a:xfrm>
              <a:off x="6729413" y="1935163"/>
              <a:ext cx="825500" cy="925512"/>
            </a:xfrm>
            <a:custGeom>
              <a:avLst/>
              <a:gdLst>
                <a:gd name="T0" fmla="*/ 2290 w 2291"/>
                <a:gd name="T1" fmla="*/ 1880 h 2570"/>
                <a:gd name="T2" fmla="*/ 987 w 2291"/>
                <a:gd name="T3" fmla="*/ 2569 h 2570"/>
                <a:gd name="T4" fmla="*/ 0 w 2291"/>
                <a:gd name="T5" fmla="*/ 689 h 2570"/>
                <a:gd name="T6" fmla="*/ 1303 w 2291"/>
                <a:gd name="T7" fmla="*/ 0 h 2570"/>
                <a:gd name="T8" fmla="*/ 2290 w 2291"/>
                <a:gd name="T9" fmla="*/ 1880 h 2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1" h="2570">
                  <a:moveTo>
                    <a:pt x="2290" y="1880"/>
                  </a:moveTo>
                  <a:lnTo>
                    <a:pt x="987" y="2569"/>
                  </a:lnTo>
                  <a:lnTo>
                    <a:pt x="0" y="689"/>
                  </a:lnTo>
                  <a:lnTo>
                    <a:pt x="1303" y="0"/>
                  </a:lnTo>
                  <a:lnTo>
                    <a:pt x="2290" y="1880"/>
                  </a:lnTo>
                </a:path>
              </a:pathLst>
            </a:custGeom>
            <a:solidFill>
              <a:srgbClr val="F8FAF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Freeform: Shape 246"/>
            <p:cNvSpPr>
              <a:spLocks/>
            </p:cNvSpPr>
            <p:nvPr/>
          </p:nvSpPr>
          <p:spPr bwMode="auto">
            <a:xfrm>
              <a:off x="6729413" y="1935163"/>
              <a:ext cx="825500" cy="925512"/>
            </a:xfrm>
            <a:custGeom>
              <a:avLst/>
              <a:gdLst>
                <a:gd name="T0" fmla="*/ 2290 w 2291"/>
                <a:gd name="T1" fmla="*/ 1880 h 2570"/>
                <a:gd name="T2" fmla="*/ 987 w 2291"/>
                <a:gd name="T3" fmla="*/ 2569 h 2570"/>
                <a:gd name="T4" fmla="*/ 0 w 2291"/>
                <a:gd name="T5" fmla="*/ 689 h 2570"/>
                <a:gd name="T6" fmla="*/ 1303 w 2291"/>
                <a:gd name="T7" fmla="*/ 0 h 2570"/>
                <a:gd name="T8" fmla="*/ 2290 w 2291"/>
                <a:gd name="T9" fmla="*/ 1880 h 2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1" h="2570">
                  <a:moveTo>
                    <a:pt x="2290" y="1880"/>
                  </a:moveTo>
                  <a:lnTo>
                    <a:pt x="987" y="2569"/>
                  </a:lnTo>
                  <a:lnTo>
                    <a:pt x="0" y="689"/>
                  </a:lnTo>
                  <a:lnTo>
                    <a:pt x="1303" y="0"/>
                  </a:lnTo>
                  <a:lnTo>
                    <a:pt x="2290" y="1880"/>
                  </a:lnTo>
                </a:path>
              </a:pathLst>
            </a:custGeom>
            <a:solidFill>
              <a:srgbClr val="F8FAF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Freeform: Shape 247"/>
            <p:cNvSpPr>
              <a:spLocks/>
            </p:cNvSpPr>
            <p:nvPr/>
          </p:nvSpPr>
          <p:spPr bwMode="auto">
            <a:xfrm>
              <a:off x="6869113" y="2062163"/>
              <a:ext cx="295275" cy="180975"/>
            </a:xfrm>
            <a:custGeom>
              <a:avLst/>
              <a:gdLst>
                <a:gd name="T0" fmla="*/ 819 w 820"/>
                <a:gd name="T1" fmla="*/ 93 h 503"/>
                <a:gd name="T2" fmla="*/ 37 w 820"/>
                <a:gd name="T3" fmla="*/ 502 h 503"/>
                <a:gd name="T4" fmla="*/ 0 w 820"/>
                <a:gd name="T5" fmla="*/ 409 h 503"/>
                <a:gd name="T6" fmla="*/ 763 w 820"/>
                <a:gd name="T7" fmla="*/ 0 h 503"/>
                <a:gd name="T8" fmla="*/ 819 w 820"/>
                <a:gd name="T9" fmla="*/ 9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0" h="503">
                  <a:moveTo>
                    <a:pt x="819" y="93"/>
                  </a:moveTo>
                  <a:lnTo>
                    <a:pt x="37" y="502"/>
                  </a:lnTo>
                  <a:lnTo>
                    <a:pt x="0" y="409"/>
                  </a:lnTo>
                  <a:lnTo>
                    <a:pt x="763" y="0"/>
                  </a:lnTo>
                  <a:lnTo>
                    <a:pt x="819" y="93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Freeform: Shape 248"/>
            <p:cNvSpPr>
              <a:spLocks/>
            </p:cNvSpPr>
            <p:nvPr/>
          </p:nvSpPr>
          <p:spPr bwMode="auto">
            <a:xfrm>
              <a:off x="6869113" y="2062163"/>
              <a:ext cx="295275" cy="180975"/>
            </a:xfrm>
            <a:custGeom>
              <a:avLst/>
              <a:gdLst>
                <a:gd name="T0" fmla="*/ 819 w 820"/>
                <a:gd name="T1" fmla="*/ 93 h 503"/>
                <a:gd name="T2" fmla="*/ 37 w 820"/>
                <a:gd name="T3" fmla="*/ 502 h 503"/>
                <a:gd name="T4" fmla="*/ 0 w 820"/>
                <a:gd name="T5" fmla="*/ 409 h 503"/>
                <a:gd name="T6" fmla="*/ 763 w 820"/>
                <a:gd name="T7" fmla="*/ 0 h 503"/>
                <a:gd name="T8" fmla="*/ 819 w 820"/>
                <a:gd name="T9" fmla="*/ 93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0" h="503">
                  <a:moveTo>
                    <a:pt x="819" y="93"/>
                  </a:moveTo>
                  <a:lnTo>
                    <a:pt x="37" y="502"/>
                  </a:lnTo>
                  <a:lnTo>
                    <a:pt x="0" y="409"/>
                  </a:lnTo>
                  <a:lnTo>
                    <a:pt x="763" y="0"/>
                  </a:lnTo>
                  <a:lnTo>
                    <a:pt x="819" y="93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Freeform: Shape 249"/>
            <p:cNvSpPr>
              <a:spLocks/>
            </p:cNvSpPr>
            <p:nvPr/>
          </p:nvSpPr>
          <p:spPr bwMode="auto">
            <a:xfrm>
              <a:off x="6997700" y="2116138"/>
              <a:ext cx="241300" cy="134937"/>
            </a:xfrm>
            <a:custGeom>
              <a:avLst/>
              <a:gdLst>
                <a:gd name="T0" fmla="*/ 670 w 671"/>
                <a:gd name="T1" fmla="*/ 37 h 373"/>
                <a:gd name="T2" fmla="*/ 37 w 671"/>
                <a:gd name="T3" fmla="*/ 372 h 373"/>
                <a:gd name="T4" fmla="*/ 0 w 671"/>
                <a:gd name="T5" fmla="*/ 335 h 373"/>
                <a:gd name="T6" fmla="*/ 651 w 671"/>
                <a:gd name="T7" fmla="*/ 0 h 373"/>
                <a:gd name="T8" fmla="*/ 670 w 671"/>
                <a:gd name="T9" fmla="*/ 37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1" h="373">
                  <a:moveTo>
                    <a:pt x="670" y="37"/>
                  </a:moveTo>
                  <a:lnTo>
                    <a:pt x="37" y="372"/>
                  </a:lnTo>
                  <a:lnTo>
                    <a:pt x="0" y="335"/>
                  </a:lnTo>
                  <a:lnTo>
                    <a:pt x="651" y="0"/>
                  </a:lnTo>
                  <a:lnTo>
                    <a:pt x="670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Freeform: Shape 250"/>
            <p:cNvSpPr>
              <a:spLocks/>
            </p:cNvSpPr>
            <p:nvPr/>
          </p:nvSpPr>
          <p:spPr bwMode="auto">
            <a:xfrm>
              <a:off x="6997700" y="2116138"/>
              <a:ext cx="241300" cy="134937"/>
            </a:xfrm>
            <a:custGeom>
              <a:avLst/>
              <a:gdLst>
                <a:gd name="T0" fmla="*/ 670 w 671"/>
                <a:gd name="T1" fmla="*/ 37 h 373"/>
                <a:gd name="T2" fmla="*/ 37 w 671"/>
                <a:gd name="T3" fmla="*/ 372 h 373"/>
                <a:gd name="T4" fmla="*/ 0 w 671"/>
                <a:gd name="T5" fmla="*/ 335 h 373"/>
                <a:gd name="T6" fmla="*/ 651 w 671"/>
                <a:gd name="T7" fmla="*/ 0 h 373"/>
                <a:gd name="T8" fmla="*/ 670 w 671"/>
                <a:gd name="T9" fmla="*/ 37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1" h="373">
                  <a:moveTo>
                    <a:pt x="670" y="37"/>
                  </a:moveTo>
                  <a:lnTo>
                    <a:pt x="37" y="372"/>
                  </a:lnTo>
                  <a:lnTo>
                    <a:pt x="0" y="335"/>
                  </a:lnTo>
                  <a:lnTo>
                    <a:pt x="651" y="0"/>
                  </a:lnTo>
                  <a:lnTo>
                    <a:pt x="670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Freeform: Shape 251"/>
            <p:cNvSpPr>
              <a:spLocks/>
            </p:cNvSpPr>
            <p:nvPr/>
          </p:nvSpPr>
          <p:spPr bwMode="auto">
            <a:xfrm>
              <a:off x="6856413" y="2243138"/>
              <a:ext cx="195262" cy="207962"/>
            </a:xfrm>
            <a:custGeom>
              <a:avLst/>
              <a:gdLst>
                <a:gd name="T0" fmla="*/ 540 w 541"/>
                <a:gd name="T1" fmla="*/ 392 h 579"/>
                <a:gd name="T2" fmla="*/ 205 w 541"/>
                <a:gd name="T3" fmla="*/ 578 h 579"/>
                <a:gd name="T4" fmla="*/ 0 w 541"/>
                <a:gd name="T5" fmla="*/ 187 h 579"/>
                <a:gd name="T6" fmla="*/ 335 w 541"/>
                <a:gd name="T7" fmla="*/ 0 h 579"/>
                <a:gd name="T8" fmla="*/ 540 w 541"/>
                <a:gd name="T9" fmla="*/ 392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79">
                  <a:moveTo>
                    <a:pt x="540" y="392"/>
                  </a:moveTo>
                  <a:lnTo>
                    <a:pt x="205" y="578"/>
                  </a:lnTo>
                  <a:lnTo>
                    <a:pt x="0" y="187"/>
                  </a:lnTo>
                  <a:lnTo>
                    <a:pt x="335" y="0"/>
                  </a:lnTo>
                  <a:lnTo>
                    <a:pt x="540" y="392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Freeform: Shape 252"/>
            <p:cNvSpPr>
              <a:spLocks/>
            </p:cNvSpPr>
            <p:nvPr/>
          </p:nvSpPr>
          <p:spPr bwMode="auto">
            <a:xfrm>
              <a:off x="6856413" y="2243138"/>
              <a:ext cx="195262" cy="207962"/>
            </a:xfrm>
            <a:custGeom>
              <a:avLst/>
              <a:gdLst>
                <a:gd name="T0" fmla="*/ 540 w 541"/>
                <a:gd name="T1" fmla="*/ 392 h 579"/>
                <a:gd name="T2" fmla="*/ 205 w 541"/>
                <a:gd name="T3" fmla="*/ 578 h 579"/>
                <a:gd name="T4" fmla="*/ 0 w 541"/>
                <a:gd name="T5" fmla="*/ 187 h 579"/>
                <a:gd name="T6" fmla="*/ 335 w 541"/>
                <a:gd name="T7" fmla="*/ 0 h 579"/>
                <a:gd name="T8" fmla="*/ 540 w 541"/>
                <a:gd name="T9" fmla="*/ 392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79">
                  <a:moveTo>
                    <a:pt x="540" y="392"/>
                  </a:moveTo>
                  <a:lnTo>
                    <a:pt x="205" y="578"/>
                  </a:lnTo>
                  <a:lnTo>
                    <a:pt x="0" y="187"/>
                  </a:lnTo>
                  <a:lnTo>
                    <a:pt x="335" y="0"/>
                  </a:lnTo>
                  <a:lnTo>
                    <a:pt x="540" y="392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Freeform: Shape 253"/>
            <p:cNvSpPr>
              <a:spLocks/>
            </p:cNvSpPr>
            <p:nvPr/>
          </p:nvSpPr>
          <p:spPr bwMode="auto">
            <a:xfrm>
              <a:off x="7016750" y="2143125"/>
              <a:ext cx="234950" cy="141288"/>
            </a:xfrm>
            <a:custGeom>
              <a:avLst/>
              <a:gdLst>
                <a:gd name="T0" fmla="*/ 651 w 652"/>
                <a:gd name="T1" fmla="*/ 37 h 392"/>
                <a:gd name="T2" fmla="*/ 19 w 652"/>
                <a:gd name="T3" fmla="*/ 391 h 392"/>
                <a:gd name="T4" fmla="*/ 0 w 652"/>
                <a:gd name="T5" fmla="*/ 335 h 392"/>
                <a:gd name="T6" fmla="*/ 633 w 652"/>
                <a:gd name="T7" fmla="*/ 0 h 392"/>
                <a:gd name="T8" fmla="*/ 651 w 652"/>
                <a:gd name="T9" fmla="*/ 37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392">
                  <a:moveTo>
                    <a:pt x="651" y="37"/>
                  </a:moveTo>
                  <a:lnTo>
                    <a:pt x="19" y="391"/>
                  </a:lnTo>
                  <a:lnTo>
                    <a:pt x="0" y="335"/>
                  </a:lnTo>
                  <a:lnTo>
                    <a:pt x="633" y="0"/>
                  </a:lnTo>
                  <a:lnTo>
                    <a:pt x="651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Freeform: Shape 254"/>
            <p:cNvSpPr>
              <a:spLocks/>
            </p:cNvSpPr>
            <p:nvPr/>
          </p:nvSpPr>
          <p:spPr bwMode="auto">
            <a:xfrm>
              <a:off x="7016750" y="2143125"/>
              <a:ext cx="234950" cy="141288"/>
            </a:xfrm>
            <a:custGeom>
              <a:avLst/>
              <a:gdLst>
                <a:gd name="T0" fmla="*/ 651 w 652"/>
                <a:gd name="T1" fmla="*/ 37 h 392"/>
                <a:gd name="T2" fmla="*/ 19 w 652"/>
                <a:gd name="T3" fmla="*/ 391 h 392"/>
                <a:gd name="T4" fmla="*/ 0 w 652"/>
                <a:gd name="T5" fmla="*/ 335 h 392"/>
                <a:gd name="T6" fmla="*/ 633 w 652"/>
                <a:gd name="T7" fmla="*/ 0 h 392"/>
                <a:gd name="T8" fmla="*/ 651 w 652"/>
                <a:gd name="T9" fmla="*/ 37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392">
                  <a:moveTo>
                    <a:pt x="651" y="37"/>
                  </a:moveTo>
                  <a:lnTo>
                    <a:pt x="19" y="391"/>
                  </a:lnTo>
                  <a:lnTo>
                    <a:pt x="0" y="335"/>
                  </a:lnTo>
                  <a:lnTo>
                    <a:pt x="633" y="0"/>
                  </a:lnTo>
                  <a:lnTo>
                    <a:pt x="651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Freeform: Shape 255"/>
            <p:cNvSpPr>
              <a:spLocks/>
            </p:cNvSpPr>
            <p:nvPr/>
          </p:nvSpPr>
          <p:spPr bwMode="auto">
            <a:xfrm>
              <a:off x="7031038" y="2176463"/>
              <a:ext cx="234950" cy="134937"/>
            </a:xfrm>
            <a:custGeom>
              <a:avLst/>
              <a:gdLst>
                <a:gd name="T0" fmla="*/ 652 w 653"/>
                <a:gd name="T1" fmla="*/ 37 h 374"/>
                <a:gd name="T2" fmla="*/ 19 w 653"/>
                <a:gd name="T3" fmla="*/ 373 h 374"/>
                <a:gd name="T4" fmla="*/ 0 w 653"/>
                <a:gd name="T5" fmla="*/ 335 h 374"/>
                <a:gd name="T6" fmla="*/ 633 w 653"/>
                <a:gd name="T7" fmla="*/ 0 h 374"/>
                <a:gd name="T8" fmla="*/ 652 w 653"/>
                <a:gd name="T9" fmla="*/ 37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374">
                  <a:moveTo>
                    <a:pt x="652" y="37"/>
                  </a:moveTo>
                  <a:lnTo>
                    <a:pt x="19" y="373"/>
                  </a:lnTo>
                  <a:lnTo>
                    <a:pt x="0" y="335"/>
                  </a:lnTo>
                  <a:lnTo>
                    <a:pt x="633" y="0"/>
                  </a:lnTo>
                  <a:lnTo>
                    <a:pt x="652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Freeform: Shape 256"/>
            <p:cNvSpPr>
              <a:spLocks/>
            </p:cNvSpPr>
            <p:nvPr/>
          </p:nvSpPr>
          <p:spPr bwMode="auto">
            <a:xfrm>
              <a:off x="7031038" y="2176463"/>
              <a:ext cx="234950" cy="134937"/>
            </a:xfrm>
            <a:custGeom>
              <a:avLst/>
              <a:gdLst>
                <a:gd name="T0" fmla="*/ 652 w 653"/>
                <a:gd name="T1" fmla="*/ 37 h 374"/>
                <a:gd name="T2" fmla="*/ 19 w 653"/>
                <a:gd name="T3" fmla="*/ 373 h 374"/>
                <a:gd name="T4" fmla="*/ 0 w 653"/>
                <a:gd name="T5" fmla="*/ 335 h 374"/>
                <a:gd name="T6" fmla="*/ 633 w 653"/>
                <a:gd name="T7" fmla="*/ 0 h 374"/>
                <a:gd name="T8" fmla="*/ 652 w 653"/>
                <a:gd name="T9" fmla="*/ 37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374">
                  <a:moveTo>
                    <a:pt x="652" y="37"/>
                  </a:moveTo>
                  <a:lnTo>
                    <a:pt x="19" y="373"/>
                  </a:lnTo>
                  <a:lnTo>
                    <a:pt x="0" y="335"/>
                  </a:lnTo>
                  <a:lnTo>
                    <a:pt x="633" y="0"/>
                  </a:lnTo>
                  <a:lnTo>
                    <a:pt x="652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Freeform: Shape 257"/>
            <p:cNvSpPr>
              <a:spLocks/>
            </p:cNvSpPr>
            <p:nvPr/>
          </p:nvSpPr>
          <p:spPr bwMode="auto">
            <a:xfrm>
              <a:off x="7050088" y="2203450"/>
              <a:ext cx="234950" cy="141288"/>
            </a:xfrm>
            <a:custGeom>
              <a:avLst/>
              <a:gdLst>
                <a:gd name="T0" fmla="*/ 651 w 652"/>
                <a:gd name="T1" fmla="*/ 37 h 392"/>
                <a:gd name="T2" fmla="*/ 19 w 652"/>
                <a:gd name="T3" fmla="*/ 391 h 392"/>
                <a:gd name="T4" fmla="*/ 0 w 652"/>
                <a:gd name="T5" fmla="*/ 335 h 392"/>
                <a:gd name="T6" fmla="*/ 633 w 652"/>
                <a:gd name="T7" fmla="*/ 0 h 392"/>
                <a:gd name="T8" fmla="*/ 651 w 652"/>
                <a:gd name="T9" fmla="*/ 37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392">
                  <a:moveTo>
                    <a:pt x="651" y="37"/>
                  </a:moveTo>
                  <a:lnTo>
                    <a:pt x="19" y="391"/>
                  </a:lnTo>
                  <a:lnTo>
                    <a:pt x="0" y="335"/>
                  </a:lnTo>
                  <a:lnTo>
                    <a:pt x="633" y="0"/>
                  </a:lnTo>
                  <a:lnTo>
                    <a:pt x="651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Freeform: Shape 258"/>
            <p:cNvSpPr>
              <a:spLocks/>
            </p:cNvSpPr>
            <p:nvPr/>
          </p:nvSpPr>
          <p:spPr bwMode="auto">
            <a:xfrm>
              <a:off x="7050088" y="2203450"/>
              <a:ext cx="234950" cy="141288"/>
            </a:xfrm>
            <a:custGeom>
              <a:avLst/>
              <a:gdLst>
                <a:gd name="T0" fmla="*/ 651 w 652"/>
                <a:gd name="T1" fmla="*/ 37 h 392"/>
                <a:gd name="T2" fmla="*/ 19 w 652"/>
                <a:gd name="T3" fmla="*/ 391 h 392"/>
                <a:gd name="T4" fmla="*/ 0 w 652"/>
                <a:gd name="T5" fmla="*/ 335 h 392"/>
                <a:gd name="T6" fmla="*/ 633 w 652"/>
                <a:gd name="T7" fmla="*/ 0 h 392"/>
                <a:gd name="T8" fmla="*/ 651 w 652"/>
                <a:gd name="T9" fmla="*/ 37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392">
                  <a:moveTo>
                    <a:pt x="651" y="37"/>
                  </a:moveTo>
                  <a:lnTo>
                    <a:pt x="19" y="391"/>
                  </a:lnTo>
                  <a:lnTo>
                    <a:pt x="0" y="335"/>
                  </a:lnTo>
                  <a:lnTo>
                    <a:pt x="633" y="0"/>
                  </a:lnTo>
                  <a:lnTo>
                    <a:pt x="651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Freeform: Shape 259"/>
            <p:cNvSpPr>
              <a:spLocks/>
            </p:cNvSpPr>
            <p:nvPr/>
          </p:nvSpPr>
          <p:spPr bwMode="auto">
            <a:xfrm>
              <a:off x="7064375" y="2236788"/>
              <a:ext cx="234950" cy="134937"/>
            </a:xfrm>
            <a:custGeom>
              <a:avLst/>
              <a:gdLst>
                <a:gd name="T0" fmla="*/ 652 w 653"/>
                <a:gd name="T1" fmla="*/ 37 h 373"/>
                <a:gd name="T2" fmla="*/ 18 w 653"/>
                <a:gd name="T3" fmla="*/ 372 h 373"/>
                <a:gd name="T4" fmla="*/ 0 w 653"/>
                <a:gd name="T5" fmla="*/ 335 h 373"/>
                <a:gd name="T6" fmla="*/ 633 w 653"/>
                <a:gd name="T7" fmla="*/ 0 h 373"/>
                <a:gd name="T8" fmla="*/ 652 w 653"/>
                <a:gd name="T9" fmla="*/ 37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373">
                  <a:moveTo>
                    <a:pt x="652" y="37"/>
                  </a:moveTo>
                  <a:lnTo>
                    <a:pt x="18" y="372"/>
                  </a:lnTo>
                  <a:lnTo>
                    <a:pt x="0" y="335"/>
                  </a:lnTo>
                  <a:lnTo>
                    <a:pt x="633" y="0"/>
                  </a:lnTo>
                  <a:lnTo>
                    <a:pt x="652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Freeform: Shape 260"/>
            <p:cNvSpPr>
              <a:spLocks/>
            </p:cNvSpPr>
            <p:nvPr/>
          </p:nvSpPr>
          <p:spPr bwMode="auto">
            <a:xfrm>
              <a:off x="7064375" y="2236788"/>
              <a:ext cx="234950" cy="134937"/>
            </a:xfrm>
            <a:custGeom>
              <a:avLst/>
              <a:gdLst>
                <a:gd name="T0" fmla="*/ 652 w 653"/>
                <a:gd name="T1" fmla="*/ 37 h 373"/>
                <a:gd name="T2" fmla="*/ 18 w 653"/>
                <a:gd name="T3" fmla="*/ 372 h 373"/>
                <a:gd name="T4" fmla="*/ 0 w 653"/>
                <a:gd name="T5" fmla="*/ 335 h 373"/>
                <a:gd name="T6" fmla="*/ 633 w 653"/>
                <a:gd name="T7" fmla="*/ 0 h 373"/>
                <a:gd name="T8" fmla="*/ 652 w 653"/>
                <a:gd name="T9" fmla="*/ 37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373">
                  <a:moveTo>
                    <a:pt x="652" y="37"/>
                  </a:moveTo>
                  <a:lnTo>
                    <a:pt x="18" y="372"/>
                  </a:lnTo>
                  <a:lnTo>
                    <a:pt x="0" y="335"/>
                  </a:lnTo>
                  <a:lnTo>
                    <a:pt x="633" y="0"/>
                  </a:lnTo>
                  <a:lnTo>
                    <a:pt x="652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Freeform: Shape 261"/>
            <p:cNvSpPr>
              <a:spLocks/>
            </p:cNvSpPr>
            <p:nvPr/>
          </p:nvSpPr>
          <p:spPr bwMode="auto">
            <a:xfrm>
              <a:off x="6943725" y="2263775"/>
              <a:ext cx="376238" cy="207963"/>
            </a:xfrm>
            <a:custGeom>
              <a:avLst/>
              <a:gdLst>
                <a:gd name="T0" fmla="*/ 1043 w 1044"/>
                <a:gd name="T1" fmla="*/ 38 h 579"/>
                <a:gd name="T2" fmla="*/ 19 w 1044"/>
                <a:gd name="T3" fmla="*/ 578 h 579"/>
                <a:gd name="T4" fmla="*/ 0 w 1044"/>
                <a:gd name="T5" fmla="*/ 540 h 579"/>
                <a:gd name="T6" fmla="*/ 1005 w 1044"/>
                <a:gd name="T7" fmla="*/ 0 h 579"/>
                <a:gd name="T8" fmla="*/ 1043 w 1044"/>
                <a:gd name="T9" fmla="*/ 38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79">
                  <a:moveTo>
                    <a:pt x="1043" y="38"/>
                  </a:moveTo>
                  <a:lnTo>
                    <a:pt x="19" y="578"/>
                  </a:lnTo>
                  <a:lnTo>
                    <a:pt x="0" y="540"/>
                  </a:lnTo>
                  <a:lnTo>
                    <a:pt x="1005" y="0"/>
                  </a:lnTo>
                  <a:lnTo>
                    <a:pt x="1043" y="38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Freeform: Shape 262"/>
            <p:cNvSpPr>
              <a:spLocks/>
            </p:cNvSpPr>
            <p:nvPr/>
          </p:nvSpPr>
          <p:spPr bwMode="auto">
            <a:xfrm>
              <a:off x="6943725" y="2263775"/>
              <a:ext cx="376238" cy="207963"/>
            </a:xfrm>
            <a:custGeom>
              <a:avLst/>
              <a:gdLst>
                <a:gd name="T0" fmla="*/ 1043 w 1044"/>
                <a:gd name="T1" fmla="*/ 38 h 579"/>
                <a:gd name="T2" fmla="*/ 19 w 1044"/>
                <a:gd name="T3" fmla="*/ 578 h 579"/>
                <a:gd name="T4" fmla="*/ 0 w 1044"/>
                <a:gd name="T5" fmla="*/ 540 h 579"/>
                <a:gd name="T6" fmla="*/ 1005 w 1044"/>
                <a:gd name="T7" fmla="*/ 0 h 579"/>
                <a:gd name="T8" fmla="*/ 1043 w 1044"/>
                <a:gd name="T9" fmla="*/ 38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79">
                  <a:moveTo>
                    <a:pt x="1043" y="38"/>
                  </a:moveTo>
                  <a:lnTo>
                    <a:pt x="19" y="578"/>
                  </a:lnTo>
                  <a:lnTo>
                    <a:pt x="0" y="540"/>
                  </a:lnTo>
                  <a:lnTo>
                    <a:pt x="1005" y="0"/>
                  </a:lnTo>
                  <a:lnTo>
                    <a:pt x="1043" y="38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Freeform: Shape 263"/>
            <p:cNvSpPr>
              <a:spLocks/>
            </p:cNvSpPr>
            <p:nvPr/>
          </p:nvSpPr>
          <p:spPr bwMode="auto">
            <a:xfrm>
              <a:off x="6970713" y="2324100"/>
              <a:ext cx="376237" cy="207963"/>
            </a:xfrm>
            <a:custGeom>
              <a:avLst/>
              <a:gdLst>
                <a:gd name="T0" fmla="*/ 1042 w 1043"/>
                <a:gd name="T1" fmla="*/ 37 h 578"/>
                <a:gd name="T2" fmla="*/ 37 w 1043"/>
                <a:gd name="T3" fmla="*/ 577 h 578"/>
                <a:gd name="T4" fmla="*/ 0 w 1043"/>
                <a:gd name="T5" fmla="*/ 540 h 578"/>
                <a:gd name="T6" fmla="*/ 1023 w 1043"/>
                <a:gd name="T7" fmla="*/ 0 h 578"/>
                <a:gd name="T8" fmla="*/ 1042 w 1043"/>
                <a:gd name="T9" fmla="*/ 37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578">
                  <a:moveTo>
                    <a:pt x="1042" y="37"/>
                  </a:moveTo>
                  <a:lnTo>
                    <a:pt x="37" y="577"/>
                  </a:lnTo>
                  <a:lnTo>
                    <a:pt x="0" y="540"/>
                  </a:lnTo>
                  <a:lnTo>
                    <a:pt x="1023" y="0"/>
                  </a:lnTo>
                  <a:lnTo>
                    <a:pt x="1042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Freeform: Shape 264"/>
            <p:cNvSpPr>
              <a:spLocks/>
            </p:cNvSpPr>
            <p:nvPr/>
          </p:nvSpPr>
          <p:spPr bwMode="auto">
            <a:xfrm>
              <a:off x="6970713" y="2324100"/>
              <a:ext cx="376237" cy="207963"/>
            </a:xfrm>
            <a:custGeom>
              <a:avLst/>
              <a:gdLst>
                <a:gd name="T0" fmla="*/ 1042 w 1043"/>
                <a:gd name="T1" fmla="*/ 37 h 578"/>
                <a:gd name="T2" fmla="*/ 37 w 1043"/>
                <a:gd name="T3" fmla="*/ 577 h 578"/>
                <a:gd name="T4" fmla="*/ 0 w 1043"/>
                <a:gd name="T5" fmla="*/ 540 h 578"/>
                <a:gd name="T6" fmla="*/ 1023 w 1043"/>
                <a:gd name="T7" fmla="*/ 0 h 578"/>
                <a:gd name="T8" fmla="*/ 1042 w 1043"/>
                <a:gd name="T9" fmla="*/ 37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578">
                  <a:moveTo>
                    <a:pt x="1042" y="37"/>
                  </a:moveTo>
                  <a:lnTo>
                    <a:pt x="37" y="577"/>
                  </a:lnTo>
                  <a:lnTo>
                    <a:pt x="0" y="540"/>
                  </a:lnTo>
                  <a:lnTo>
                    <a:pt x="1023" y="0"/>
                  </a:lnTo>
                  <a:lnTo>
                    <a:pt x="1042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Freeform: Shape 265"/>
            <p:cNvSpPr>
              <a:spLocks/>
            </p:cNvSpPr>
            <p:nvPr/>
          </p:nvSpPr>
          <p:spPr bwMode="auto">
            <a:xfrm>
              <a:off x="6989763" y="2357438"/>
              <a:ext cx="376237" cy="207962"/>
            </a:xfrm>
            <a:custGeom>
              <a:avLst/>
              <a:gdLst>
                <a:gd name="T0" fmla="*/ 1043 w 1044"/>
                <a:gd name="T1" fmla="*/ 37 h 578"/>
                <a:gd name="T2" fmla="*/ 19 w 1044"/>
                <a:gd name="T3" fmla="*/ 577 h 578"/>
                <a:gd name="T4" fmla="*/ 0 w 1044"/>
                <a:gd name="T5" fmla="*/ 540 h 578"/>
                <a:gd name="T6" fmla="*/ 1024 w 1044"/>
                <a:gd name="T7" fmla="*/ 0 h 578"/>
                <a:gd name="T8" fmla="*/ 1043 w 1044"/>
                <a:gd name="T9" fmla="*/ 37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78">
                  <a:moveTo>
                    <a:pt x="1043" y="37"/>
                  </a:moveTo>
                  <a:lnTo>
                    <a:pt x="19" y="577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3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Freeform: Shape 266"/>
            <p:cNvSpPr>
              <a:spLocks/>
            </p:cNvSpPr>
            <p:nvPr/>
          </p:nvSpPr>
          <p:spPr bwMode="auto">
            <a:xfrm>
              <a:off x="6989763" y="2357438"/>
              <a:ext cx="376237" cy="207962"/>
            </a:xfrm>
            <a:custGeom>
              <a:avLst/>
              <a:gdLst>
                <a:gd name="T0" fmla="*/ 1043 w 1044"/>
                <a:gd name="T1" fmla="*/ 37 h 578"/>
                <a:gd name="T2" fmla="*/ 19 w 1044"/>
                <a:gd name="T3" fmla="*/ 577 h 578"/>
                <a:gd name="T4" fmla="*/ 0 w 1044"/>
                <a:gd name="T5" fmla="*/ 540 h 578"/>
                <a:gd name="T6" fmla="*/ 1024 w 1044"/>
                <a:gd name="T7" fmla="*/ 0 h 578"/>
                <a:gd name="T8" fmla="*/ 1043 w 1044"/>
                <a:gd name="T9" fmla="*/ 37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78">
                  <a:moveTo>
                    <a:pt x="1043" y="37"/>
                  </a:moveTo>
                  <a:lnTo>
                    <a:pt x="19" y="577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3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Freeform: Shape 267"/>
            <p:cNvSpPr>
              <a:spLocks/>
            </p:cNvSpPr>
            <p:nvPr/>
          </p:nvSpPr>
          <p:spPr bwMode="auto">
            <a:xfrm>
              <a:off x="7004050" y="2384425"/>
              <a:ext cx="376238" cy="214313"/>
            </a:xfrm>
            <a:custGeom>
              <a:avLst/>
              <a:gdLst>
                <a:gd name="T0" fmla="*/ 1042 w 1043"/>
                <a:gd name="T1" fmla="*/ 55 h 597"/>
                <a:gd name="T2" fmla="*/ 18 w 1043"/>
                <a:gd name="T3" fmla="*/ 596 h 597"/>
                <a:gd name="T4" fmla="*/ 0 w 1043"/>
                <a:gd name="T5" fmla="*/ 540 h 597"/>
                <a:gd name="T6" fmla="*/ 1024 w 1043"/>
                <a:gd name="T7" fmla="*/ 0 h 597"/>
                <a:gd name="T8" fmla="*/ 1042 w 1043"/>
                <a:gd name="T9" fmla="*/ 55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597">
                  <a:moveTo>
                    <a:pt x="1042" y="55"/>
                  </a:moveTo>
                  <a:lnTo>
                    <a:pt x="18" y="596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2" y="55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Freeform: Shape 268"/>
            <p:cNvSpPr>
              <a:spLocks/>
            </p:cNvSpPr>
            <p:nvPr/>
          </p:nvSpPr>
          <p:spPr bwMode="auto">
            <a:xfrm>
              <a:off x="7004050" y="2384425"/>
              <a:ext cx="376238" cy="214313"/>
            </a:xfrm>
            <a:custGeom>
              <a:avLst/>
              <a:gdLst>
                <a:gd name="T0" fmla="*/ 1042 w 1043"/>
                <a:gd name="T1" fmla="*/ 55 h 597"/>
                <a:gd name="T2" fmla="*/ 18 w 1043"/>
                <a:gd name="T3" fmla="*/ 596 h 597"/>
                <a:gd name="T4" fmla="*/ 0 w 1043"/>
                <a:gd name="T5" fmla="*/ 540 h 597"/>
                <a:gd name="T6" fmla="*/ 1024 w 1043"/>
                <a:gd name="T7" fmla="*/ 0 h 597"/>
                <a:gd name="T8" fmla="*/ 1042 w 1043"/>
                <a:gd name="T9" fmla="*/ 55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597">
                  <a:moveTo>
                    <a:pt x="1042" y="55"/>
                  </a:moveTo>
                  <a:lnTo>
                    <a:pt x="18" y="596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2" y="55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Freeform: Shape 269"/>
            <p:cNvSpPr>
              <a:spLocks/>
            </p:cNvSpPr>
            <p:nvPr/>
          </p:nvSpPr>
          <p:spPr bwMode="auto">
            <a:xfrm>
              <a:off x="7024688" y="2417763"/>
              <a:ext cx="376237" cy="207962"/>
            </a:xfrm>
            <a:custGeom>
              <a:avLst/>
              <a:gdLst>
                <a:gd name="T0" fmla="*/ 1042 w 1043"/>
                <a:gd name="T1" fmla="*/ 37 h 578"/>
                <a:gd name="T2" fmla="*/ 18 w 1043"/>
                <a:gd name="T3" fmla="*/ 577 h 578"/>
                <a:gd name="T4" fmla="*/ 0 w 1043"/>
                <a:gd name="T5" fmla="*/ 539 h 578"/>
                <a:gd name="T6" fmla="*/ 1005 w 1043"/>
                <a:gd name="T7" fmla="*/ 0 h 578"/>
                <a:gd name="T8" fmla="*/ 1042 w 1043"/>
                <a:gd name="T9" fmla="*/ 37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578">
                  <a:moveTo>
                    <a:pt x="1042" y="37"/>
                  </a:moveTo>
                  <a:lnTo>
                    <a:pt x="18" y="577"/>
                  </a:lnTo>
                  <a:lnTo>
                    <a:pt x="0" y="539"/>
                  </a:lnTo>
                  <a:lnTo>
                    <a:pt x="1005" y="0"/>
                  </a:lnTo>
                  <a:lnTo>
                    <a:pt x="1042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Freeform: Shape 270"/>
            <p:cNvSpPr>
              <a:spLocks/>
            </p:cNvSpPr>
            <p:nvPr/>
          </p:nvSpPr>
          <p:spPr bwMode="auto">
            <a:xfrm>
              <a:off x="7024688" y="2417763"/>
              <a:ext cx="376237" cy="207962"/>
            </a:xfrm>
            <a:custGeom>
              <a:avLst/>
              <a:gdLst>
                <a:gd name="T0" fmla="*/ 1042 w 1043"/>
                <a:gd name="T1" fmla="*/ 37 h 578"/>
                <a:gd name="T2" fmla="*/ 18 w 1043"/>
                <a:gd name="T3" fmla="*/ 577 h 578"/>
                <a:gd name="T4" fmla="*/ 0 w 1043"/>
                <a:gd name="T5" fmla="*/ 539 h 578"/>
                <a:gd name="T6" fmla="*/ 1005 w 1043"/>
                <a:gd name="T7" fmla="*/ 0 h 578"/>
                <a:gd name="T8" fmla="*/ 1042 w 1043"/>
                <a:gd name="T9" fmla="*/ 37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578">
                  <a:moveTo>
                    <a:pt x="1042" y="37"/>
                  </a:moveTo>
                  <a:lnTo>
                    <a:pt x="18" y="577"/>
                  </a:lnTo>
                  <a:lnTo>
                    <a:pt x="0" y="539"/>
                  </a:lnTo>
                  <a:lnTo>
                    <a:pt x="1005" y="0"/>
                  </a:lnTo>
                  <a:lnTo>
                    <a:pt x="1042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Freeform: Shape 271"/>
            <p:cNvSpPr>
              <a:spLocks/>
            </p:cNvSpPr>
            <p:nvPr/>
          </p:nvSpPr>
          <p:spPr bwMode="auto">
            <a:xfrm>
              <a:off x="7037388" y="2444750"/>
              <a:ext cx="376237" cy="214313"/>
            </a:xfrm>
            <a:custGeom>
              <a:avLst/>
              <a:gdLst>
                <a:gd name="T0" fmla="*/ 1042 w 1043"/>
                <a:gd name="T1" fmla="*/ 56 h 597"/>
                <a:gd name="T2" fmla="*/ 18 w 1043"/>
                <a:gd name="T3" fmla="*/ 596 h 597"/>
                <a:gd name="T4" fmla="*/ 0 w 1043"/>
                <a:gd name="T5" fmla="*/ 540 h 597"/>
                <a:gd name="T6" fmla="*/ 1024 w 1043"/>
                <a:gd name="T7" fmla="*/ 0 h 597"/>
                <a:gd name="T8" fmla="*/ 1042 w 1043"/>
                <a:gd name="T9" fmla="*/ 56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597">
                  <a:moveTo>
                    <a:pt x="1042" y="56"/>
                  </a:moveTo>
                  <a:lnTo>
                    <a:pt x="18" y="596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2" y="56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Freeform: Shape 272"/>
            <p:cNvSpPr>
              <a:spLocks/>
            </p:cNvSpPr>
            <p:nvPr/>
          </p:nvSpPr>
          <p:spPr bwMode="auto">
            <a:xfrm>
              <a:off x="7037388" y="2444750"/>
              <a:ext cx="376237" cy="214313"/>
            </a:xfrm>
            <a:custGeom>
              <a:avLst/>
              <a:gdLst>
                <a:gd name="T0" fmla="*/ 1042 w 1043"/>
                <a:gd name="T1" fmla="*/ 56 h 597"/>
                <a:gd name="T2" fmla="*/ 18 w 1043"/>
                <a:gd name="T3" fmla="*/ 596 h 597"/>
                <a:gd name="T4" fmla="*/ 0 w 1043"/>
                <a:gd name="T5" fmla="*/ 540 h 597"/>
                <a:gd name="T6" fmla="*/ 1024 w 1043"/>
                <a:gd name="T7" fmla="*/ 0 h 597"/>
                <a:gd name="T8" fmla="*/ 1042 w 1043"/>
                <a:gd name="T9" fmla="*/ 56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3" h="597">
                  <a:moveTo>
                    <a:pt x="1042" y="56"/>
                  </a:moveTo>
                  <a:lnTo>
                    <a:pt x="18" y="596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2" y="56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Freeform: Shape 273"/>
            <p:cNvSpPr>
              <a:spLocks/>
            </p:cNvSpPr>
            <p:nvPr/>
          </p:nvSpPr>
          <p:spPr bwMode="auto">
            <a:xfrm>
              <a:off x="7050088" y="2478088"/>
              <a:ext cx="376237" cy="207962"/>
            </a:xfrm>
            <a:custGeom>
              <a:avLst/>
              <a:gdLst>
                <a:gd name="T0" fmla="*/ 1043 w 1044"/>
                <a:gd name="T1" fmla="*/ 38 h 578"/>
                <a:gd name="T2" fmla="*/ 37 w 1044"/>
                <a:gd name="T3" fmla="*/ 577 h 578"/>
                <a:gd name="T4" fmla="*/ 0 w 1044"/>
                <a:gd name="T5" fmla="*/ 540 h 578"/>
                <a:gd name="T6" fmla="*/ 1024 w 1044"/>
                <a:gd name="T7" fmla="*/ 0 h 578"/>
                <a:gd name="T8" fmla="*/ 1043 w 1044"/>
                <a:gd name="T9" fmla="*/ 38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78">
                  <a:moveTo>
                    <a:pt x="1043" y="38"/>
                  </a:moveTo>
                  <a:lnTo>
                    <a:pt x="37" y="577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3" y="38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Freeform: Shape 274"/>
            <p:cNvSpPr>
              <a:spLocks/>
            </p:cNvSpPr>
            <p:nvPr/>
          </p:nvSpPr>
          <p:spPr bwMode="auto">
            <a:xfrm>
              <a:off x="7050088" y="2478088"/>
              <a:ext cx="376237" cy="207962"/>
            </a:xfrm>
            <a:custGeom>
              <a:avLst/>
              <a:gdLst>
                <a:gd name="T0" fmla="*/ 1043 w 1044"/>
                <a:gd name="T1" fmla="*/ 38 h 578"/>
                <a:gd name="T2" fmla="*/ 37 w 1044"/>
                <a:gd name="T3" fmla="*/ 577 h 578"/>
                <a:gd name="T4" fmla="*/ 0 w 1044"/>
                <a:gd name="T5" fmla="*/ 540 h 578"/>
                <a:gd name="T6" fmla="*/ 1024 w 1044"/>
                <a:gd name="T7" fmla="*/ 0 h 578"/>
                <a:gd name="T8" fmla="*/ 1043 w 1044"/>
                <a:gd name="T9" fmla="*/ 38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78">
                  <a:moveTo>
                    <a:pt x="1043" y="38"/>
                  </a:moveTo>
                  <a:lnTo>
                    <a:pt x="37" y="577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3" y="38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Freeform: Shape 275"/>
            <p:cNvSpPr>
              <a:spLocks/>
            </p:cNvSpPr>
            <p:nvPr/>
          </p:nvSpPr>
          <p:spPr bwMode="auto">
            <a:xfrm>
              <a:off x="7070725" y="2505075"/>
              <a:ext cx="376238" cy="214313"/>
            </a:xfrm>
            <a:custGeom>
              <a:avLst/>
              <a:gdLst>
                <a:gd name="T0" fmla="*/ 1043 w 1044"/>
                <a:gd name="T1" fmla="*/ 56 h 596"/>
                <a:gd name="T2" fmla="*/ 20 w 1044"/>
                <a:gd name="T3" fmla="*/ 595 h 596"/>
                <a:gd name="T4" fmla="*/ 0 w 1044"/>
                <a:gd name="T5" fmla="*/ 539 h 596"/>
                <a:gd name="T6" fmla="*/ 1025 w 1044"/>
                <a:gd name="T7" fmla="*/ 0 h 596"/>
                <a:gd name="T8" fmla="*/ 1043 w 1044"/>
                <a:gd name="T9" fmla="*/ 56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96">
                  <a:moveTo>
                    <a:pt x="1043" y="56"/>
                  </a:moveTo>
                  <a:lnTo>
                    <a:pt x="20" y="595"/>
                  </a:lnTo>
                  <a:lnTo>
                    <a:pt x="0" y="539"/>
                  </a:lnTo>
                  <a:lnTo>
                    <a:pt x="1025" y="0"/>
                  </a:lnTo>
                  <a:lnTo>
                    <a:pt x="1043" y="56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Freeform: Shape 276"/>
            <p:cNvSpPr>
              <a:spLocks/>
            </p:cNvSpPr>
            <p:nvPr/>
          </p:nvSpPr>
          <p:spPr bwMode="auto">
            <a:xfrm>
              <a:off x="7070725" y="2505075"/>
              <a:ext cx="376238" cy="214313"/>
            </a:xfrm>
            <a:custGeom>
              <a:avLst/>
              <a:gdLst>
                <a:gd name="T0" fmla="*/ 1043 w 1044"/>
                <a:gd name="T1" fmla="*/ 56 h 596"/>
                <a:gd name="T2" fmla="*/ 20 w 1044"/>
                <a:gd name="T3" fmla="*/ 595 h 596"/>
                <a:gd name="T4" fmla="*/ 0 w 1044"/>
                <a:gd name="T5" fmla="*/ 539 h 596"/>
                <a:gd name="T6" fmla="*/ 1025 w 1044"/>
                <a:gd name="T7" fmla="*/ 0 h 596"/>
                <a:gd name="T8" fmla="*/ 1043 w 1044"/>
                <a:gd name="T9" fmla="*/ 56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96">
                  <a:moveTo>
                    <a:pt x="1043" y="56"/>
                  </a:moveTo>
                  <a:lnTo>
                    <a:pt x="20" y="595"/>
                  </a:lnTo>
                  <a:lnTo>
                    <a:pt x="0" y="539"/>
                  </a:lnTo>
                  <a:lnTo>
                    <a:pt x="1025" y="0"/>
                  </a:lnTo>
                  <a:lnTo>
                    <a:pt x="1043" y="56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Freeform: Shape 277"/>
            <p:cNvSpPr>
              <a:spLocks/>
            </p:cNvSpPr>
            <p:nvPr/>
          </p:nvSpPr>
          <p:spPr bwMode="auto">
            <a:xfrm>
              <a:off x="7083425" y="2538413"/>
              <a:ext cx="376238" cy="207962"/>
            </a:xfrm>
            <a:custGeom>
              <a:avLst/>
              <a:gdLst>
                <a:gd name="T0" fmla="*/ 1043 w 1044"/>
                <a:gd name="T1" fmla="*/ 37 h 578"/>
                <a:gd name="T2" fmla="*/ 18 w 1044"/>
                <a:gd name="T3" fmla="*/ 577 h 578"/>
                <a:gd name="T4" fmla="*/ 0 w 1044"/>
                <a:gd name="T5" fmla="*/ 540 h 578"/>
                <a:gd name="T6" fmla="*/ 1024 w 1044"/>
                <a:gd name="T7" fmla="*/ 0 h 578"/>
                <a:gd name="T8" fmla="*/ 1043 w 1044"/>
                <a:gd name="T9" fmla="*/ 37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78">
                  <a:moveTo>
                    <a:pt x="1043" y="37"/>
                  </a:moveTo>
                  <a:lnTo>
                    <a:pt x="18" y="577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3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Freeform: Shape 278"/>
            <p:cNvSpPr>
              <a:spLocks/>
            </p:cNvSpPr>
            <p:nvPr/>
          </p:nvSpPr>
          <p:spPr bwMode="auto">
            <a:xfrm>
              <a:off x="7083425" y="2538413"/>
              <a:ext cx="376238" cy="207962"/>
            </a:xfrm>
            <a:custGeom>
              <a:avLst/>
              <a:gdLst>
                <a:gd name="T0" fmla="*/ 1043 w 1044"/>
                <a:gd name="T1" fmla="*/ 37 h 578"/>
                <a:gd name="T2" fmla="*/ 18 w 1044"/>
                <a:gd name="T3" fmla="*/ 577 h 578"/>
                <a:gd name="T4" fmla="*/ 0 w 1044"/>
                <a:gd name="T5" fmla="*/ 540 h 578"/>
                <a:gd name="T6" fmla="*/ 1024 w 1044"/>
                <a:gd name="T7" fmla="*/ 0 h 578"/>
                <a:gd name="T8" fmla="*/ 1043 w 1044"/>
                <a:gd name="T9" fmla="*/ 37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4" h="578">
                  <a:moveTo>
                    <a:pt x="1043" y="37"/>
                  </a:moveTo>
                  <a:lnTo>
                    <a:pt x="18" y="577"/>
                  </a:lnTo>
                  <a:lnTo>
                    <a:pt x="0" y="540"/>
                  </a:lnTo>
                  <a:lnTo>
                    <a:pt x="1024" y="0"/>
                  </a:lnTo>
                  <a:lnTo>
                    <a:pt x="1043" y="37"/>
                  </a:ln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Freeform: Shape 279"/>
            <p:cNvSpPr>
              <a:spLocks/>
            </p:cNvSpPr>
            <p:nvPr/>
          </p:nvSpPr>
          <p:spPr bwMode="auto">
            <a:xfrm>
              <a:off x="7358063" y="2116138"/>
              <a:ext cx="536575" cy="247650"/>
            </a:xfrm>
            <a:custGeom>
              <a:avLst/>
              <a:gdLst>
                <a:gd name="T0" fmla="*/ 1341 w 1491"/>
                <a:gd name="T1" fmla="*/ 0 h 690"/>
                <a:gd name="T2" fmla="*/ 1341 w 1491"/>
                <a:gd name="T3" fmla="*/ 0 h 690"/>
                <a:gd name="T4" fmla="*/ 168 w 1491"/>
                <a:gd name="T5" fmla="*/ 0 h 690"/>
                <a:gd name="T6" fmla="*/ 0 w 1491"/>
                <a:gd name="T7" fmla="*/ 149 h 690"/>
                <a:gd name="T8" fmla="*/ 0 w 1491"/>
                <a:gd name="T9" fmla="*/ 596 h 690"/>
                <a:gd name="T10" fmla="*/ 38 w 1491"/>
                <a:gd name="T11" fmla="*/ 689 h 690"/>
                <a:gd name="T12" fmla="*/ 38 w 1491"/>
                <a:gd name="T13" fmla="*/ 335 h 690"/>
                <a:gd name="T14" fmla="*/ 187 w 1491"/>
                <a:gd name="T15" fmla="*/ 186 h 690"/>
                <a:gd name="T16" fmla="*/ 1323 w 1491"/>
                <a:gd name="T17" fmla="*/ 186 h 690"/>
                <a:gd name="T18" fmla="*/ 1472 w 1491"/>
                <a:gd name="T19" fmla="*/ 335 h 690"/>
                <a:gd name="T20" fmla="*/ 1472 w 1491"/>
                <a:gd name="T21" fmla="*/ 689 h 690"/>
                <a:gd name="T22" fmla="*/ 1490 w 1491"/>
                <a:gd name="T23" fmla="*/ 596 h 690"/>
                <a:gd name="T24" fmla="*/ 1490 w 1491"/>
                <a:gd name="T25" fmla="*/ 149 h 690"/>
                <a:gd name="T26" fmla="*/ 1341 w 1491"/>
                <a:gd name="T27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1" h="690">
                  <a:moveTo>
                    <a:pt x="1341" y="0"/>
                  </a:moveTo>
                  <a:lnTo>
                    <a:pt x="1341" y="0"/>
                  </a:lnTo>
                  <a:cubicBezTo>
                    <a:pt x="168" y="0"/>
                    <a:pt x="168" y="0"/>
                    <a:pt x="168" y="0"/>
                  </a:cubicBezTo>
                  <a:cubicBezTo>
                    <a:pt x="75" y="0"/>
                    <a:pt x="0" y="74"/>
                    <a:pt x="0" y="149"/>
                  </a:cubicBezTo>
                  <a:cubicBezTo>
                    <a:pt x="0" y="596"/>
                    <a:pt x="0" y="596"/>
                    <a:pt x="0" y="596"/>
                  </a:cubicBezTo>
                  <a:cubicBezTo>
                    <a:pt x="0" y="633"/>
                    <a:pt x="19" y="651"/>
                    <a:pt x="38" y="689"/>
                  </a:cubicBezTo>
                  <a:cubicBezTo>
                    <a:pt x="38" y="335"/>
                    <a:pt x="38" y="335"/>
                    <a:pt x="38" y="335"/>
                  </a:cubicBezTo>
                  <a:cubicBezTo>
                    <a:pt x="38" y="260"/>
                    <a:pt x="112" y="186"/>
                    <a:pt x="187" y="186"/>
                  </a:cubicBezTo>
                  <a:cubicBezTo>
                    <a:pt x="1323" y="186"/>
                    <a:pt x="1323" y="186"/>
                    <a:pt x="1323" y="186"/>
                  </a:cubicBezTo>
                  <a:cubicBezTo>
                    <a:pt x="1397" y="186"/>
                    <a:pt x="1472" y="260"/>
                    <a:pt x="1472" y="335"/>
                  </a:cubicBezTo>
                  <a:cubicBezTo>
                    <a:pt x="1472" y="689"/>
                    <a:pt x="1472" y="689"/>
                    <a:pt x="1472" y="689"/>
                  </a:cubicBezTo>
                  <a:cubicBezTo>
                    <a:pt x="1490" y="651"/>
                    <a:pt x="1490" y="633"/>
                    <a:pt x="1490" y="596"/>
                  </a:cubicBezTo>
                  <a:cubicBezTo>
                    <a:pt x="1490" y="149"/>
                    <a:pt x="1490" y="149"/>
                    <a:pt x="1490" y="149"/>
                  </a:cubicBezTo>
                  <a:cubicBezTo>
                    <a:pt x="1490" y="74"/>
                    <a:pt x="1434" y="0"/>
                    <a:pt x="1341" y="0"/>
                  </a:cubicBezTo>
                </a:path>
              </a:pathLst>
            </a:custGeom>
            <a:solidFill>
              <a:srgbClr val="2A384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Freeform: Shape 280"/>
            <p:cNvSpPr>
              <a:spLocks/>
            </p:cNvSpPr>
            <p:nvPr/>
          </p:nvSpPr>
          <p:spPr bwMode="auto">
            <a:xfrm>
              <a:off x="7083425" y="2257425"/>
              <a:ext cx="1092200" cy="750888"/>
            </a:xfrm>
            <a:custGeom>
              <a:avLst/>
              <a:gdLst>
                <a:gd name="T0" fmla="*/ 3035 w 3036"/>
                <a:gd name="T1" fmla="*/ 1936 h 2085"/>
                <a:gd name="T2" fmla="*/ 3035 w 3036"/>
                <a:gd name="T3" fmla="*/ 1936 h 2085"/>
                <a:gd name="T4" fmla="*/ 2886 w 3036"/>
                <a:gd name="T5" fmla="*/ 2084 h 2085"/>
                <a:gd name="T6" fmla="*/ 167 w 3036"/>
                <a:gd name="T7" fmla="*/ 2084 h 2085"/>
                <a:gd name="T8" fmla="*/ 0 w 3036"/>
                <a:gd name="T9" fmla="*/ 1936 h 2085"/>
                <a:gd name="T10" fmla="*/ 0 w 3036"/>
                <a:gd name="T11" fmla="*/ 149 h 2085"/>
                <a:gd name="T12" fmla="*/ 167 w 3036"/>
                <a:gd name="T13" fmla="*/ 0 h 2085"/>
                <a:gd name="T14" fmla="*/ 2886 w 3036"/>
                <a:gd name="T15" fmla="*/ 0 h 2085"/>
                <a:gd name="T16" fmla="*/ 3035 w 3036"/>
                <a:gd name="T17" fmla="*/ 149 h 2085"/>
                <a:gd name="T18" fmla="*/ 3035 w 3036"/>
                <a:gd name="T19" fmla="*/ 1936 h 2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36" h="2085">
                  <a:moveTo>
                    <a:pt x="3035" y="1936"/>
                  </a:moveTo>
                  <a:lnTo>
                    <a:pt x="3035" y="1936"/>
                  </a:lnTo>
                  <a:cubicBezTo>
                    <a:pt x="3035" y="2029"/>
                    <a:pt x="2979" y="2084"/>
                    <a:pt x="2886" y="2084"/>
                  </a:cubicBezTo>
                  <a:cubicBezTo>
                    <a:pt x="167" y="2084"/>
                    <a:pt x="167" y="2084"/>
                    <a:pt x="167" y="2084"/>
                  </a:cubicBezTo>
                  <a:cubicBezTo>
                    <a:pt x="74" y="2084"/>
                    <a:pt x="0" y="2029"/>
                    <a:pt x="0" y="1936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74"/>
                    <a:pt x="74" y="0"/>
                    <a:pt x="167" y="0"/>
                  </a:cubicBezTo>
                  <a:cubicBezTo>
                    <a:pt x="2886" y="0"/>
                    <a:pt x="2886" y="0"/>
                    <a:pt x="2886" y="0"/>
                  </a:cubicBezTo>
                  <a:cubicBezTo>
                    <a:pt x="2979" y="0"/>
                    <a:pt x="3035" y="74"/>
                    <a:pt x="3035" y="149"/>
                  </a:cubicBezTo>
                  <a:cubicBezTo>
                    <a:pt x="3035" y="1936"/>
                    <a:pt x="3035" y="1936"/>
                    <a:pt x="3035" y="1936"/>
                  </a:cubicBezTo>
                </a:path>
              </a:pathLst>
            </a:custGeom>
            <a:solidFill>
              <a:srgbClr val="384D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Freeform: Shape 281"/>
            <p:cNvSpPr>
              <a:spLocks/>
            </p:cNvSpPr>
            <p:nvPr/>
          </p:nvSpPr>
          <p:spPr bwMode="auto">
            <a:xfrm>
              <a:off x="7083425" y="2257425"/>
              <a:ext cx="1092200" cy="382588"/>
            </a:xfrm>
            <a:custGeom>
              <a:avLst/>
              <a:gdLst>
                <a:gd name="T0" fmla="*/ 3035 w 3036"/>
                <a:gd name="T1" fmla="*/ 1061 h 1062"/>
                <a:gd name="T2" fmla="*/ 3035 w 3036"/>
                <a:gd name="T3" fmla="*/ 1061 h 1062"/>
                <a:gd name="T4" fmla="*/ 3035 w 3036"/>
                <a:gd name="T5" fmla="*/ 149 h 1062"/>
                <a:gd name="T6" fmla="*/ 2886 w 3036"/>
                <a:gd name="T7" fmla="*/ 0 h 1062"/>
                <a:gd name="T8" fmla="*/ 167 w 3036"/>
                <a:gd name="T9" fmla="*/ 0 h 1062"/>
                <a:gd name="T10" fmla="*/ 0 w 3036"/>
                <a:gd name="T11" fmla="*/ 149 h 1062"/>
                <a:gd name="T12" fmla="*/ 0 w 3036"/>
                <a:gd name="T13" fmla="*/ 1061 h 1062"/>
                <a:gd name="T14" fmla="*/ 3035 w 3036"/>
                <a:gd name="T15" fmla="*/ 1061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36" h="1062">
                  <a:moveTo>
                    <a:pt x="3035" y="1061"/>
                  </a:moveTo>
                  <a:lnTo>
                    <a:pt x="3035" y="1061"/>
                  </a:lnTo>
                  <a:cubicBezTo>
                    <a:pt x="3035" y="149"/>
                    <a:pt x="3035" y="149"/>
                    <a:pt x="3035" y="149"/>
                  </a:cubicBezTo>
                  <a:cubicBezTo>
                    <a:pt x="3035" y="74"/>
                    <a:pt x="2979" y="0"/>
                    <a:pt x="2886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74" y="0"/>
                    <a:pt x="0" y="74"/>
                    <a:pt x="0" y="149"/>
                  </a:cubicBezTo>
                  <a:cubicBezTo>
                    <a:pt x="0" y="1061"/>
                    <a:pt x="0" y="1061"/>
                    <a:pt x="0" y="1061"/>
                  </a:cubicBezTo>
                  <a:cubicBezTo>
                    <a:pt x="3035" y="1061"/>
                    <a:pt x="3035" y="1061"/>
                    <a:pt x="3035" y="1061"/>
                  </a:cubicBezTo>
                </a:path>
              </a:pathLst>
            </a:custGeom>
            <a:solidFill>
              <a:srgbClr val="2A384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Freeform: Shape 282"/>
            <p:cNvSpPr>
              <a:spLocks/>
            </p:cNvSpPr>
            <p:nvPr/>
          </p:nvSpPr>
          <p:spPr bwMode="auto">
            <a:xfrm>
              <a:off x="7083425" y="2257425"/>
              <a:ext cx="1092200" cy="355600"/>
            </a:xfrm>
            <a:custGeom>
              <a:avLst/>
              <a:gdLst>
                <a:gd name="T0" fmla="*/ 3035 w 3036"/>
                <a:gd name="T1" fmla="*/ 986 h 987"/>
                <a:gd name="T2" fmla="*/ 3035 w 3036"/>
                <a:gd name="T3" fmla="*/ 986 h 987"/>
                <a:gd name="T4" fmla="*/ 3035 w 3036"/>
                <a:gd name="T5" fmla="*/ 149 h 987"/>
                <a:gd name="T6" fmla="*/ 2886 w 3036"/>
                <a:gd name="T7" fmla="*/ 0 h 987"/>
                <a:gd name="T8" fmla="*/ 167 w 3036"/>
                <a:gd name="T9" fmla="*/ 0 h 987"/>
                <a:gd name="T10" fmla="*/ 0 w 3036"/>
                <a:gd name="T11" fmla="*/ 149 h 987"/>
                <a:gd name="T12" fmla="*/ 0 w 3036"/>
                <a:gd name="T13" fmla="*/ 986 h 987"/>
                <a:gd name="T14" fmla="*/ 3035 w 3036"/>
                <a:gd name="T15" fmla="*/ 986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36" h="987">
                  <a:moveTo>
                    <a:pt x="3035" y="986"/>
                  </a:moveTo>
                  <a:lnTo>
                    <a:pt x="3035" y="986"/>
                  </a:lnTo>
                  <a:cubicBezTo>
                    <a:pt x="3035" y="149"/>
                    <a:pt x="3035" y="149"/>
                    <a:pt x="3035" y="149"/>
                  </a:cubicBezTo>
                  <a:cubicBezTo>
                    <a:pt x="3035" y="74"/>
                    <a:pt x="2979" y="0"/>
                    <a:pt x="2886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74" y="0"/>
                    <a:pt x="0" y="74"/>
                    <a:pt x="0" y="149"/>
                  </a:cubicBezTo>
                  <a:cubicBezTo>
                    <a:pt x="0" y="986"/>
                    <a:pt x="0" y="986"/>
                    <a:pt x="0" y="986"/>
                  </a:cubicBezTo>
                  <a:cubicBezTo>
                    <a:pt x="3035" y="986"/>
                    <a:pt x="3035" y="986"/>
                    <a:pt x="3035" y="986"/>
                  </a:cubicBezTo>
                </a:path>
              </a:pathLst>
            </a:custGeom>
            <a:solidFill>
              <a:srgbClr val="53627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Freeform: Shape 283"/>
            <p:cNvSpPr>
              <a:spLocks/>
            </p:cNvSpPr>
            <p:nvPr/>
          </p:nvSpPr>
          <p:spPr bwMode="auto">
            <a:xfrm>
              <a:off x="7499350" y="2638425"/>
              <a:ext cx="247650" cy="128588"/>
            </a:xfrm>
            <a:custGeom>
              <a:avLst/>
              <a:gdLst>
                <a:gd name="T0" fmla="*/ 0 w 690"/>
                <a:gd name="T1" fmla="*/ 0 h 355"/>
                <a:gd name="T2" fmla="*/ 0 w 690"/>
                <a:gd name="T3" fmla="*/ 0 h 355"/>
                <a:gd name="T4" fmla="*/ 0 w 690"/>
                <a:gd name="T5" fmla="*/ 18 h 355"/>
                <a:gd name="T6" fmla="*/ 354 w 690"/>
                <a:gd name="T7" fmla="*/ 354 h 355"/>
                <a:gd name="T8" fmla="*/ 689 w 690"/>
                <a:gd name="T9" fmla="*/ 18 h 355"/>
                <a:gd name="T10" fmla="*/ 689 w 690"/>
                <a:gd name="T11" fmla="*/ 0 h 355"/>
                <a:gd name="T12" fmla="*/ 0 w 690"/>
                <a:gd name="T13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0" h="355">
                  <a:moveTo>
                    <a:pt x="0" y="0"/>
                  </a:moveTo>
                  <a:lnTo>
                    <a:pt x="0" y="0"/>
                  </a:lnTo>
                  <a:lnTo>
                    <a:pt x="0" y="18"/>
                  </a:lnTo>
                  <a:cubicBezTo>
                    <a:pt x="0" y="205"/>
                    <a:pt x="168" y="354"/>
                    <a:pt x="354" y="354"/>
                  </a:cubicBezTo>
                  <a:cubicBezTo>
                    <a:pt x="541" y="354"/>
                    <a:pt x="689" y="205"/>
                    <a:pt x="689" y="18"/>
                  </a:cubicBezTo>
                  <a:lnTo>
                    <a:pt x="689" y="0"/>
                  </a:ln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BB25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Freeform: Shape 284"/>
            <p:cNvSpPr>
              <a:spLocks/>
            </p:cNvSpPr>
            <p:nvPr/>
          </p:nvSpPr>
          <p:spPr bwMode="auto">
            <a:xfrm>
              <a:off x="7486650" y="2571750"/>
              <a:ext cx="274638" cy="87313"/>
            </a:xfrm>
            <a:custGeom>
              <a:avLst/>
              <a:gdLst>
                <a:gd name="T0" fmla="*/ 764 w 765"/>
                <a:gd name="T1" fmla="*/ 242 h 243"/>
                <a:gd name="T2" fmla="*/ 0 w 765"/>
                <a:gd name="T3" fmla="*/ 242 h 243"/>
                <a:gd name="T4" fmla="*/ 0 w 765"/>
                <a:gd name="T5" fmla="*/ 0 h 243"/>
                <a:gd name="T6" fmla="*/ 764 w 765"/>
                <a:gd name="T7" fmla="*/ 0 h 243"/>
                <a:gd name="T8" fmla="*/ 764 w 765"/>
                <a:gd name="T9" fmla="*/ 24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5" h="243">
                  <a:moveTo>
                    <a:pt x="764" y="242"/>
                  </a:moveTo>
                  <a:lnTo>
                    <a:pt x="0" y="242"/>
                  </a:lnTo>
                  <a:lnTo>
                    <a:pt x="0" y="0"/>
                  </a:lnTo>
                  <a:lnTo>
                    <a:pt x="764" y="0"/>
                  </a:lnTo>
                  <a:lnTo>
                    <a:pt x="764" y="242"/>
                  </a:lnTo>
                </a:path>
              </a:pathLst>
            </a:custGeom>
            <a:solidFill>
              <a:srgbClr val="FECD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Freeform: Shape 285"/>
            <p:cNvSpPr>
              <a:spLocks/>
            </p:cNvSpPr>
            <p:nvPr/>
          </p:nvSpPr>
          <p:spPr bwMode="auto">
            <a:xfrm>
              <a:off x="7486650" y="2571750"/>
              <a:ext cx="274638" cy="87313"/>
            </a:xfrm>
            <a:custGeom>
              <a:avLst/>
              <a:gdLst>
                <a:gd name="T0" fmla="*/ 764 w 765"/>
                <a:gd name="T1" fmla="*/ 242 h 243"/>
                <a:gd name="T2" fmla="*/ 0 w 765"/>
                <a:gd name="T3" fmla="*/ 242 h 243"/>
                <a:gd name="T4" fmla="*/ 0 w 765"/>
                <a:gd name="T5" fmla="*/ 0 h 243"/>
                <a:gd name="T6" fmla="*/ 764 w 765"/>
                <a:gd name="T7" fmla="*/ 0 h 243"/>
                <a:gd name="T8" fmla="*/ 764 w 765"/>
                <a:gd name="T9" fmla="*/ 24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5" h="243">
                  <a:moveTo>
                    <a:pt x="764" y="242"/>
                  </a:moveTo>
                  <a:lnTo>
                    <a:pt x="0" y="242"/>
                  </a:lnTo>
                  <a:lnTo>
                    <a:pt x="0" y="0"/>
                  </a:lnTo>
                  <a:lnTo>
                    <a:pt x="764" y="0"/>
                  </a:lnTo>
                  <a:lnTo>
                    <a:pt x="764" y="242"/>
                  </a:lnTo>
                </a:path>
              </a:pathLst>
            </a:custGeom>
            <a:solidFill>
              <a:srgbClr val="FECD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Freeform: Shape 286"/>
            <p:cNvSpPr>
              <a:spLocks/>
            </p:cNvSpPr>
            <p:nvPr/>
          </p:nvSpPr>
          <p:spPr bwMode="auto">
            <a:xfrm>
              <a:off x="7083425" y="2900363"/>
              <a:ext cx="114300" cy="107950"/>
            </a:xfrm>
            <a:custGeom>
              <a:avLst/>
              <a:gdLst>
                <a:gd name="T0" fmla="*/ 0 w 317"/>
                <a:gd name="T1" fmla="*/ 0 h 298"/>
                <a:gd name="T2" fmla="*/ 0 w 317"/>
                <a:gd name="T3" fmla="*/ 0 h 298"/>
                <a:gd name="T4" fmla="*/ 0 w 317"/>
                <a:gd name="T5" fmla="*/ 149 h 298"/>
                <a:gd name="T6" fmla="*/ 167 w 317"/>
                <a:gd name="T7" fmla="*/ 297 h 298"/>
                <a:gd name="T8" fmla="*/ 316 w 317"/>
                <a:gd name="T9" fmla="*/ 297 h 298"/>
                <a:gd name="T10" fmla="*/ 0 w 317"/>
                <a:gd name="T1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" h="298">
                  <a:moveTo>
                    <a:pt x="0" y="0"/>
                  </a:moveTo>
                  <a:lnTo>
                    <a:pt x="0" y="0"/>
                  </a:lnTo>
                  <a:cubicBezTo>
                    <a:pt x="0" y="149"/>
                    <a:pt x="0" y="149"/>
                    <a:pt x="0" y="149"/>
                  </a:cubicBezTo>
                  <a:cubicBezTo>
                    <a:pt x="0" y="242"/>
                    <a:pt x="74" y="297"/>
                    <a:pt x="167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223" y="205"/>
                    <a:pt x="111" y="93"/>
                    <a:pt x="0" y="0"/>
                  </a:cubicBezTo>
                </a:path>
              </a:pathLst>
            </a:custGeom>
            <a:solidFill>
              <a:srgbClr val="FBB25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Freeform: Shape 287"/>
            <p:cNvSpPr>
              <a:spLocks/>
            </p:cNvSpPr>
            <p:nvPr/>
          </p:nvSpPr>
          <p:spPr bwMode="auto">
            <a:xfrm>
              <a:off x="8056563" y="2887663"/>
              <a:ext cx="120650" cy="120650"/>
            </a:xfrm>
            <a:custGeom>
              <a:avLst/>
              <a:gdLst>
                <a:gd name="T0" fmla="*/ 0 w 336"/>
                <a:gd name="T1" fmla="*/ 334 h 335"/>
                <a:gd name="T2" fmla="*/ 0 w 336"/>
                <a:gd name="T3" fmla="*/ 334 h 335"/>
                <a:gd name="T4" fmla="*/ 186 w 336"/>
                <a:gd name="T5" fmla="*/ 334 h 335"/>
                <a:gd name="T6" fmla="*/ 335 w 336"/>
                <a:gd name="T7" fmla="*/ 186 h 335"/>
                <a:gd name="T8" fmla="*/ 335 w 336"/>
                <a:gd name="T9" fmla="*/ 0 h 335"/>
                <a:gd name="T10" fmla="*/ 0 w 336"/>
                <a:gd name="T11" fmla="*/ 334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6" h="335">
                  <a:moveTo>
                    <a:pt x="0" y="334"/>
                  </a:moveTo>
                  <a:lnTo>
                    <a:pt x="0" y="334"/>
                  </a:lnTo>
                  <a:cubicBezTo>
                    <a:pt x="186" y="334"/>
                    <a:pt x="186" y="334"/>
                    <a:pt x="186" y="334"/>
                  </a:cubicBezTo>
                  <a:cubicBezTo>
                    <a:pt x="279" y="334"/>
                    <a:pt x="335" y="279"/>
                    <a:pt x="335" y="186"/>
                  </a:cubicBezTo>
                  <a:cubicBezTo>
                    <a:pt x="335" y="0"/>
                    <a:pt x="335" y="0"/>
                    <a:pt x="335" y="0"/>
                  </a:cubicBezTo>
                  <a:cubicBezTo>
                    <a:pt x="0" y="334"/>
                    <a:pt x="0" y="334"/>
                    <a:pt x="0" y="334"/>
                  </a:cubicBezTo>
                </a:path>
              </a:pathLst>
            </a:custGeom>
            <a:solidFill>
              <a:srgbClr val="FBB25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Freeform: Shape 288"/>
            <p:cNvSpPr>
              <a:spLocks/>
            </p:cNvSpPr>
            <p:nvPr/>
          </p:nvSpPr>
          <p:spPr bwMode="auto">
            <a:xfrm>
              <a:off x="6540500" y="1935163"/>
              <a:ext cx="817563" cy="1019175"/>
            </a:xfrm>
            <a:custGeom>
              <a:avLst/>
              <a:gdLst>
                <a:gd name="T0" fmla="*/ 0 w 2272"/>
                <a:gd name="T1" fmla="*/ 2346 h 2831"/>
                <a:gd name="T2" fmla="*/ 1508 w 2272"/>
                <a:gd name="T3" fmla="*/ 2830 h 2831"/>
                <a:gd name="T4" fmla="*/ 1508 w 2272"/>
                <a:gd name="T5" fmla="*/ 2830 h 2831"/>
                <a:gd name="T6" fmla="*/ 0 w 2272"/>
                <a:gd name="T7" fmla="*/ 2346 h 2831"/>
                <a:gd name="T8" fmla="*/ 651 w 2272"/>
                <a:gd name="T9" fmla="*/ 968 h 2831"/>
                <a:gd name="T10" fmla="*/ 689 w 2272"/>
                <a:gd name="T11" fmla="*/ 1024 h 2831"/>
                <a:gd name="T12" fmla="*/ 689 w 2272"/>
                <a:gd name="T13" fmla="*/ 1024 h 2831"/>
                <a:gd name="T14" fmla="*/ 651 w 2272"/>
                <a:gd name="T15" fmla="*/ 968 h 2831"/>
                <a:gd name="T16" fmla="*/ 1824 w 2272"/>
                <a:gd name="T17" fmla="*/ 0 h 2831"/>
                <a:gd name="T18" fmla="*/ 521 w 2272"/>
                <a:gd name="T19" fmla="*/ 689 h 2831"/>
                <a:gd name="T20" fmla="*/ 1824 w 2272"/>
                <a:gd name="T21" fmla="*/ 0 h 2831"/>
                <a:gd name="T22" fmla="*/ 2271 w 2272"/>
                <a:gd name="T23" fmla="*/ 875 h 2831"/>
                <a:gd name="T24" fmla="*/ 2271 w 2272"/>
                <a:gd name="T25" fmla="*/ 875 h 2831"/>
                <a:gd name="T26" fmla="*/ 1824 w 2272"/>
                <a:gd name="T27" fmla="*/ 0 h 2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72" h="2831">
                  <a:moveTo>
                    <a:pt x="0" y="2346"/>
                  </a:moveTo>
                  <a:lnTo>
                    <a:pt x="1508" y="2830"/>
                  </a:lnTo>
                  <a:lnTo>
                    <a:pt x="1508" y="2830"/>
                  </a:lnTo>
                  <a:lnTo>
                    <a:pt x="0" y="2346"/>
                  </a:lnTo>
                  <a:close/>
                  <a:moveTo>
                    <a:pt x="651" y="968"/>
                  </a:moveTo>
                  <a:lnTo>
                    <a:pt x="689" y="1024"/>
                  </a:lnTo>
                  <a:lnTo>
                    <a:pt x="689" y="1024"/>
                  </a:lnTo>
                  <a:lnTo>
                    <a:pt x="651" y="968"/>
                  </a:lnTo>
                  <a:close/>
                  <a:moveTo>
                    <a:pt x="1824" y="0"/>
                  </a:moveTo>
                  <a:lnTo>
                    <a:pt x="521" y="689"/>
                  </a:lnTo>
                  <a:lnTo>
                    <a:pt x="1824" y="0"/>
                  </a:lnTo>
                  <a:lnTo>
                    <a:pt x="2271" y="875"/>
                  </a:lnTo>
                  <a:lnTo>
                    <a:pt x="2271" y="875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E6E9E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Freeform: Shape 289"/>
            <p:cNvSpPr>
              <a:spLocks/>
            </p:cNvSpPr>
            <p:nvPr/>
          </p:nvSpPr>
          <p:spPr bwMode="auto">
            <a:xfrm>
              <a:off x="6540500" y="2779713"/>
              <a:ext cx="542925" cy="174625"/>
            </a:xfrm>
            <a:custGeom>
              <a:avLst/>
              <a:gdLst>
                <a:gd name="T0" fmla="*/ 0 w 1509"/>
                <a:gd name="T1" fmla="*/ 0 h 485"/>
                <a:gd name="T2" fmla="*/ 1508 w 1509"/>
                <a:gd name="T3" fmla="*/ 484 h 485"/>
                <a:gd name="T4" fmla="*/ 1508 w 1509"/>
                <a:gd name="T5" fmla="*/ 484 h 485"/>
                <a:gd name="T6" fmla="*/ 0 w 1509"/>
                <a:gd name="T7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09" h="485">
                  <a:moveTo>
                    <a:pt x="0" y="0"/>
                  </a:moveTo>
                  <a:lnTo>
                    <a:pt x="1508" y="484"/>
                  </a:lnTo>
                  <a:lnTo>
                    <a:pt x="1508" y="484"/>
                  </a:lnTo>
                  <a:lnTo>
                    <a:pt x="0" y="0"/>
                  </a:lnTo>
                </a:path>
              </a:pathLst>
            </a:custGeom>
            <a:solidFill>
              <a:srgbClr val="E6E9E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Freeform: Shape 290"/>
            <p:cNvSpPr>
              <a:spLocks/>
            </p:cNvSpPr>
            <p:nvPr/>
          </p:nvSpPr>
          <p:spPr bwMode="auto">
            <a:xfrm>
              <a:off x="6775450" y="2284413"/>
              <a:ext cx="14288" cy="20637"/>
            </a:xfrm>
            <a:custGeom>
              <a:avLst/>
              <a:gdLst>
                <a:gd name="T0" fmla="*/ 0 w 39"/>
                <a:gd name="T1" fmla="*/ 0 h 57"/>
                <a:gd name="T2" fmla="*/ 38 w 39"/>
                <a:gd name="T3" fmla="*/ 56 h 57"/>
                <a:gd name="T4" fmla="*/ 38 w 39"/>
                <a:gd name="T5" fmla="*/ 56 h 57"/>
                <a:gd name="T6" fmla="*/ 0 w 39"/>
                <a:gd name="T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" h="57">
                  <a:moveTo>
                    <a:pt x="0" y="0"/>
                  </a:moveTo>
                  <a:lnTo>
                    <a:pt x="38" y="56"/>
                  </a:lnTo>
                  <a:lnTo>
                    <a:pt x="38" y="56"/>
                  </a:lnTo>
                  <a:lnTo>
                    <a:pt x="0" y="0"/>
                  </a:lnTo>
                </a:path>
              </a:pathLst>
            </a:custGeom>
            <a:solidFill>
              <a:srgbClr val="E6E9E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Freeform: Shape 291"/>
            <p:cNvSpPr>
              <a:spLocks/>
            </p:cNvSpPr>
            <p:nvPr/>
          </p:nvSpPr>
          <p:spPr bwMode="auto">
            <a:xfrm>
              <a:off x="6729413" y="1935163"/>
              <a:ext cx="630237" cy="315912"/>
            </a:xfrm>
            <a:custGeom>
              <a:avLst/>
              <a:gdLst>
                <a:gd name="T0" fmla="*/ 1303 w 1751"/>
                <a:gd name="T1" fmla="*/ 0 h 876"/>
                <a:gd name="T2" fmla="*/ 0 w 1751"/>
                <a:gd name="T3" fmla="*/ 689 h 876"/>
                <a:gd name="T4" fmla="*/ 1303 w 1751"/>
                <a:gd name="T5" fmla="*/ 0 h 876"/>
                <a:gd name="T6" fmla="*/ 1750 w 1751"/>
                <a:gd name="T7" fmla="*/ 875 h 876"/>
                <a:gd name="T8" fmla="*/ 1750 w 1751"/>
                <a:gd name="T9" fmla="*/ 875 h 876"/>
                <a:gd name="T10" fmla="*/ 1303 w 1751"/>
                <a:gd name="T11" fmla="*/ 0 h 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1" h="876">
                  <a:moveTo>
                    <a:pt x="1303" y="0"/>
                  </a:moveTo>
                  <a:lnTo>
                    <a:pt x="0" y="689"/>
                  </a:lnTo>
                  <a:lnTo>
                    <a:pt x="1303" y="0"/>
                  </a:lnTo>
                  <a:lnTo>
                    <a:pt x="1750" y="875"/>
                  </a:lnTo>
                  <a:lnTo>
                    <a:pt x="1750" y="875"/>
                  </a:lnTo>
                  <a:lnTo>
                    <a:pt x="1303" y="0"/>
                  </a:lnTo>
                </a:path>
              </a:pathLst>
            </a:custGeom>
            <a:solidFill>
              <a:srgbClr val="E6E9E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Freeform: Shape 292"/>
            <p:cNvSpPr>
              <a:spLocks/>
            </p:cNvSpPr>
            <p:nvPr/>
          </p:nvSpPr>
          <p:spPr bwMode="auto">
            <a:xfrm>
              <a:off x="6540500" y="2278063"/>
              <a:ext cx="542925" cy="677862"/>
            </a:xfrm>
            <a:custGeom>
              <a:avLst/>
              <a:gdLst>
                <a:gd name="T0" fmla="*/ 912 w 1509"/>
                <a:gd name="T1" fmla="*/ 1526 h 1881"/>
                <a:gd name="T2" fmla="*/ 614 w 1509"/>
                <a:gd name="T3" fmla="*/ 1043 h 1881"/>
                <a:gd name="T4" fmla="*/ 912 w 1509"/>
                <a:gd name="T5" fmla="*/ 1526 h 1881"/>
                <a:gd name="T6" fmla="*/ 428 w 1509"/>
                <a:gd name="T7" fmla="*/ 1210 h 1881"/>
                <a:gd name="T8" fmla="*/ 577 w 1509"/>
                <a:gd name="T9" fmla="*/ 353 h 1881"/>
                <a:gd name="T10" fmla="*/ 428 w 1509"/>
                <a:gd name="T11" fmla="*/ 1210 h 1881"/>
                <a:gd name="T12" fmla="*/ 447 w 1509"/>
                <a:gd name="T13" fmla="*/ 0 h 1881"/>
                <a:gd name="T14" fmla="*/ 1508 w 1509"/>
                <a:gd name="T15" fmla="*/ 1880 h 1881"/>
                <a:gd name="T16" fmla="*/ 1508 w 1509"/>
                <a:gd name="T17" fmla="*/ 1713 h 1881"/>
                <a:gd name="T18" fmla="*/ 1508 w 1509"/>
                <a:gd name="T19" fmla="*/ 1657 h 1881"/>
                <a:gd name="T20" fmla="*/ 1508 w 1509"/>
                <a:gd name="T21" fmla="*/ 1619 h 1881"/>
                <a:gd name="T22" fmla="*/ 1452 w 1509"/>
                <a:gd name="T23" fmla="*/ 1694 h 1881"/>
                <a:gd name="T24" fmla="*/ 1452 w 1509"/>
                <a:gd name="T25" fmla="*/ 1526 h 1881"/>
                <a:gd name="T26" fmla="*/ 1359 w 1509"/>
                <a:gd name="T27" fmla="*/ 1657 h 1881"/>
                <a:gd name="T28" fmla="*/ 1396 w 1509"/>
                <a:gd name="T29" fmla="*/ 1396 h 1881"/>
                <a:gd name="T30" fmla="*/ 1266 w 1509"/>
                <a:gd name="T31" fmla="*/ 1638 h 1881"/>
                <a:gd name="T32" fmla="*/ 1341 w 1509"/>
                <a:gd name="T33" fmla="*/ 1284 h 1881"/>
                <a:gd name="T34" fmla="*/ 1192 w 1509"/>
                <a:gd name="T35" fmla="*/ 1601 h 1881"/>
                <a:gd name="T36" fmla="*/ 1266 w 1509"/>
                <a:gd name="T37" fmla="*/ 1172 h 1881"/>
                <a:gd name="T38" fmla="*/ 1005 w 1509"/>
                <a:gd name="T39" fmla="*/ 1545 h 1881"/>
                <a:gd name="T40" fmla="*/ 1154 w 1509"/>
                <a:gd name="T41" fmla="*/ 930 h 1881"/>
                <a:gd name="T42" fmla="*/ 1043 w 1509"/>
                <a:gd name="T43" fmla="*/ 1098 h 1881"/>
                <a:gd name="T44" fmla="*/ 1080 w 1509"/>
                <a:gd name="T45" fmla="*/ 819 h 1881"/>
                <a:gd name="T46" fmla="*/ 949 w 1509"/>
                <a:gd name="T47" fmla="*/ 1079 h 1881"/>
                <a:gd name="T48" fmla="*/ 1024 w 1509"/>
                <a:gd name="T49" fmla="*/ 689 h 1881"/>
                <a:gd name="T50" fmla="*/ 856 w 1509"/>
                <a:gd name="T51" fmla="*/ 1043 h 1881"/>
                <a:gd name="T52" fmla="*/ 968 w 1509"/>
                <a:gd name="T53" fmla="*/ 577 h 1881"/>
                <a:gd name="T54" fmla="*/ 782 w 1509"/>
                <a:gd name="T55" fmla="*/ 1023 h 1881"/>
                <a:gd name="T56" fmla="*/ 894 w 1509"/>
                <a:gd name="T57" fmla="*/ 465 h 1881"/>
                <a:gd name="T58" fmla="*/ 689 w 1509"/>
                <a:gd name="T59" fmla="*/ 986 h 1881"/>
                <a:gd name="T60" fmla="*/ 838 w 1509"/>
                <a:gd name="T61" fmla="*/ 353 h 1881"/>
                <a:gd name="T62" fmla="*/ 689 w 1509"/>
                <a:gd name="T63" fmla="*/ 74 h 1881"/>
                <a:gd name="T64" fmla="*/ 447 w 1509"/>
                <a:gd name="T65" fmla="*/ 0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09" h="1881">
                  <a:moveTo>
                    <a:pt x="912" y="1526"/>
                  </a:moveTo>
                  <a:lnTo>
                    <a:pt x="912" y="1526"/>
                  </a:lnTo>
                  <a:cubicBezTo>
                    <a:pt x="502" y="1396"/>
                    <a:pt x="502" y="1396"/>
                    <a:pt x="502" y="1396"/>
                  </a:cubicBezTo>
                  <a:cubicBezTo>
                    <a:pt x="614" y="1043"/>
                    <a:pt x="614" y="1043"/>
                    <a:pt x="614" y="1043"/>
                  </a:cubicBezTo>
                  <a:cubicBezTo>
                    <a:pt x="1024" y="1172"/>
                    <a:pt x="1024" y="1172"/>
                    <a:pt x="1024" y="1172"/>
                  </a:cubicBezTo>
                  <a:cubicBezTo>
                    <a:pt x="912" y="1526"/>
                    <a:pt x="912" y="1526"/>
                    <a:pt x="912" y="1526"/>
                  </a:cubicBezTo>
                  <a:lnTo>
                    <a:pt x="428" y="1210"/>
                  </a:lnTo>
                  <a:lnTo>
                    <a:pt x="428" y="1210"/>
                  </a:lnTo>
                  <a:cubicBezTo>
                    <a:pt x="316" y="1172"/>
                    <a:pt x="316" y="1172"/>
                    <a:pt x="316" y="1172"/>
                  </a:cubicBezTo>
                  <a:cubicBezTo>
                    <a:pt x="577" y="353"/>
                    <a:pt x="577" y="353"/>
                    <a:pt x="577" y="353"/>
                  </a:cubicBezTo>
                  <a:cubicBezTo>
                    <a:pt x="689" y="391"/>
                    <a:pt x="689" y="391"/>
                    <a:pt x="689" y="391"/>
                  </a:cubicBezTo>
                  <a:cubicBezTo>
                    <a:pt x="428" y="1210"/>
                    <a:pt x="428" y="1210"/>
                    <a:pt x="428" y="1210"/>
                  </a:cubicBezTo>
                  <a:lnTo>
                    <a:pt x="447" y="0"/>
                  </a:lnTo>
                  <a:lnTo>
                    <a:pt x="447" y="0"/>
                  </a:lnTo>
                  <a:cubicBezTo>
                    <a:pt x="0" y="1396"/>
                    <a:pt x="0" y="1396"/>
                    <a:pt x="0" y="1396"/>
                  </a:cubicBezTo>
                  <a:cubicBezTo>
                    <a:pt x="1508" y="1880"/>
                    <a:pt x="1508" y="1880"/>
                    <a:pt x="1508" y="1880"/>
                  </a:cubicBezTo>
                  <a:lnTo>
                    <a:pt x="1508" y="1880"/>
                  </a:lnTo>
                  <a:cubicBezTo>
                    <a:pt x="1508" y="1713"/>
                    <a:pt x="1508" y="1713"/>
                    <a:pt x="1508" y="1713"/>
                  </a:cubicBezTo>
                  <a:cubicBezTo>
                    <a:pt x="1508" y="1694"/>
                    <a:pt x="1508" y="1694"/>
                    <a:pt x="1508" y="1694"/>
                  </a:cubicBezTo>
                  <a:cubicBezTo>
                    <a:pt x="1508" y="1657"/>
                    <a:pt x="1508" y="1657"/>
                    <a:pt x="1508" y="1657"/>
                  </a:cubicBezTo>
                  <a:cubicBezTo>
                    <a:pt x="1508" y="1619"/>
                    <a:pt x="1508" y="1619"/>
                    <a:pt x="1508" y="1619"/>
                  </a:cubicBezTo>
                  <a:lnTo>
                    <a:pt x="1508" y="1619"/>
                  </a:lnTo>
                  <a:cubicBezTo>
                    <a:pt x="1490" y="1582"/>
                    <a:pt x="1490" y="1582"/>
                    <a:pt x="1490" y="1582"/>
                  </a:cubicBezTo>
                  <a:cubicBezTo>
                    <a:pt x="1452" y="1694"/>
                    <a:pt x="1452" y="1694"/>
                    <a:pt x="1452" y="1694"/>
                  </a:cubicBezTo>
                  <a:cubicBezTo>
                    <a:pt x="1415" y="1675"/>
                    <a:pt x="1415" y="1675"/>
                    <a:pt x="1415" y="1675"/>
                  </a:cubicBezTo>
                  <a:cubicBezTo>
                    <a:pt x="1452" y="1526"/>
                    <a:pt x="1452" y="1526"/>
                    <a:pt x="1452" y="1526"/>
                  </a:cubicBezTo>
                  <a:cubicBezTo>
                    <a:pt x="1434" y="1470"/>
                    <a:pt x="1434" y="1470"/>
                    <a:pt x="1434" y="1470"/>
                  </a:cubicBezTo>
                  <a:cubicBezTo>
                    <a:pt x="1359" y="1657"/>
                    <a:pt x="1359" y="1657"/>
                    <a:pt x="1359" y="1657"/>
                  </a:cubicBezTo>
                  <a:cubicBezTo>
                    <a:pt x="1322" y="1638"/>
                    <a:pt x="1322" y="1638"/>
                    <a:pt x="1322" y="1638"/>
                  </a:cubicBezTo>
                  <a:cubicBezTo>
                    <a:pt x="1396" y="1396"/>
                    <a:pt x="1396" y="1396"/>
                    <a:pt x="1396" y="1396"/>
                  </a:cubicBezTo>
                  <a:cubicBezTo>
                    <a:pt x="1359" y="1340"/>
                    <a:pt x="1359" y="1340"/>
                    <a:pt x="1359" y="1340"/>
                  </a:cubicBezTo>
                  <a:cubicBezTo>
                    <a:pt x="1266" y="1638"/>
                    <a:pt x="1266" y="1638"/>
                    <a:pt x="1266" y="1638"/>
                  </a:cubicBezTo>
                  <a:cubicBezTo>
                    <a:pt x="1229" y="1619"/>
                    <a:pt x="1229" y="1619"/>
                    <a:pt x="1229" y="1619"/>
                  </a:cubicBezTo>
                  <a:cubicBezTo>
                    <a:pt x="1341" y="1284"/>
                    <a:pt x="1341" y="1284"/>
                    <a:pt x="1341" y="1284"/>
                  </a:cubicBezTo>
                  <a:cubicBezTo>
                    <a:pt x="1303" y="1228"/>
                    <a:pt x="1303" y="1228"/>
                    <a:pt x="1303" y="1228"/>
                  </a:cubicBezTo>
                  <a:cubicBezTo>
                    <a:pt x="1192" y="1601"/>
                    <a:pt x="1192" y="1601"/>
                    <a:pt x="1192" y="1601"/>
                  </a:cubicBezTo>
                  <a:cubicBezTo>
                    <a:pt x="1136" y="1582"/>
                    <a:pt x="1136" y="1582"/>
                    <a:pt x="1136" y="1582"/>
                  </a:cubicBezTo>
                  <a:cubicBezTo>
                    <a:pt x="1266" y="1172"/>
                    <a:pt x="1266" y="1172"/>
                    <a:pt x="1266" y="1172"/>
                  </a:cubicBezTo>
                  <a:cubicBezTo>
                    <a:pt x="1173" y="986"/>
                    <a:pt x="1173" y="986"/>
                    <a:pt x="1173" y="986"/>
                  </a:cubicBezTo>
                  <a:cubicBezTo>
                    <a:pt x="1005" y="1545"/>
                    <a:pt x="1005" y="1545"/>
                    <a:pt x="1005" y="1545"/>
                  </a:cubicBezTo>
                  <a:cubicBezTo>
                    <a:pt x="949" y="1526"/>
                    <a:pt x="949" y="1526"/>
                    <a:pt x="949" y="1526"/>
                  </a:cubicBezTo>
                  <a:cubicBezTo>
                    <a:pt x="1154" y="930"/>
                    <a:pt x="1154" y="930"/>
                    <a:pt x="1154" y="930"/>
                  </a:cubicBezTo>
                  <a:cubicBezTo>
                    <a:pt x="1117" y="874"/>
                    <a:pt x="1117" y="874"/>
                    <a:pt x="1117" y="874"/>
                  </a:cubicBezTo>
                  <a:cubicBezTo>
                    <a:pt x="1043" y="1098"/>
                    <a:pt x="1043" y="1098"/>
                    <a:pt x="1043" y="1098"/>
                  </a:cubicBezTo>
                  <a:cubicBezTo>
                    <a:pt x="1005" y="1079"/>
                    <a:pt x="1005" y="1079"/>
                    <a:pt x="1005" y="1079"/>
                  </a:cubicBezTo>
                  <a:cubicBezTo>
                    <a:pt x="1080" y="819"/>
                    <a:pt x="1080" y="819"/>
                    <a:pt x="1080" y="819"/>
                  </a:cubicBezTo>
                  <a:cubicBezTo>
                    <a:pt x="1061" y="763"/>
                    <a:pt x="1061" y="763"/>
                    <a:pt x="1061" y="763"/>
                  </a:cubicBezTo>
                  <a:cubicBezTo>
                    <a:pt x="949" y="1079"/>
                    <a:pt x="949" y="1079"/>
                    <a:pt x="949" y="1079"/>
                  </a:cubicBezTo>
                  <a:cubicBezTo>
                    <a:pt x="912" y="1061"/>
                    <a:pt x="912" y="1061"/>
                    <a:pt x="912" y="1061"/>
                  </a:cubicBezTo>
                  <a:cubicBezTo>
                    <a:pt x="1024" y="689"/>
                    <a:pt x="1024" y="689"/>
                    <a:pt x="1024" y="689"/>
                  </a:cubicBezTo>
                  <a:cubicBezTo>
                    <a:pt x="987" y="633"/>
                    <a:pt x="987" y="633"/>
                    <a:pt x="987" y="633"/>
                  </a:cubicBezTo>
                  <a:cubicBezTo>
                    <a:pt x="856" y="1043"/>
                    <a:pt x="856" y="1043"/>
                    <a:pt x="856" y="1043"/>
                  </a:cubicBezTo>
                  <a:cubicBezTo>
                    <a:pt x="819" y="1023"/>
                    <a:pt x="819" y="1023"/>
                    <a:pt x="819" y="1023"/>
                  </a:cubicBezTo>
                  <a:cubicBezTo>
                    <a:pt x="968" y="577"/>
                    <a:pt x="968" y="577"/>
                    <a:pt x="968" y="577"/>
                  </a:cubicBezTo>
                  <a:cubicBezTo>
                    <a:pt x="931" y="521"/>
                    <a:pt x="931" y="521"/>
                    <a:pt x="931" y="521"/>
                  </a:cubicBezTo>
                  <a:cubicBezTo>
                    <a:pt x="782" y="1023"/>
                    <a:pt x="782" y="1023"/>
                    <a:pt x="782" y="1023"/>
                  </a:cubicBezTo>
                  <a:cubicBezTo>
                    <a:pt x="726" y="1005"/>
                    <a:pt x="726" y="1005"/>
                    <a:pt x="726" y="1005"/>
                  </a:cubicBezTo>
                  <a:cubicBezTo>
                    <a:pt x="894" y="465"/>
                    <a:pt x="894" y="465"/>
                    <a:pt x="894" y="465"/>
                  </a:cubicBezTo>
                  <a:cubicBezTo>
                    <a:pt x="875" y="409"/>
                    <a:pt x="875" y="409"/>
                    <a:pt x="875" y="409"/>
                  </a:cubicBezTo>
                  <a:cubicBezTo>
                    <a:pt x="689" y="986"/>
                    <a:pt x="689" y="986"/>
                    <a:pt x="689" y="986"/>
                  </a:cubicBezTo>
                  <a:cubicBezTo>
                    <a:pt x="633" y="968"/>
                    <a:pt x="633" y="968"/>
                    <a:pt x="633" y="968"/>
                  </a:cubicBezTo>
                  <a:cubicBezTo>
                    <a:pt x="838" y="353"/>
                    <a:pt x="838" y="353"/>
                    <a:pt x="838" y="353"/>
                  </a:cubicBezTo>
                  <a:cubicBezTo>
                    <a:pt x="689" y="74"/>
                    <a:pt x="689" y="74"/>
                    <a:pt x="689" y="74"/>
                  </a:cubicBezTo>
                  <a:lnTo>
                    <a:pt x="689" y="74"/>
                  </a:lnTo>
                  <a:lnTo>
                    <a:pt x="689" y="74"/>
                  </a:lnTo>
                  <a:cubicBezTo>
                    <a:pt x="447" y="0"/>
                    <a:pt x="447" y="0"/>
                    <a:pt x="447" y="0"/>
                  </a:cubicBezTo>
                  <a:lnTo>
                    <a:pt x="912" y="1526"/>
                  </a:lnTo>
                </a:path>
              </a:pathLst>
            </a:custGeom>
            <a:solidFill>
              <a:srgbClr val="D8DCD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Freeform: Shape 293"/>
            <p:cNvSpPr>
              <a:spLocks/>
            </p:cNvSpPr>
            <p:nvPr/>
          </p:nvSpPr>
          <p:spPr bwMode="auto">
            <a:xfrm>
              <a:off x="6654800" y="2405063"/>
              <a:ext cx="134938" cy="309562"/>
            </a:xfrm>
            <a:custGeom>
              <a:avLst/>
              <a:gdLst>
                <a:gd name="T0" fmla="*/ 261 w 374"/>
                <a:gd name="T1" fmla="*/ 0 h 858"/>
                <a:gd name="T2" fmla="*/ 0 w 374"/>
                <a:gd name="T3" fmla="*/ 819 h 858"/>
                <a:gd name="T4" fmla="*/ 112 w 374"/>
                <a:gd name="T5" fmla="*/ 857 h 858"/>
                <a:gd name="T6" fmla="*/ 373 w 374"/>
                <a:gd name="T7" fmla="*/ 38 h 858"/>
                <a:gd name="T8" fmla="*/ 261 w 374"/>
                <a:gd name="T9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858">
                  <a:moveTo>
                    <a:pt x="261" y="0"/>
                  </a:moveTo>
                  <a:lnTo>
                    <a:pt x="0" y="819"/>
                  </a:lnTo>
                  <a:lnTo>
                    <a:pt x="112" y="857"/>
                  </a:lnTo>
                  <a:lnTo>
                    <a:pt x="373" y="38"/>
                  </a:lnTo>
                  <a:lnTo>
                    <a:pt x="261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Freeform: Shape 294"/>
            <p:cNvSpPr>
              <a:spLocks/>
            </p:cNvSpPr>
            <p:nvPr/>
          </p:nvSpPr>
          <p:spPr bwMode="auto">
            <a:xfrm>
              <a:off x="6654800" y="2405063"/>
              <a:ext cx="134938" cy="309562"/>
            </a:xfrm>
            <a:custGeom>
              <a:avLst/>
              <a:gdLst>
                <a:gd name="T0" fmla="*/ 261 w 374"/>
                <a:gd name="T1" fmla="*/ 0 h 858"/>
                <a:gd name="T2" fmla="*/ 0 w 374"/>
                <a:gd name="T3" fmla="*/ 819 h 858"/>
                <a:gd name="T4" fmla="*/ 112 w 374"/>
                <a:gd name="T5" fmla="*/ 857 h 858"/>
                <a:gd name="T6" fmla="*/ 373 w 374"/>
                <a:gd name="T7" fmla="*/ 38 h 858"/>
                <a:gd name="T8" fmla="*/ 261 w 374"/>
                <a:gd name="T9" fmla="*/ 0 h 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858">
                  <a:moveTo>
                    <a:pt x="261" y="0"/>
                  </a:moveTo>
                  <a:lnTo>
                    <a:pt x="0" y="819"/>
                  </a:lnTo>
                  <a:lnTo>
                    <a:pt x="112" y="857"/>
                  </a:lnTo>
                  <a:lnTo>
                    <a:pt x="373" y="38"/>
                  </a:lnTo>
                  <a:lnTo>
                    <a:pt x="261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Freeform: Shape 295"/>
            <p:cNvSpPr>
              <a:spLocks/>
            </p:cNvSpPr>
            <p:nvPr/>
          </p:nvSpPr>
          <p:spPr bwMode="auto">
            <a:xfrm>
              <a:off x="6769100" y="2405063"/>
              <a:ext cx="87313" cy="228600"/>
            </a:xfrm>
            <a:custGeom>
              <a:avLst/>
              <a:gdLst>
                <a:gd name="T0" fmla="*/ 205 w 243"/>
                <a:gd name="T1" fmla="*/ 0 h 634"/>
                <a:gd name="T2" fmla="*/ 0 w 243"/>
                <a:gd name="T3" fmla="*/ 615 h 634"/>
                <a:gd name="T4" fmla="*/ 56 w 243"/>
                <a:gd name="T5" fmla="*/ 633 h 634"/>
                <a:gd name="T6" fmla="*/ 242 w 243"/>
                <a:gd name="T7" fmla="*/ 56 h 634"/>
                <a:gd name="T8" fmla="*/ 205 w 243"/>
                <a:gd name="T9" fmla="*/ 0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634">
                  <a:moveTo>
                    <a:pt x="205" y="0"/>
                  </a:moveTo>
                  <a:lnTo>
                    <a:pt x="0" y="615"/>
                  </a:lnTo>
                  <a:lnTo>
                    <a:pt x="56" y="633"/>
                  </a:lnTo>
                  <a:lnTo>
                    <a:pt x="242" y="56"/>
                  </a:lnTo>
                  <a:lnTo>
                    <a:pt x="205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Freeform: Shape 296"/>
            <p:cNvSpPr>
              <a:spLocks/>
            </p:cNvSpPr>
            <p:nvPr/>
          </p:nvSpPr>
          <p:spPr bwMode="auto">
            <a:xfrm>
              <a:off x="6769100" y="2405063"/>
              <a:ext cx="87313" cy="228600"/>
            </a:xfrm>
            <a:custGeom>
              <a:avLst/>
              <a:gdLst>
                <a:gd name="T0" fmla="*/ 205 w 243"/>
                <a:gd name="T1" fmla="*/ 0 h 634"/>
                <a:gd name="T2" fmla="*/ 0 w 243"/>
                <a:gd name="T3" fmla="*/ 615 h 634"/>
                <a:gd name="T4" fmla="*/ 56 w 243"/>
                <a:gd name="T5" fmla="*/ 633 h 634"/>
                <a:gd name="T6" fmla="*/ 242 w 243"/>
                <a:gd name="T7" fmla="*/ 56 h 634"/>
                <a:gd name="T8" fmla="*/ 205 w 243"/>
                <a:gd name="T9" fmla="*/ 0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634">
                  <a:moveTo>
                    <a:pt x="205" y="0"/>
                  </a:moveTo>
                  <a:lnTo>
                    <a:pt x="0" y="615"/>
                  </a:lnTo>
                  <a:lnTo>
                    <a:pt x="56" y="633"/>
                  </a:lnTo>
                  <a:lnTo>
                    <a:pt x="242" y="56"/>
                  </a:lnTo>
                  <a:lnTo>
                    <a:pt x="205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Freeform: Shape 297"/>
            <p:cNvSpPr>
              <a:spLocks/>
            </p:cNvSpPr>
            <p:nvPr/>
          </p:nvSpPr>
          <p:spPr bwMode="auto">
            <a:xfrm>
              <a:off x="6721475" y="2652713"/>
              <a:ext cx="188913" cy="174625"/>
            </a:xfrm>
            <a:custGeom>
              <a:avLst/>
              <a:gdLst>
                <a:gd name="T0" fmla="*/ 112 w 523"/>
                <a:gd name="T1" fmla="*/ 0 h 484"/>
                <a:gd name="T2" fmla="*/ 0 w 523"/>
                <a:gd name="T3" fmla="*/ 353 h 484"/>
                <a:gd name="T4" fmla="*/ 410 w 523"/>
                <a:gd name="T5" fmla="*/ 483 h 484"/>
                <a:gd name="T6" fmla="*/ 522 w 523"/>
                <a:gd name="T7" fmla="*/ 129 h 484"/>
                <a:gd name="T8" fmla="*/ 112 w 523"/>
                <a:gd name="T9" fmla="*/ 0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" h="484">
                  <a:moveTo>
                    <a:pt x="112" y="0"/>
                  </a:moveTo>
                  <a:lnTo>
                    <a:pt x="0" y="353"/>
                  </a:lnTo>
                  <a:lnTo>
                    <a:pt x="410" y="483"/>
                  </a:lnTo>
                  <a:lnTo>
                    <a:pt x="522" y="129"/>
                  </a:lnTo>
                  <a:lnTo>
                    <a:pt x="112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Freeform: Shape 298"/>
            <p:cNvSpPr>
              <a:spLocks/>
            </p:cNvSpPr>
            <p:nvPr/>
          </p:nvSpPr>
          <p:spPr bwMode="auto">
            <a:xfrm>
              <a:off x="6721475" y="2652713"/>
              <a:ext cx="188913" cy="174625"/>
            </a:xfrm>
            <a:custGeom>
              <a:avLst/>
              <a:gdLst>
                <a:gd name="T0" fmla="*/ 112 w 523"/>
                <a:gd name="T1" fmla="*/ 0 h 484"/>
                <a:gd name="T2" fmla="*/ 0 w 523"/>
                <a:gd name="T3" fmla="*/ 353 h 484"/>
                <a:gd name="T4" fmla="*/ 410 w 523"/>
                <a:gd name="T5" fmla="*/ 483 h 484"/>
                <a:gd name="T6" fmla="*/ 522 w 523"/>
                <a:gd name="T7" fmla="*/ 129 h 484"/>
                <a:gd name="T8" fmla="*/ 112 w 523"/>
                <a:gd name="T9" fmla="*/ 0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" h="484">
                  <a:moveTo>
                    <a:pt x="112" y="0"/>
                  </a:moveTo>
                  <a:lnTo>
                    <a:pt x="0" y="353"/>
                  </a:lnTo>
                  <a:lnTo>
                    <a:pt x="410" y="483"/>
                  </a:lnTo>
                  <a:lnTo>
                    <a:pt x="522" y="129"/>
                  </a:lnTo>
                  <a:lnTo>
                    <a:pt x="112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0" name="Freeform: Shape 299"/>
            <p:cNvSpPr>
              <a:spLocks/>
            </p:cNvSpPr>
            <p:nvPr/>
          </p:nvSpPr>
          <p:spPr bwMode="auto">
            <a:xfrm>
              <a:off x="6802438" y="2444750"/>
              <a:ext cx="74612" cy="201613"/>
            </a:xfrm>
            <a:custGeom>
              <a:avLst/>
              <a:gdLst>
                <a:gd name="T0" fmla="*/ 168 w 206"/>
                <a:gd name="T1" fmla="*/ 0 h 559"/>
                <a:gd name="T2" fmla="*/ 0 w 206"/>
                <a:gd name="T3" fmla="*/ 540 h 559"/>
                <a:gd name="T4" fmla="*/ 56 w 206"/>
                <a:gd name="T5" fmla="*/ 558 h 559"/>
                <a:gd name="T6" fmla="*/ 205 w 206"/>
                <a:gd name="T7" fmla="*/ 56 h 559"/>
                <a:gd name="T8" fmla="*/ 168 w 206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559">
                  <a:moveTo>
                    <a:pt x="168" y="0"/>
                  </a:moveTo>
                  <a:lnTo>
                    <a:pt x="0" y="540"/>
                  </a:lnTo>
                  <a:lnTo>
                    <a:pt x="56" y="558"/>
                  </a:lnTo>
                  <a:lnTo>
                    <a:pt x="205" y="56"/>
                  </a:lnTo>
                  <a:lnTo>
                    <a:pt x="168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1" name="Freeform: Shape 300"/>
            <p:cNvSpPr>
              <a:spLocks/>
            </p:cNvSpPr>
            <p:nvPr/>
          </p:nvSpPr>
          <p:spPr bwMode="auto">
            <a:xfrm>
              <a:off x="6802438" y="2444750"/>
              <a:ext cx="74612" cy="201613"/>
            </a:xfrm>
            <a:custGeom>
              <a:avLst/>
              <a:gdLst>
                <a:gd name="T0" fmla="*/ 168 w 206"/>
                <a:gd name="T1" fmla="*/ 0 h 559"/>
                <a:gd name="T2" fmla="*/ 0 w 206"/>
                <a:gd name="T3" fmla="*/ 540 h 559"/>
                <a:gd name="T4" fmla="*/ 56 w 206"/>
                <a:gd name="T5" fmla="*/ 558 h 559"/>
                <a:gd name="T6" fmla="*/ 205 w 206"/>
                <a:gd name="T7" fmla="*/ 56 h 559"/>
                <a:gd name="T8" fmla="*/ 168 w 206"/>
                <a:gd name="T9" fmla="*/ 0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559">
                  <a:moveTo>
                    <a:pt x="168" y="0"/>
                  </a:moveTo>
                  <a:lnTo>
                    <a:pt x="0" y="540"/>
                  </a:lnTo>
                  <a:lnTo>
                    <a:pt x="56" y="558"/>
                  </a:lnTo>
                  <a:lnTo>
                    <a:pt x="205" y="56"/>
                  </a:lnTo>
                  <a:lnTo>
                    <a:pt x="168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2" name="Freeform: Shape 301"/>
            <p:cNvSpPr>
              <a:spLocks/>
            </p:cNvSpPr>
            <p:nvPr/>
          </p:nvSpPr>
          <p:spPr bwMode="auto">
            <a:xfrm>
              <a:off x="6835775" y="2484438"/>
              <a:ext cx="60325" cy="168275"/>
            </a:xfrm>
            <a:custGeom>
              <a:avLst/>
              <a:gdLst>
                <a:gd name="T0" fmla="*/ 149 w 169"/>
                <a:gd name="T1" fmla="*/ 0 h 467"/>
                <a:gd name="T2" fmla="*/ 0 w 169"/>
                <a:gd name="T3" fmla="*/ 446 h 467"/>
                <a:gd name="T4" fmla="*/ 37 w 169"/>
                <a:gd name="T5" fmla="*/ 466 h 467"/>
                <a:gd name="T6" fmla="*/ 168 w 169"/>
                <a:gd name="T7" fmla="*/ 56 h 467"/>
                <a:gd name="T8" fmla="*/ 149 w 169"/>
                <a:gd name="T9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467">
                  <a:moveTo>
                    <a:pt x="149" y="0"/>
                  </a:moveTo>
                  <a:lnTo>
                    <a:pt x="0" y="446"/>
                  </a:lnTo>
                  <a:lnTo>
                    <a:pt x="37" y="466"/>
                  </a:lnTo>
                  <a:lnTo>
                    <a:pt x="168" y="56"/>
                  </a:lnTo>
                  <a:lnTo>
                    <a:pt x="149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3" name="Freeform: Shape 302"/>
            <p:cNvSpPr>
              <a:spLocks/>
            </p:cNvSpPr>
            <p:nvPr/>
          </p:nvSpPr>
          <p:spPr bwMode="auto">
            <a:xfrm>
              <a:off x="6835775" y="2484438"/>
              <a:ext cx="60325" cy="168275"/>
            </a:xfrm>
            <a:custGeom>
              <a:avLst/>
              <a:gdLst>
                <a:gd name="T0" fmla="*/ 149 w 169"/>
                <a:gd name="T1" fmla="*/ 0 h 467"/>
                <a:gd name="T2" fmla="*/ 0 w 169"/>
                <a:gd name="T3" fmla="*/ 446 h 467"/>
                <a:gd name="T4" fmla="*/ 37 w 169"/>
                <a:gd name="T5" fmla="*/ 466 h 467"/>
                <a:gd name="T6" fmla="*/ 168 w 169"/>
                <a:gd name="T7" fmla="*/ 56 h 467"/>
                <a:gd name="T8" fmla="*/ 149 w 169"/>
                <a:gd name="T9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467">
                  <a:moveTo>
                    <a:pt x="149" y="0"/>
                  </a:moveTo>
                  <a:lnTo>
                    <a:pt x="0" y="446"/>
                  </a:lnTo>
                  <a:lnTo>
                    <a:pt x="37" y="466"/>
                  </a:lnTo>
                  <a:lnTo>
                    <a:pt x="168" y="56"/>
                  </a:lnTo>
                  <a:lnTo>
                    <a:pt x="149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4" name="Freeform: Shape 303"/>
            <p:cNvSpPr>
              <a:spLocks/>
            </p:cNvSpPr>
            <p:nvPr/>
          </p:nvSpPr>
          <p:spPr bwMode="auto">
            <a:xfrm>
              <a:off x="6869113" y="2525713"/>
              <a:ext cx="53975" cy="141287"/>
            </a:xfrm>
            <a:custGeom>
              <a:avLst/>
              <a:gdLst>
                <a:gd name="T0" fmla="*/ 112 w 150"/>
                <a:gd name="T1" fmla="*/ 0 h 391"/>
                <a:gd name="T2" fmla="*/ 0 w 150"/>
                <a:gd name="T3" fmla="*/ 372 h 391"/>
                <a:gd name="T4" fmla="*/ 37 w 150"/>
                <a:gd name="T5" fmla="*/ 390 h 391"/>
                <a:gd name="T6" fmla="*/ 149 w 150"/>
                <a:gd name="T7" fmla="*/ 74 h 391"/>
                <a:gd name="T8" fmla="*/ 112 w 150"/>
                <a:gd name="T9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391">
                  <a:moveTo>
                    <a:pt x="112" y="0"/>
                  </a:moveTo>
                  <a:lnTo>
                    <a:pt x="0" y="372"/>
                  </a:lnTo>
                  <a:lnTo>
                    <a:pt x="37" y="390"/>
                  </a:lnTo>
                  <a:lnTo>
                    <a:pt x="149" y="74"/>
                  </a:lnTo>
                  <a:lnTo>
                    <a:pt x="112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5" name="Freeform: Shape 304"/>
            <p:cNvSpPr>
              <a:spLocks/>
            </p:cNvSpPr>
            <p:nvPr/>
          </p:nvSpPr>
          <p:spPr bwMode="auto">
            <a:xfrm>
              <a:off x="6869113" y="2525713"/>
              <a:ext cx="53975" cy="141287"/>
            </a:xfrm>
            <a:custGeom>
              <a:avLst/>
              <a:gdLst>
                <a:gd name="T0" fmla="*/ 112 w 150"/>
                <a:gd name="T1" fmla="*/ 0 h 391"/>
                <a:gd name="T2" fmla="*/ 0 w 150"/>
                <a:gd name="T3" fmla="*/ 372 h 391"/>
                <a:gd name="T4" fmla="*/ 37 w 150"/>
                <a:gd name="T5" fmla="*/ 390 h 391"/>
                <a:gd name="T6" fmla="*/ 149 w 150"/>
                <a:gd name="T7" fmla="*/ 74 h 391"/>
                <a:gd name="T8" fmla="*/ 112 w 150"/>
                <a:gd name="T9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391">
                  <a:moveTo>
                    <a:pt x="112" y="0"/>
                  </a:moveTo>
                  <a:lnTo>
                    <a:pt x="0" y="372"/>
                  </a:lnTo>
                  <a:lnTo>
                    <a:pt x="37" y="390"/>
                  </a:lnTo>
                  <a:lnTo>
                    <a:pt x="149" y="74"/>
                  </a:lnTo>
                  <a:lnTo>
                    <a:pt x="112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6" name="Freeform: Shape 305"/>
            <p:cNvSpPr>
              <a:spLocks/>
            </p:cNvSpPr>
            <p:nvPr/>
          </p:nvSpPr>
          <p:spPr bwMode="auto">
            <a:xfrm>
              <a:off x="6902450" y="2571750"/>
              <a:ext cx="41275" cy="100013"/>
            </a:xfrm>
            <a:custGeom>
              <a:avLst/>
              <a:gdLst>
                <a:gd name="T0" fmla="*/ 75 w 113"/>
                <a:gd name="T1" fmla="*/ 0 h 280"/>
                <a:gd name="T2" fmla="*/ 0 w 113"/>
                <a:gd name="T3" fmla="*/ 260 h 280"/>
                <a:gd name="T4" fmla="*/ 38 w 113"/>
                <a:gd name="T5" fmla="*/ 279 h 280"/>
                <a:gd name="T6" fmla="*/ 112 w 113"/>
                <a:gd name="T7" fmla="*/ 55 h 280"/>
                <a:gd name="T8" fmla="*/ 75 w 113"/>
                <a:gd name="T9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280">
                  <a:moveTo>
                    <a:pt x="75" y="0"/>
                  </a:moveTo>
                  <a:lnTo>
                    <a:pt x="0" y="260"/>
                  </a:lnTo>
                  <a:lnTo>
                    <a:pt x="38" y="279"/>
                  </a:lnTo>
                  <a:lnTo>
                    <a:pt x="112" y="55"/>
                  </a:lnTo>
                  <a:lnTo>
                    <a:pt x="75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7" name="Freeform: Shape 306"/>
            <p:cNvSpPr>
              <a:spLocks/>
            </p:cNvSpPr>
            <p:nvPr/>
          </p:nvSpPr>
          <p:spPr bwMode="auto">
            <a:xfrm>
              <a:off x="6902450" y="2571750"/>
              <a:ext cx="41275" cy="100013"/>
            </a:xfrm>
            <a:custGeom>
              <a:avLst/>
              <a:gdLst>
                <a:gd name="T0" fmla="*/ 75 w 113"/>
                <a:gd name="T1" fmla="*/ 0 h 280"/>
                <a:gd name="T2" fmla="*/ 0 w 113"/>
                <a:gd name="T3" fmla="*/ 260 h 280"/>
                <a:gd name="T4" fmla="*/ 38 w 113"/>
                <a:gd name="T5" fmla="*/ 279 h 280"/>
                <a:gd name="T6" fmla="*/ 112 w 113"/>
                <a:gd name="T7" fmla="*/ 55 h 280"/>
                <a:gd name="T8" fmla="*/ 75 w 113"/>
                <a:gd name="T9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280">
                  <a:moveTo>
                    <a:pt x="75" y="0"/>
                  </a:moveTo>
                  <a:lnTo>
                    <a:pt x="0" y="260"/>
                  </a:lnTo>
                  <a:lnTo>
                    <a:pt x="38" y="279"/>
                  </a:lnTo>
                  <a:lnTo>
                    <a:pt x="112" y="55"/>
                  </a:lnTo>
                  <a:lnTo>
                    <a:pt x="75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8" name="Freeform: Shape 307"/>
            <p:cNvSpPr>
              <a:spLocks/>
            </p:cNvSpPr>
            <p:nvPr/>
          </p:nvSpPr>
          <p:spPr bwMode="auto">
            <a:xfrm>
              <a:off x="6883400" y="2611438"/>
              <a:ext cx="80963" cy="222250"/>
            </a:xfrm>
            <a:custGeom>
              <a:avLst/>
              <a:gdLst>
                <a:gd name="T0" fmla="*/ 205 w 225"/>
                <a:gd name="T1" fmla="*/ 0 h 616"/>
                <a:gd name="T2" fmla="*/ 0 w 225"/>
                <a:gd name="T3" fmla="*/ 596 h 616"/>
                <a:gd name="T4" fmla="*/ 56 w 225"/>
                <a:gd name="T5" fmla="*/ 615 h 616"/>
                <a:gd name="T6" fmla="*/ 224 w 225"/>
                <a:gd name="T7" fmla="*/ 56 h 616"/>
                <a:gd name="T8" fmla="*/ 205 w 225"/>
                <a:gd name="T9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616">
                  <a:moveTo>
                    <a:pt x="205" y="0"/>
                  </a:moveTo>
                  <a:lnTo>
                    <a:pt x="0" y="596"/>
                  </a:lnTo>
                  <a:lnTo>
                    <a:pt x="56" y="615"/>
                  </a:lnTo>
                  <a:lnTo>
                    <a:pt x="224" y="56"/>
                  </a:lnTo>
                  <a:lnTo>
                    <a:pt x="205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9" name="Freeform: Shape 308"/>
            <p:cNvSpPr>
              <a:spLocks/>
            </p:cNvSpPr>
            <p:nvPr/>
          </p:nvSpPr>
          <p:spPr bwMode="auto">
            <a:xfrm>
              <a:off x="6883400" y="2611438"/>
              <a:ext cx="80963" cy="222250"/>
            </a:xfrm>
            <a:custGeom>
              <a:avLst/>
              <a:gdLst>
                <a:gd name="T0" fmla="*/ 205 w 225"/>
                <a:gd name="T1" fmla="*/ 0 h 616"/>
                <a:gd name="T2" fmla="*/ 0 w 225"/>
                <a:gd name="T3" fmla="*/ 596 h 616"/>
                <a:gd name="T4" fmla="*/ 56 w 225"/>
                <a:gd name="T5" fmla="*/ 615 h 616"/>
                <a:gd name="T6" fmla="*/ 224 w 225"/>
                <a:gd name="T7" fmla="*/ 56 h 616"/>
                <a:gd name="T8" fmla="*/ 205 w 225"/>
                <a:gd name="T9" fmla="*/ 0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5" h="616">
                  <a:moveTo>
                    <a:pt x="205" y="0"/>
                  </a:moveTo>
                  <a:lnTo>
                    <a:pt x="0" y="596"/>
                  </a:lnTo>
                  <a:lnTo>
                    <a:pt x="56" y="615"/>
                  </a:lnTo>
                  <a:lnTo>
                    <a:pt x="224" y="56"/>
                  </a:lnTo>
                  <a:lnTo>
                    <a:pt x="205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0" name="Freeform: Shape 309"/>
            <p:cNvSpPr>
              <a:spLocks/>
            </p:cNvSpPr>
            <p:nvPr/>
          </p:nvSpPr>
          <p:spPr bwMode="auto">
            <a:xfrm>
              <a:off x="6950075" y="2698750"/>
              <a:ext cx="60325" cy="155575"/>
            </a:xfrm>
            <a:custGeom>
              <a:avLst/>
              <a:gdLst>
                <a:gd name="T0" fmla="*/ 130 w 168"/>
                <a:gd name="T1" fmla="*/ 0 h 430"/>
                <a:gd name="T2" fmla="*/ 0 w 168"/>
                <a:gd name="T3" fmla="*/ 410 h 430"/>
                <a:gd name="T4" fmla="*/ 56 w 168"/>
                <a:gd name="T5" fmla="*/ 429 h 430"/>
                <a:gd name="T6" fmla="*/ 167 w 168"/>
                <a:gd name="T7" fmla="*/ 56 h 430"/>
                <a:gd name="T8" fmla="*/ 130 w 168"/>
                <a:gd name="T9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430">
                  <a:moveTo>
                    <a:pt x="130" y="0"/>
                  </a:moveTo>
                  <a:lnTo>
                    <a:pt x="0" y="410"/>
                  </a:lnTo>
                  <a:lnTo>
                    <a:pt x="56" y="429"/>
                  </a:lnTo>
                  <a:lnTo>
                    <a:pt x="167" y="56"/>
                  </a:lnTo>
                  <a:lnTo>
                    <a:pt x="130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1" name="Freeform: Shape 310"/>
            <p:cNvSpPr>
              <a:spLocks/>
            </p:cNvSpPr>
            <p:nvPr/>
          </p:nvSpPr>
          <p:spPr bwMode="auto">
            <a:xfrm>
              <a:off x="6950075" y="2698750"/>
              <a:ext cx="60325" cy="155575"/>
            </a:xfrm>
            <a:custGeom>
              <a:avLst/>
              <a:gdLst>
                <a:gd name="T0" fmla="*/ 130 w 168"/>
                <a:gd name="T1" fmla="*/ 0 h 430"/>
                <a:gd name="T2" fmla="*/ 0 w 168"/>
                <a:gd name="T3" fmla="*/ 410 h 430"/>
                <a:gd name="T4" fmla="*/ 56 w 168"/>
                <a:gd name="T5" fmla="*/ 429 h 430"/>
                <a:gd name="T6" fmla="*/ 167 w 168"/>
                <a:gd name="T7" fmla="*/ 56 h 430"/>
                <a:gd name="T8" fmla="*/ 130 w 168"/>
                <a:gd name="T9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430">
                  <a:moveTo>
                    <a:pt x="130" y="0"/>
                  </a:moveTo>
                  <a:lnTo>
                    <a:pt x="0" y="410"/>
                  </a:lnTo>
                  <a:lnTo>
                    <a:pt x="56" y="429"/>
                  </a:lnTo>
                  <a:lnTo>
                    <a:pt x="167" y="56"/>
                  </a:lnTo>
                  <a:lnTo>
                    <a:pt x="130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2" name="Freeform: Shape 311"/>
            <p:cNvSpPr>
              <a:spLocks/>
            </p:cNvSpPr>
            <p:nvPr/>
          </p:nvSpPr>
          <p:spPr bwMode="auto">
            <a:xfrm>
              <a:off x="6983413" y="2740025"/>
              <a:ext cx="47625" cy="128588"/>
            </a:xfrm>
            <a:custGeom>
              <a:avLst/>
              <a:gdLst>
                <a:gd name="T0" fmla="*/ 112 w 131"/>
                <a:gd name="T1" fmla="*/ 0 h 355"/>
                <a:gd name="T2" fmla="*/ 0 w 131"/>
                <a:gd name="T3" fmla="*/ 335 h 355"/>
                <a:gd name="T4" fmla="*/ 37 w 131"/>
                <a:gd name="T5" fmla="*/ 354 h 355"/>
                <a:gd name="T6" fmla="*/ 130 w 131"/>
                <a:gd name="T7" fmla="*/ 56 h 355"/>
                <a:gd name="T8" fmla="*/ 112 w 131"/>
                <a:gd name="T9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355">
                  <a:moveTo>
                    <a:pt x="112" y="0"/>
                  </a:moveTo>
                  <a:lnTo>
                    <a:pt x="0" y="335"/>
                  </a:lnTo>
                  <a:lnTo>
                    <a:pt x="37" y="354"/>
                  </a:lnTo>
                  <a:lnTo>
                    <a:pt x="130" y="56"/>
                  </a:lnTo>
                  <a:lnTo>
                    <a:pt x="112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3" name="Freeform: Shape 312"/>
            <p:cNvSpPr>
              <a:spLocks/>
            </p:cNvSpPr>
            <p:nvPr/>
          </p:nvSpPr>
          <p:spPr bwMode="auto">
            <a:xfrm>
              <a:off x="6983413" y="2740025"/>
              <a:ext cx="47625" cy="128588"/>
            </a:xfrm>
            <a:custGeom>
              <a:avLst/>
              <a:gdLst>
                <a:gd name="T0" fmla="*/ 112 w 131"/>
                <a:gd name="T1" fmla="*/ 0 h 355"/>
                <a:gd name="T2" fmla="*/ 0 w 131"/>
                <a:gd name="T3" fmla="*/ 335 h 355"/>
                <a:gd name="T4" fmla="*/ 37 w 131"/>
                <a:gd name="T5" fmla="*/ 354 h 355"/>
                <a:gd name="T6" fmla="*/ 130 w 131"/>
                <a:gd name="T7" fmla="*/ 56 h 355"/>
                <a:gd name="T8" fmla="*/ 112 w 131"/>
                <a:gd name="T9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355">
                  <a:moveTo>
                    <a:pt x="112" y="0"/>
                  </a:moveTo>
                  <a:lnTo>
                    <a:pt x="0" y="335"/>
                  </a:lnTo>
                  <a:lnTo>
                    <a:pt x="37" y="354"/>
                  </a:lnTo>
                  <a:lnTo>
                    <a:pt x="130" y="56"/>
                  </a:lnTo>
                  <a:lnTo>
                    <a:pt x="112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4" name="Freeform: Shape 313"/>
            <p:cNvSpPr>
              <a:spLocks/>
            </p:cNvSpPr>
            <p:nvPr/>
          </p:nvSpPr>
          <p:spPr bwMode="auto">
            <a:xfrm>
              <a:off x="7016750" y="2779713"/>
              <a:ext cx="41275" cy="93662"/>
            </a:xfrm>
            <a:custGeom>
              <a:avLst/>
              <a:gdLst>
                <a:gd name="T0" fmla="*/ 74 w 113"/>
                <a:gd name="T1" fmla="*/ 0 h 262"/>
                <a:gd name="T2" fmla="*/ 0 w 113"/>
                <a:gd name="T3" fmla="*/ 242 h 262"/>
                <a:gd name="T4" fmla="*/ 37 w 113"/>
                <a:gd name="T5" fmla="*/ 261 h 262"/>
                <a:gd name="T6" fmla="*/ 112 w 113"/>
                <a:gd name="T7" fmla="*/ 74 h 262"/>
                <a:gd name="T8" fmla="*/ 74 w 113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262">
                  <a:moveTo>
                    <a:pt x="74" y="0"/>
                  </a:moveTo>
                  <a:lnTo>
                    <a:pt x="0" y="242"/>
                  </a:lnTo>
                  <a:lnTo>
                    <a:pt x="37" y="261"/>
                  </a:lnTo>
                  <a:lnTo>
                    <a:pt x="112" y="74"/>
                  </a:lnTo>
                  <a:lnTo>
                    <a:pt x="74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5" name="Freeform: Shape 314"/>
            <p:cNvSpPr>
              <a:spLocks/>
            </p:cNvSpPr>
            <p:nvPr/>
          </p:nvSpPr>
          <p:spPr bwMode="auto">
            <a:xfrm>
              <a:off x="7016750" y="2779713"/>
              <a:ext cx="41275" cy="93662"/>
            </a:xfrm>
            <a:custGeom>
              <a:avLst/>
              <a:gdLst>
                <a:gd name="T0" fmla="*/ 74 w 113"/>
                <a:gd name="T1" fmla="*/ 0 h 262"/>
                <a:gd name="T2" fmla="*/ 0 w 113"/>
                <a:gd name="T3" fmla="*/ 242 h 262"/>
                <a:gd name="T4" fmla="*/ 37 w 113"/>
                <a:gd name="T5" fmla="*/ 261 h 262"/>
                <a:gd name="T6" fmla="*/ 112 w 113"/>
                <a:gd name="T7" fmla="*/ 74 h 262"/>
                <a:gd name="T8" fmla="*/ 74 w 113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262">
                  <a:moveTo>
                    <a:pt x="74" y="0"/>
                  </a:moveTo>
                  <a:lnTo>
                    <a:pt x="0" y="242"/>
                  </a:lnTo>
                  <a:lnTo>
                    <a:pt x="37" y="261"/>
                  </a:lnTo>
                  <a:lnTo>
                    <a:pt x="112" y="74"/>
                  </a:lnTo>
                  <a:lnTo>
                    <a:pt x="74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6" name="Freeform: Shape 315"/>
            <p:cNvSpPr>
              <a:spLocks/>
            </p:cNvSpPr>
            <p:nvPr/>
          </p:nvSpPr>
          <p:spPr bwMode="auto">
            <a:xfrm>
              <a:off x="7050088" y="2827338"/>
              <a:ext cx="26987" cy="60325"/>
            </a:xfrm>
            <a:custGeom>
              <a:avLst/>
              <a:gdLst>
                <a:gd name="T0" fmla="*/ 37 w 76"/>
                <a:gd name="T1" fmla="*/ 0 h 169"/>
                <a:gd name="T2" fmla="*/ 0 w 76"/>
                <a:gd name="T3" fmla="*/ 149 h 169"/>
                <a:gd name="T4" fmla="*/ 37 w 76"/>
                <a:gd name="T5" fmla="*/ 168 h 169"/>
                <a:gd name="T6" fmla="*/ 75 w 76"/>
                <a:gd name="T7" fmla="*/ 56 h 169"/>
                <a:gd name="T8" fmla="*/ 37 w 76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69">
                  <a:moveTo>
                    <a:pt x="37" y="0"/>
                  </a:moveTo>
                  <a:lnTo>
                    <a:pt x="0" y="149"/>
                  </a:lnTo>
                  <a:lnTo>
                    <a:pt x="37" y="168"/>
                  </a:lnTo>
                  <a:lnTo>
                    <a:pt x="75" y="56"/>
                  </a:lnTo>
                  <a:lnTo>
                    <a:pt x="37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7" name="Freeform: Shape 316"/>
            <p:cNvSpPr>
              <a:spLocks/>
            </p:cNvSpPr>
            <p:nvPr/>
          </p:nvSpPr>
          <p:spPr bwMode="auto">
            <a:xfrm>
              <a:off x="7050088" y="2827338"/>
              <a:ext cx="26987" cy="60325"/>
            </a:xfrm>
            <a:custGeom>
              <a:avLst/>
              <a:gdLst>
                <a:gd name="T0" fmla="*/ 37 w 76"/>
                <a:gd name="T1" fmla="*/ 0 h 169"/>
                <a:gd name="T2" fmla="*/ 0 w 76"/>
                <a:gd name="T3" fmla="*/ 149 h 169"/>
                <a:gd name="T4" fmla="*/ 37 w 76"/>
                <a:gd name="T5" fmla="*/ 168 h 169"/>
                <a:gd name="T6" fmla="*/ 75 w 76"/>
                <a:gd name="T7" fmla="*/ 56 h 169"/>
                <a:gd name="T8" fmla="*/ 37 w 76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69">
                  <a:moveTo>
                    <a:pt x="37" y="0"/>
                  </a:moveTo>
                  <a:lnTo>
                    <a:pt x="0" y="149"/>
                  </a:lnTo>
                  <a:lnTo>
                    <a:pt x="37" y="168"/>
                  </a:lnTo>
                  <a:lnTo>
                    <a:pt x="75" y="56"/>
                  </a:lnTo>
                  <a:lnTo>
                    <a:pt x="37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8" name="Freeform: Shape 317"/>
            <p:cNvSpPr>
              <a:spLocks/>
            </p:cNvSpPr>
            <p:nvPr/>
          </p:nvSpPr>
          <p:spPr bwMode="auto">
            <a:xfrm>
              <a:off x="7083425" y="2873375"/>
              <a:ext cx="1588" cy="20638"/>
            </a:xfrm>
            <a:custGeom>
              <a:avLst/>
              <a:gdLst>
                <a:gd name="T0" fmla="*/ 0 w 1"/>
                <a:gd name="T1" fmla="*/ 0 h 57"/>
                <a:gd name="T2" fmla="*/ 0 w 1"/>
                <a:gd name="T3" fmla="*/ 37 h 57"/>
                <a:gd name="T4" fmla="*/ 0 w 1"/>
                <a:gd name="T5" fmla="*/ 56 h 57"/>
                <a:gd name="T6" fmla="*/ 0 w 1"/>
                <a:gd name="T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57">
                  <a:moveTo>
                    <a:pt x="0" y="0"/>
                  </a:moveTo>
                  <a:lnTo>
                    <a:pt x="0" y="37"/>
                  </a:lnTo>
                  <a:lnTo>
                    <a:pt x="0" y="56"/>
                  </a:lnTo>
                  <a:lnTo>
                    <a:pt x="0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9" name="Freeform: Shape 318"/>
            <p:cNvSpPr>
              <a:spLocks/>
            </p:cNvSpPr>
            <p:nvPr/>
          </p:nvSpPr>
          <p:spPr bwMode="auto">
            <a:xfrm>
              <a:off x="7083425" y="2873375"/>
              <a:ext cx="1588" cy="20638"/>
            </a:xfrm>
            <a:custGeom>
              <a:avLst/>
              <a:gdLst>
                <a:gd name="T0" fmla="*/ 0 w 1"/>
                <a:gd name="T1" fmla="*/ 0 h 57"/>
                <a:gd name="T2" fmla="*/ 0 w 1"/>
                <a:gd name="T3" fmla="*/ 37 h 57"/>
                <a:gd name="T4" fmla="*/ 0 w 1"/>
                <a:gd name="T5" fmla="*/ 56 h 57"/>
                <a:gd name="T6" fmla="*/ 0 w 1"/>
                <a:gd name="T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57">
                  <a:moveTo>
                    <a:pt x="0" y="0"/>
                  </a:moveTo>
                  <a:lnTo>
                    <a:pt x="0" y="37"/>
                  </a:lnTo>
                  <a:lnTo>
                    <a:pt x="0" y="56"/>
                  </a:lnTo>
                  <a:lnTo>
                    <a:pt x="0" y="0"/>
                  </a:lnTo>
                </a:path>
              </a:pathLst>
            </a:custGeom>
            <a:solidFill>
              <a:srgbClr val="505F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0" name="Freeform: Shape 319"/>
            <p:cNvSpPr>
              <a:spLocks/>
            </p:cNvSpPr>
            <p:nvPr/>
          </p:nvSpPr>
          <p:spPr bwMode="auto">
            <a:xfrm>
              <a:off x="6729413" y="1935163"/>
              <a:ext cx="630237" cy="925512"/>
            </a:xfrm>
            <a:custGeom>
              <a:avLst/>
              <a:gdLst>
                <a:gd name="T0" fmla="*/ 559 w 1751"/>
                <a:gd name="T1" fmla="*/ 1434 h 2570"/>
                <a:gd name="T2" fmla="*/ 689 w 1751"/>
                <a:gd name="T3" fmla="*/ 856 h 2570"/>
                <a:gd name="T4" fmla="*/ 559 w 1751"/>
                <a:gd name="T5" fmla="*/ 1434 h 2570"/>
                <a:gd name="T6" fmla="*/ 820 w 1751"/>
                <a:gd name="T7" fmla="*/ 968 h 2570"/>
                <a:gd name="T8" fmla="*/ 1434 w 1751"/>
                <a:gd name="T9" fmla="*/ 577 h 2570"/>
                <a:gd name="T10" fmla="*/ 820 w 1751"/>
                <a:gd name="T11" fmla="*/ 968 h 2570"/>
                <a:gd name="T12" fmla="*/ 782 w 1751"/>
                <a:gd name="T13" fmla="*/ 875 h 2570"/>
                <a:gd name="T14" fmla="*/ 1396 w 1751"/>
                <a:gd name="T15" fmla="*/ 503 h 2570"/>
                <a:gd name="T16" fmla="*/ 782 w 1751"/>
                <a:gd name="T17" fmla="*/ 875 h 2570"/>
                <a:gd name="T18" fmla="*/ 428 w 1751"/>
                <a:gd name="T19" fmla="*/ 856 h 2570"/>
                <a:gd name="T20" fmla="*/ 1154 w 1751"/>
                <a:gd name="T21" fmla="*/ 354 h 2570"/>
                <a:gd name="T22" fmla="*/ 428 w 1751"/>
                <a:gd name="T23" fmla="*/ 856 h 2570"/>
                <a:gd name="T24" fmla="*/ 1303 w 1751"/>
                <a:gd name="T25" fmla="*/ 0 h 2570"/>
                <a:gd name="T26" fmla="*/ 130 w 1751"/>
                <a:gd name="T27" fmla="*/ 968 h 2570"/>
                <a:gd name="T28" fmla="*/ 317 w 1751"/>
                <a:gd name="T29" fmla="*/ 1303 h 2570"/>
                <a:gd name="T30" fmla="*/ 373 w 1751"/>
                <a:gd name="T31" fmla="*/ 1415 h 2570"/>
                <a:gd name="T32" fmla="*/ 447 w 1751"/>
                <a:gd name="T33" fmla="*/ 1527 h 2570"/>
                <a:gd name="T34" fmla="*/ 503 w 1751"/>
                <a:gd name="T35" fmla="*/ 1639 h 2570"/>
                <a:gd name="T36" fmla="*/ 559 w 1751"/>
                <a:gd name="T37" fmla="*/ 1769 h 2570"/>
                <a:gd name="T38" fmla="*/ 633 w 1751"/>
                <a:gd name="T39" fmla="*/ 1880 h 2570"/>
                <a:gd name="T40" fmla="*/ 745 w 1751"/>
                <a:gd name="T41" fmla="*/ 2122 h 2570"/>
                <a:gd name="T42" fmla="*/ 820 w 1751"/>
                <a:gd name="T43" fmla="*/ 2234 h 2570"/>
                <a:gd name="T44" fmla="*/ 875 w 1751"/>
                <a:gd name="T45" fmla="*/ 2346 h 2570"/>
                <a:gd name="T46" fmla="*/ 931 w 1751"/>
                <a:gd name="T47" fmla="*/ 2476 h 2570"/>
                <a:gd name="T48" fmla="*/ 987 w 1751"/>
                <a:gd name="T49" fmla="*/ 2569 h 2570"/>
                <a:gd name="T50" fmla="*/ 987 w 1751"/>
                <a:gd name="T51" fmla="*/ 2216 h 2570"/>
                <a:gd name="T52" fmla="*/ 987 w 1751"/>
                <a:gd name="T53" fmla="*/ 2216 h 2570"/>
                <a:gd name="T54" fmla="*/ 969 w 1751"/>
                <a:gd name="T55" fmla="*/ 2178 h 2570"/>
                <a:gd name="T56" fmla="*/ 987 w 1751"/>
                <a:gd name="T57" fmla="*/ 2104 h 2570"/>
                <a:gd name="T58" fmla="*/ 931 w 1751"/>
                <a:gd name="T59" fmla="*/ 2085 h 2570"/>
                <a:gd name="T60" fmla="*/ 987 w 1751"/>
                <a:gd name="T61" fmla="*/ 1993 h 2570"/>
                <a:gd name="T62" fmla="*/ 875 w 1751"/>
                <a:gd name="T63" fmla="*/ 2011 h 2570"/>
                <a:gd name="T64" fmla="*/ 987 w 1751"/>
                <a:gd name="T65" fmla="*/ 1880 h 2570"/>
                <a:gd name="T66" fmla="*/ 838 w 1751"/>
                <a:gd name="T67" fmla="*/ 1918 h 2570"/>
                <a:gd name="T68" fmla="*/ 987 w 1751"/>
                <a:gd name="T69" fmla="*/ 1788 h 2570"/>
                <a:gd name="T70" fmla="*/ 782 w 1751"/>
                <a:gd name="T71" fmla="*/ 1844 h 2570"/>
                <a:gd name="T72" fmla="*/ 987 w 1751"/>
                <a:gd name="T73" fmla="*/ 1676 h 2570"/>
                <a:gd name="T74" fmla="*/ 745 w 1751"/>
                <a:gd name="T75" fmla="*/ 1750 h 2570"/>
                <a:gd name="T76" fmla="*/ 987 w 1751"/>
                <a:gd name="T77" fmla="*/ 1564 h 2570"/>
                <a:gd name="T78" fmla="*/ 708 w 1751"/>
                <a:gd name="T79" fmla="*/ 1657 h 2570"/>
                <a:gd name="T80" fmla="*/ 987 w 1751"/>
                <a:gd name="T81" fmla="*/ 1452 h 2570"/>
                <a:gd name="T82" fmla="*/ 615 w 1751"/>
                <a:gd name="T83" fmla="*/ 1490 h 2570"/>
                <a:gd name="T84" fmla="*/ 987 w 1751"/>
                <a:gd name="T85" fmla="*/ 1248 h 2570"/>
                <a:gd name="T86" fmla="*/ 949 w 1751"/>
                <a:gd name="T87" fmla="*/ 1210 h 2570"/>
                <a:gd name="T88" fmla="*/ 987 w 1751"/>
                <a:gd name="T89" fmla="*/ 1136 h 2570"/>
                <a:gd name="T90" fmla="*/ 913 w 1751"/>
                <a:gd name="T91" fmla="*/ 1136 h 2570"/>
                <a:gd name="T92" fmla="*/ 987 w 1751"/>
                <a:gd name="T93" fmla="*/ 1024 h 2570"/>
                <a:gd name="T94" fmla="*/ 857 w 1751"/>
                <a:gd name="T95" fmla="*/ 1043 h 2570"/>
                <a:gd name="T96" fmla="*/ 1471 w 1751"/>
                <a:gd name="T97" fmla="*/ 670 h 2570"/>
                <a:gd name="T98" fmla="*/ 1154 w 1751"/>
                <a:gd name="T99" fmla="*/ 894 h 2570"/>
                <a:gd name="T100" fmla="*/ 1527 w 1751"/>
                <a:gd name="T101" fmla="*/ 745 h 2570"/>
                <a:gd name="T102" fmla="*/ 1359 w 1751"/>
                <a:gd name="T103" fmla="*/ 894 h 2570"/>
                <a:gd name="T104" fmla="*/ 1564 w 1751"/>
                <a:gd name="T105" fmla="*/ 838 h 2570"/>
                <a:gd name="T106" fmla="*/ 1564 w 1751"/>
                <a:gd name="T107" fmla="*/ 894 h 2570"/>
                <a:gd name="T108" fmla="*/ 1750 w 1751"/>
                <a:gd name="T109" fmla="*/ 875 h 2570"/>
                <a:gd name="T110" fmla="*/ 559 w 1751"/>
                <a:gd name="T111" fmla="*/ 1434 h 2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51" h="2570">
                  <a:moveTo>
                    <a:pt x="559" y="1434"/>
                  </a:moveTo>
                  <a:lnTo>
                    <a:pt x="559" y="1434"/>
                  </a:lnTo>
                  <a:cubicBezTo>
                    <a:pt x="354" y="1043"/>
                    <a:pt x="354" y="1043"/>
                    <a:pt x="354" y="1043"/>
                  </a:cubicBezTo>
                  <a:cubicBezTo>
                    <a:pt x="689" y="856"/>
                    <a:pt x="689" y="856"/>
                    <a:pt x="689" y="856"/>
                  </a:cubicBezTo>
                  <a:cubicBezTo>
                    <a:pt x="894" y="1248"/>
                    <a:pt x="894" y="1248"/>
                    <a:pt x="894" y="1248"/>
                  </a:cubicBezTo>
                  <a:cubicBezTo>
                    <a:pt x="559" y="1434"/>
                    <a:pt x="559" y="1434"/>
                    <a:pt x="559" y="1434"/>
                  </a:cubicBezTo>
                  <a:lnTo>
                    <a:pt x="820" y="968"/>
                  </a:lnTo>
                  <a:lnTo>
                    <a:pt x="820" y="968"/>
                  </a:lnTo>
                  <a:cubicBezTo>
                    <a:pt x="801" y="912"/>
                    <a:pt x="801" y="912"/>
                    <a:pt x="801" y="912"/>
                  </a:cubicBezTo>
                  <a:cubicBezTo>
                    <a:pt x="1434" y="577"/>
                    <a:pt x="1434" y="577"/>
                    <a:pt x="1434" y="577"/>
                  </a:cubicBezTo>
                  <a:cubicBezTo>
                    <a:pt x="1452" y="614"/>
                    <a:pt x="1452" y="614"/>
                    <a:pt x="1452" y="614"/>
                  </a:cubicBezTo>
                  <a:cubicBezTo>
                    <a:pt x="820" y="968"/>
                    <a:pt x="820" y="968"/>
                    <a:pt x="820" y="968"/>
                  </a:cubicBezTo>
                  <a:lnTo>
                    <a:pt x="782" y="875"/>
                  </a:lnTo>
                  <a:lnTo>
                    <a:pt x="782" y="875"/>
                  </a:lnTo>
                  <a:cubicBezTo>
                    <a:pt x="745" y="838"/>
                    <a:pt x="745" y="838"/>
                    <a:pt x="745" y="838"/>
                  </a:cubicBezTo>
                  <a:cubicBezTo>
                    <a:pt x="1396" y="503"/>
                    <a:pt x="1396" y="503"/>
                    <a:pt x="1396" y="503"/>
                  </a:cubicBezTo>
                  <a:cubicBezTo>
                    <a:pt x="1415" y="540"/>
                    <a:pt x="1415" y="540"/>
                    <a:pt x="1415" y="540"/>
                  </a:cubicBezTo>
                  <a:cubicBezTo>
                    <a:pt x="782" y="875"/>
                    <a:pt x="782" y="875"/>
                    <a:pt x="782" y="875"/>
                  </a:cubicBezTo>
                  <a:lnTo>
                    <a:pt x="428" y="856"/>
                  </a:lnTo>
                  <a:lnTo>
                    <a:pt x="428" y="856"/>
                  </a:lnTo>
                  <a:cubicBezTo>
                    <a:pt x="391" y="763"/>
                    <a:pt x="391" y="763"/>
                    <a:pt x="391" y="763"/>
                  </a:cubicBezTo>
                  <a:cubicBezTo>
                    <a:pt x="1154" y="354"/>
                    <a:pt x="1154" y="354"/>
                    <a:pt x="1154" y="354"/>
                  </a:cubicBezTo>
                  <a:cubicBezTo>
                    <a:pt x="1210" y="447"/>
                    <a:pt x="1210" y="447"/>
                    <a:pt x="1210" y="447"/>
                  </a:cubicBezTo>
                  <a:cubicBezTo>
                    <a:pt x="428" y="856"/>
                    <a:pt x="428" y="856"/>
                    <a:pt x="428" y="856"/>
                  </a:cubicBezTo>
                  <a:lnTo>
                    <a:pt x="1303" y="0"/>
                  </a:lnTo>
                  <a:lnTo>
                    <a:pt x="1303" y="0"/>
                  </a:lnTo>
                  <a:cubicBezTo>
                    <a:pt x="0" y="689"/>
                    <a:pt x="0" y="689"/>
                    <a:pt x="0" y="689"/>
                  </a:cubicBezTo>
                  <a:cubicBezTo>
                    <a:pt x="130" y="968"/>
                    <a:pt x="130" y="968"/>
                    <a:pt x="130" y="968"/>
                  </a:cubicBezTo>
                  <a:cubicBezTo>
                    <a:pt x="168" y="1024"/>
                    <a:pt x="168" y="1024"/>
                    <a:pt x="168" y="1024"/>
                  </a:cubicBezTo>
                  <a:cubicBezTo>
                    <a:pt x="317" y="1303"/>
                    <a:pt x="317" y="1303"/>
                    <a:pt x="317" y="1303"/>
                  </a:cubicBezTo>
                  <a:cubicBezTo>
                    <a:pt x="354" y="1359"/>
                    <a:pt x="354" y="1359"/>
                    <a:pt x="354" y="1359"/>
                  </a:cubicBezTo>
                  <a:cubicBezTo>
                    <a:pt x="373" y="1415"/>
                    <a:pt x="373" y="1415"/>
                    <a:pt x="373" y="1415"/>
                  </a:cubicBezTo>
                  <a:cubicBezTo>
                    <a:pt x="410" y="1471"/>
                    <a:pt x="410" y="1471"/>
                    <a:pt x="410" y="1471"/>
                  </a:cubicBezTo>
                  <a:cubicBezTo>
                    <a:pt x="447" y="1527"/>
                    <a:pt x="447" y="1527"/>
                    <a:pt x="447" y="1527"/>
                  </a:cubicBezTo>
                  <a:cubicBezTo>
                    <a:pt x="466" y="1583"/>
                    <a:pt x="466" y="1583"/>
                    <a:pt x="466" y="1583"/>
                  </a:cubicBezTo>
                  <a:cubicBezTo>
                    <a:pt x="503" y="1639"/>
                    <a:pt x="503" y="1639"/>
                    <a:pt x="503" y="1639"/>
                  </a:cubicBezTo>
                  <a:cubicBezTo>
                    <a:pt x="540" y="1713"/>
                    <a:pt x="540" y="1713"/>
                    <a:pt x="540" y="1713"/>
                  </a:cubicBezTo>
                  <a:cubicBezTo>
                    <a:pt x="559" y="1769"/>
                    <a:pt x="559" y="1769"/>
                    <a:pt x="559" y="1769"/>
                  </a:cubicBezTo>
                  <a:cubicBezTo>
                    <a:pt x="596" y="1824"/>
                    <a:pt x="596" y="1824"/>
                    <a:pt x="596" y="1824"/>
                  </a:cubicBezTo>
                  <a:cubicBezTo>
                    <a:pt x="633" y="1880"/>
                    <a:pt x="633" y="1880"/>
                    <a:pt x="633" y="1880"/>
                  </a:cubicBezTo>
                  <a:cubicBezTo>
                    <a:pt x="652" y="1936"/>
                    <a:pt x="652" y="1936"/>
                    <a:pt x="652" y="1936"/>
                  </a:cubicBezTo>
                  <a:cubicBezTo>
                    <a:pt x="745" y="2122"/>
                    <a:pt x="745" y="2122"/>
                    <a:pt x="745" y="2122"/>
                  </a:cubicBezTo>
                  <a:cubicBezTo>
                    <a:pt x="782" y="2178"/>
                    <a:pt x="782" y="2178"/>
                    <a:pt x="782" y="2178"/>
                  </a:cubicBezTo>
                  <a:cubicBezTo>
                    <a:pt x="820" y="2234"/>
                    <a:pt x="820" y="2234"/>
                    <a:pt x="820" y="2234"/>
                  </a:cubicBezTo>
                  <a:cubicBezTo>
                    <a:pt x="838" y="2290"/>
                    <a:pt x="838" y="2290"/>
                    <a:pt x="838" y="2290"/>
                  </a:cubicBezTo>
                  <a:cubicBezTo>
                    <a:pt x="875" y="2346"/>
                    <a:pt x="875" y="2346"/>
                    <a:pt x="875" y="2346"/>
                  </a:cubicBezTo>
                  <a:cubicBezTo>
                    <a:pt x="913" y="2420"/>
                    <a:pt x="913" y="2420"/>
                    <a:pt x="913" y="2420"/>
                  </a:cubicBezTo>
                  <a:cubicBezTo>
                    <a:pt x="931" y="2476"/>
                    <a:pt x="931" y="2476"/>
                    <a:pt x="931" y="2476"/>
                  </a:cubicBezTo>
                  <a:cubicBezTo>
                    <a:pt x="969" y="2532"/>
                    <a:pt x="969" y="2532"/>
                    <a:pt x="969" y="2532"/>
                  </a:cubicBezTo>
                  <a:cubicBezTo>
                    <a:pt x="987" y="2569"/>
                    <a:pt x="987" y="2569"/>
                    <a:pt x="987" y="2569"/>
                  </a:cubicBezTo>
                  <a:lnTo>
                    <a:pt x="987" y="2569"/>
                  </a:lnTo>
                  <a:cubicBezTo>
                    <a:pt x="987" y="2216"/>
                    <a:pt x="987" y="2216"/>
                    <a:pt x="987" y="2216"/>
                  </a:cubicBezTo>
                  <a:lnTo>
                    <a:pt x="987" y="2216"/>
                  </a:lnTo>
                  <a:lnTo>
                    <a:pt x="987" y="2216"/>
                  </a:lnTo>
                  <a:cubicBezTo>
                    <a:pt x="987" y="2160"/>
                    <a:pt x="987" y="2160"/>
                    <a:pt x="987" y="2160"/>
                  </a:cubicBezTo>
                  <a:cubicBezTo>
                    <a:pt x="969" y="2178"/>
                    <a:pt x="969" y="2178"/>
                    <a:pt x="969" y="2178"/>
                  </a:cubicBezTo>
                  <a:cubicBezTo>
                    <a:pt x="949" y="2122"/>
                    <a:pt x="949" y="2122"/>
                    <a:pt x="949" y="2122"/>
                  </a:cubicBezTo>
                  <a:cubicBezTo>
                    <a:pt x="987" y="2104"/>
                    <a:pt x="987" y="2104"/>
                    <a:pt x="987" y="2104"/>
                  </a:cubicBezTo>
                  <a:cubicBezTo>
                    <a:pt x="987" y="2048"/>
                    <a:pt x="987" y="2048"/>
                    <a:pt x="987" y="2048"/>
                  </a:cubicBezTo>
                  <a:cubicBezTo>
                    <a:pt x="931" y="2085"/>
                    <a:pt x="931" y="2085"/>
                    <a:pt x="931" y="2085"/>
                  </a:cubicBezTo>
                  <a:cubicBezTo>
                    <a:pt x="894" y="2048"/>
                    <a:pt x="894" y="2048"/>
                    <a:pt x="894" y="2048"/>
                  </a:cubicBezTo>
                  <a:cubicBezTo>
                    <a:pt x="987" y="1993"/>
                    <a:pt x="987" y="1993"/>
                    <a:pt x="987" y="1993"/>
                  </a:cubicBezTo>
                  <a:cubicBezTo>
                    <a:pt x="987" y="1936"/>
                    <a:pt x="987" y="1936"/>
                    <a:pt x="987" y="1936"/>
                  </a:cubicBezTo>
                  <a:cubicBezTo>
                    <a:pt x="875" y="2011"/>
                    <a:pt x="875" y="2011"/>
                    <a:pt x="875" y="2011"/>
                  </a:cubicBezTo>
                  <a:cubicBezTo>
                    <a:pt x="857" y="1955"/>
                    <a:pt x="857" y="1955"/>
                    <a:pt x="857" y="1955"/>
                  </a:cubicBezTo>
                  <a:cubicBezTo>
                    <a:pt x="987" y="1880"/>
                    <a:pt x="987" y="1880"/>
                    <a:pt x="987" y="1880"/>
                  </a:cubicBezTo>
                  <a:cubicBezTo>
                    <a:pt x="987" y="1824"/>
                    <a:pt x="987" y="1824"/>
                    <a:pt x="987" y="1824"/>
                  </a:cubicBezTo>
                  <a:cubicBezTo>
                    <a:pt x="838" y="1918"/>
                    <a:pt x="838" y="1918"/>
                    <a:pt x="838" y="1918"/>
                  </a:cubicBezTo>
                  <a:cubicBezTo>
                    <a:pt x="820" y="1880"/>
                    <a:pt x="820" y="1880"/>
                    <a:pt x="820" y="1880"/>
                  </a:cubicBezTo>
                  <a:cubicBezTo>
                    <a:pt x="987" y="1788"/>
                    <a:pt x="987" y="1788"/>
                    <a:pt x="987" y="1788"/>
                  </a:cubicBezTo>
                  <a:cubicBezTo>
                    <a:pt x="987" y="1732"/>
                    <a:pt x="987" y="1732"/>
                    <a:pt x="987" y="1732"/>
                  </a:cubicBezTo>
                  <a:cubicBezTo>
                    <a:pt x="782" y="1844"/>
                    <a:pt x="782" y="1844"/>
                    <a:pt x="782" y="1844"/>
                  </a:cubicBezTo>
                  <a:cubicBezTo>
                    <a:pt x="764" y="1788"/>
                    <a:pt x="764" y="1788"/>
                    <a:pt x="764" y="1788"/>
                  </a:cubicBezTo>
                  <a:cubicBezTo>
                    <a:pt x="987" y="1676"/>
                    <a:pt x="987" y="1676"/>
                    <a:pt x="987" y="1676"/>
                  </a:cubicBezTo>
                  <a:cubicBezTo>
                    <a:pt x="987" y="1620"/>
                    <a:pt x="987" y="1620"/>
                    <a:pt x="987" y="1620"/>
                  </a:cubicBezTo>
                  <a:cubicBezTo>
                    <a:pt x="745" y="1750"/>
                    <a:pt x="745" y="1750"/>
                    <a:pt x="745" y="1750"/>
                  </a:cubicBezTo>
                  <a:cubicBezTo>
                    <a:pt x="726" y="1713"/>
                    <a:pt x="726" y="1713"/>
                    <a:pt x="726" y="1713"/>
                  </a:cubicBezTo>
                  <a:cubicBezTo>
                    <a:pt x="987" y="1564"/>
                    <a:pt x="987" y="1564"/>
                    <a:pt x="987" y="1564"/>
                  </a:cubicBezTo>
                  <a:cubicBezTo>
                    <a:pt x="987" y="1508"/>
                    <a:pt x="987" y="1508"/>
                    <a:pt x="987" y="1508"/>
                  </a:cubicBezTo>
                  <a:cubicBezTo>
                    <a:pt x="708" y="1657"/>
                    <a:pt x="708" y="1657"/>
                    <a:pt x="708" y="1657"/>
                  </a:cubicBezTo>
                  <a:cubicBezTo>
                    <a:pt x="671" y="1620"/>
                    <a:pt x="671" y="1620"/>
                    <a:pt x="671" y="1620"/>
                  </a:cubicBezTo>
                  <a:cubicBezTo>
                    <a:pt x="987" y="1452"/>
                    <a:pt x="987" y="1452"/>
                    <a:pt x="987" y="1452"/>
                  </a:cubicBezTo>
                  <a:cubicBezTo>
                    <a:pt x="987" y="1303"/>
                    <a:pt x="987" y="1303"/>
                    <a:pt x="987" y="1303"/>
                  </a:cubicBezTo>
                  <a:cubicBezTo>
                    <a:pt x="615" y="1490"/>
                    <a:pt x="615" y="1490"/>
                    <a:pt x="615" y="1490"/>
                  </a:cubicBezTo>
                  <a:cubicBezTo>
                    <a:pt x="596" y="1452"/>
                    <a:pt x="596" y="1452"/>
                    <a:pt x="596" y="1452"/>
                  </a:cubicBezTo>
                  <a:cubicBezTo>
                    <a:pt x="987" y="1248"/>
                    <a:pt x="987" y="1248"/>
                    <a:pt x="987" y="1248"/>
                  </a:cubicBezTo>
                  <a:cubicBezTo>
                    <a:pt x="987" y="1192"/>
                    <a:pt x="987" y="1192"/>
                    <a:pt x="987" y="1192"/>
                  </a:cubicBezTo>
                  <a:cubicBezTo>
                    <a:pt x="949" y="1210"/>
                    <a:pt x="949" y="1210"/>
                    <a:pt x="949" y="1210"/>
                  </a:cubicBezTo>
                  <a:cubicBezTo>
                    <a:pt x="931" y="1173"/>
                    <a:pt x="931" y="1173"/>
                    <a:pt x="931" y="1173"/>
                  </a:cubicBezTo>
                  <a:cubicBezTo>
                    <a:pt x="987" y="1136"/>
                    <a:pt x="987" y="1136"/>
                    <a:pt x="987" y="1136"/>
                  </a:cubicBezTo>
                  <a:cubicBezTo>
                    <a:pt x="987" y="1080"/>
                    <a:pt x="987" y="1080"/>
                    <a:pt x="987" y="1080"/>
                  </a:cubicBezTo>
                  <a:cubicBezTo>
                    <a:pt x="913" y="1136"/>
                    <a:pt x="913" y="1136"/>
                    <a:pt x="913" y="1136"/>
                  </a:cubicBezTo>
                  <a:cubicBezTo>
                    <a:pt x="894" y="1080"/>
                    <a:pt x="894" y="1080"/>
                    <a:pt x="894" y="1080"/>
                  </a:cubicBezTo>
                  <a:cubicBezTo>
                    <a:pt x="987" y="1024"/>
                    <a:pt x="987" y="1024"/>
                    <a:pt x="987" y="1024"/>
                  </a:cubicBezTo>
                  <a:cubicBezTo>
                    <a:pt x="1005" y="1005"/>
                    <a:pt x="1005" y="987"/>
                    <a:pt x="1024" y="968"/>
                  </a:cubicBezTo>
                  <a:cubicBezTo>
                    <a:pt x="857" y="1043"/>
                    <a:pt x="857" y="1043"/>
                    <a:pt x="857" y="1043"/>
                  </a:cubicBezTo>
                  <a:cubicBezTo>
                    <a:pt x="838" y="1005"/>
                    <a:pt x="838" y="1005"/>
                    <a:pt x="838" y="1005"/>
                  </a:cubicBezTo>
                  <a:cubicBezTo>
                    <a:pt x="1471" y="670"/>
                    <a:pt x="1471" y="670"/>
                    <a:pt x="1471" y="670"/>
                  </a:cubicBezTo>
                  <a:cubicBezTo>
                    <a:pt x="1490" y="707"/>
                    <a:pt x="1490" y="707"/>
                    <a:pt x="1490" y="707"/>
                  </a:cubicBezTo>
                  <a:cubicBezTo>
                    <a:pt x="1154" y="894"/>
                    <a:pt x="1154" y="894"/>
                    <a:pt x="1154" y="894"/>
                  </a:cubicBezTo>
                  <a:cubicBezTo>
                    <a:pt x="1247" y="894"/>
                    <a:pt x="1247" y="894"/>
                    <a:pt x="1247" y="894"/>
                  </a:cubicBezTo>
                  <a:cubicBezTo>
                    <a:pt x="1527" y="745"/>
                    <a:pt x="1527" y="745"/>
                    <a:pt x="1527" y="745"/>
                  </a:cubicBezTo>
                  <a:cubicBezTo>
                    <a:pt x="1545" y="782"/>
                    <a:pt x="1545" y="782"/>
                    <a:pt x="1545" y="782"/>
                  </a:cubicBezTo>
                  <a:cubicBezTo>
                    <a:pt x="1359" y="894"/>
                    <a:pt x="1359" y="894"/>
                    <a:pt x="1359" y="894"/>
                  </a:cubicBezTo>
                  <a:cubicBezTo>
                    <a:pt x="1452" y="894"/>
                    <a:pt x="1452" y="894"/>
                    <a:pt x="1452" y="894"/>
                  </a:cubicBezTo>
                  <a:cubicBezTo>
                    <a:pt x="1564" y="838"/>
                    <a:pt x="1564" y="838"/>
                    <a:pt x="1564" y="838"/>
                  </a:cubicBezTo>
                  <a:cubicBezTo>
                    <a:pt x="1583" y="875"/>
                    <a:pt x="1583" y="875"/>
                    <a:pt x="1583" y="875"/>
                  </a:cubicBezTo>
                  <a:cubicBezTo>
                    <a:pt x="1564" y="894"/>
                    <a:pt x="1564" y="894"/>
                    <a:pt x="1564" y="894"/>
                  </a:cubicBezTo>
                  <a:cubicBezTo>
                    <a:pt x="1750" y="894"/>
                    <a:pt x="1750" y="894"/>
                    <a:pt x="1750" y="894"/>
                  </a:cubicBezTo>
                  <a:cubicBezTo>
                    <a:pt x="1750" y="875"/>
                    <a:pt x="1750" y="875"/>
                    <a:pt x="1750" y="875"/>
                  </a:cubicBezTo>
                  <a:cubicBezTo>
                    <a:pt x="1303" y="0"/>
                    <a:pt x="1303" y="0"/>
                    <a:pt x="1303" y="0"/>
                  </a:cubicBezTo>
                  <a:lnTo>
                    <a:pt x="559" y="1434"/>
                  </a:lnTo>
                </a:path>
              </a:pathLst>
            </a:custGeom>
            <a:solidFill>
              <a:srgbClr val="E1E6E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1" name="Freeform: Shape 320"/>
            <p:cNvSpPr>
              <a:spLocks/>
            </p:cNvSpPr>
            <p:nvPr/>
          </p:nvSpPr>
          <p:spPr bwMode="auto">
            <a:xfrm>
              <a:off x="6869113" y="2062163"/>
              <a:ext cx="295275" cy="180975"/>
            </a:xfrm>
            <a:custGeom>
              <a:avLst/>
              <a:gdLst>
                <a:gd name="T0" fmla="*/ 763 w 820"/>
                <a:gd name="T1" fmla="*/ 0 h 503"/>
                <a:gd name="T2" fmla="*/ 0 w 820"/>
                <a:gd name="T3" fmla="*/ 409 h 503"/>
                <a:gd name="T4" fmla="*/ 37 w 820"/>
                <a:gd name="T5" fmla="*/ 502 h 503"/>
                <a:gd name="T6" fmla="*/ 819 w 820"/>
                <a:gd name="T7" fmla="*/ 93 h 503"/>
                <a:gd name="T8" fmla="*/ 763 w 820"/>
                <a:gd name="T9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0" h="503">
                  <a:moveTo>
                    <a:pt x="763" y="0"/>
                  </a:moveTo>
                  <a:lnTo>
                    <a:pt x="0" y="409"/>
                  </a:lnTo>
                  <a:lnTo>
                    <a:pt x="37" y="502"/>
                  </a:lnTo>
                  <a:lnTo>
                    <a:pt x="819" y="93"/>
                  </a:lnTo>
                  <a:lnTo>
                    <a:pt x="763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2" name="Freeform: Shape 321"/>
            <p:cNvSpPr>
              <a:spLocks/>
            </p:cNvSpPr>
            <p:nvPr/>
          </p:nvSpPr>
          <p:spPr bwMode="auto">
            <a:xfrm>
              <a:off x="6869113" y="2062163"/>
              <a:ext cx="295275" cy="180975"/>
            </a:xfrm>
            <a:custGeom>
              <a:avLst/>
              <a:gdLst>
                <a:gd name="T0" fmla="*/ 763 w 820"/>
                <a:gd name="T1" fmla="*/ 0 h 503"/>
                <a:gd name="T2" fmla="*/ 0 w 820"/>
                <a:gd name="T3" fmla="*/ 409 h 503"/>
                <a:gd name="T4" fmla="*/ 37 w 820"/>
                <a:gd name="T5" fmla="*/ 502 h 503"/>
                <a:gd name="T6" fmla="*/ 819 w 820"/>
                <a:gd name="T7" fmla="*/ 93 h 503"/>
                <a:gd name="T8" fmla="*/ 763 w 820"/>
                <a:gd name="T9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0" h="503">
                  <a:moveTo>
                    <a:pt x="763" y="0"/>
                  </a:moveTo>
                  <a:lnTo>
                    <a:pt x="0" y="409"/>
                  </a:lnTo>
                  <a:lnTo>
                    <a:pt x="37" y="502"/>
                  </a:lnTo>
                  <a:lnTo>
                    <a:pt x="819" y="93"/>
                  </a:lnTo>
                  <a:lnTo>
                    <a:pt x="763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3" name="Freeform: Shape 322"/>
            <p:cNvSpPr>
              <a:spLocks/>
            </p:cNvSpPr>
            <p:nvPr/>
          </p:nvSpPr>
          <p:spPr bwMode="auto">
            <a:xfrm>
              <a:off x="6997700" y="2116138"/>
              <a:ext cx="241300" cy="134937"/>
            </a:xfrm>
            <a:custGeom>
              <a:avLst/>
              <a:gdLst>
                <a:gd name="T0" fmla="*/ 651 w 671"/>
                <a:gd name="T1" fmla="*/ 0 h 373"/>
                <a:gd name="T2" fmla="*/ 0 w 671"/>
                <a:gd name="T3" fmla="*/ 335 h 373"/>
                <a:gd name="T4" fmla="*/ 37 w 671"/>
                <a:gd name="T5" fmla="*/ 372 h 373"/>
                <a:gd name="T6" fmla="*/ 670 w 671"/>
                <a:gd name="T7" fmla="*/ 37 h 373"/>
                <a:gd name="T8" fmla="*/ 651 w 671"/>
                <a:gd name="T9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1" h="373">
                  <a:moveTo>
                    <a:pt x="651" y="0"/>
                  </a:moveTo>
                  <a:lnTo>
                    <a:pt x="0" y="335"/>
                  </a:lnTo>
                  <a:lnTo>
                    <a:pt x="37" y="372"/>
                  </a:lnTo>
                  <a:lnTo>
                    <a:pt x="670" y="37"/>
                  </a:lnTo>
                  <a:lnTo>
                    <a:pt x="651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4" name="Freeform: Shape 323"/>
            <p:cNvSpPr>
              <a:spLocks/>
            </p:cNvSpPr>
            <p:nvPr/>
          </p:nvSpPr>
          <p:spPr bwMode="auto">
            <a:xfrm>
              <a:off x="6997700" y="2116138"/>
              <a:ext cx="241300" cy="134937"/>
            </a:xfrm>
            <a:custGeom>
              <a:avLst/>
              <a:gdLst>
                <a:gd name="T0" fmla="*/ 651 w 671"/>
                <a:gd name="T1" fmla="*/ 0 h 373"/>
                <a:gd name="T2" fmla="*/ 0 w 671"/>
                <a:gd name="T3" fmla="*/ 335 h 373"/>
                <a:gd name="T4" fmla="*/ 37 w 671"/>
                <a:gd name="T5" fmla="*/ 372 h 373"/>
                <a:gd name="T6" fmla="*/ 670 w 671"/>
                <a:gd name="T7" fmla="*/ 37 h 373"/>
                <a:gd name="T8" fmla="*/ 651 w 671"/>
                <a:gd name="T9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1" h="373">
                  <a:moveTo>
                    <a:pt x="651" y="0"/>
                  </a:moveTo>
                  <a:lnTo>
                    <a:pt x="0" y="335"/>
                  </a:lnTo>
                  <a:lnTo>
                    <a:pt x="37" y="372"/>
                  </a:lnTo>
                  <a:lnTo>
                    <a:pt x="670" y="37"/>
                  </a:lnTo>
                  <a:lnTo>
                    <a:pt x="651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5" name="Freeform: Shape 324"/>
            <p:cNvSpPr>
              <a:spLocks/>
            </p:cNvSpPr>
            <p:nvPr/>
          </p:nvSpPr>
          <p:spPr bwMode="auto">
            <a:xfrm>
              <a:off x="6856413" y="2243138"/>
              <a:ext cx="195262" cy="207962"/>
            </a:xfrm>
            <a:custGeom>
              <a:avLst/>
              <a:gdLst>
                <a:gd name="T0" fmla="*/ 335 w 541"/>
                <a:gd name="T1" fmla="*/ 0 h 579"/>
                <a:gd name="T2" fmla="*/ 0 w 541"/>
                <a:gd name="T3" fmla="*/ 187 h 579"/>
                <a:gd name="T4" fmla="*/ 205 w 541"/>
                <a:gd name="T5" fmla="*/ 578 h 579"/>
                <a:gd name="T6" fmla="*/ 540 w 541"/>
                <a:gd name="T7" fmla="*/ 392 h 579"/>
                <a:gd name="T8" fmla="*/ 335 w 541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79">
                  <a:moveTo>
                    <a:pt x="335" y="0"/>
                  </a:moveTo>
                  <a:lnTo>
                    <a:pt x="0" y="187"/>
                  </a:lnTo>
                  <a:lnTo>
                    <a:pt x="205" y="578"/>
                  </a:lnTo>
                  <a:lnTo>
                    <a:pt x="540" y="392"/>
                  </a:lnTo>
                  <a:lnTo>
                    <a:pt x="335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6" name="Freeform: Shape 325"/>
            <p:cNvSpPr>
              <a:spLocks/>
            </p:cNvSpPr>
            <p:nvPr/>
          </p:nvSpPr>
          <p:spPr bwMode="auto">
            <a:xfrm>
              <a:off x="6856413" y="2243138"/>
              <a:ext cx="195262" cy="207962"/>
            </a:xfrm>
            <a:custGeom>
              <a:avLst/>
              <a:gdLst>
                <a:gd name="T0" fmla="*/ 335 w 541"/>
                <a:gd name="T1" fmla="*/ 0 h 579"/>
                <a:gd name="T2" fmla="*/ 0 w 541"/>
                <a:gd name="T3" fmla="*/ 187 h 579"/>
                <a:gd name="T4" fmla="*/ 205 w 541"/>
                <a:gd name="T5" fmla="*/ 578 h 579"/>
                <a:gd name="T6" fmla="*/ 540 w 541"/>
                <a:gd name="T7" fmla="*/ 392 h 579"/>
                <a:gd name="T8" fmla="*/ 335 w 541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79">
                  <a:moveTo>
                    <a:pt x="335" y="0"/>
                  </a:moveTo>
                  <a:lnTo>
                    <a:pt x="0" y="187"/>
                  </a:lnTo>
                  <a:lnTo>
                    <a:pt x="205" y="578"/>
                  </a:lnTo>
                  <a:lnTo>
                    <a:pt x="540" y="392"/>
                  </a:lnTo>
                  <a:lnTo>
                    <a:pt x="335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7" name="Freeform: Shape 326"/>
            <p:cNvSpPr>
              <a:spLocks/>
            </p:cNvSpPr>
            <p:nvPr/>
          </p:nvSpPr>
          <p:spPr bwMode="auto">
            <a:xfrm>
              <a:off x="7016750" y="2143125"/>
              <a:ext cx="234950" cy="141288"/>
            </a:xfrm>
            <a:custGeom>
              <a:avLst/>
              <a:gdLst>
                <a:gd name="T0" fmla="*/ 633 w 652"/>
                <a:gd name="T1" fmla="*/ 0 h 392"/>
                <a:gd name="T2" fmla="*/ 0 w 652"/>
                <a:gd name="T3" fmla="*/ 335 h 392"/>
                <a:gd name="T4" fmla="*/ 19 w 652"/>
                <a:gd name="T5" fmla="*/ 391 h 392"/>
                <a:gd name="T6" fmla="*/ 651 w 652"/>
                <a:gd name="T7" fmla="*/ 37 h 392"/>
                <a:gd name="T8" fmla="*/ 633 w 652"/>
                <a:gd name="T9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392">
                  <a:moveTo>
                    <a:pt x="633" y="0"/>
                  </a:moveTo>
                  <a:lnTo>
                    <a:pt x="0" y="335"/>
                  </a:lnTo>
                  <a:lnTo>
                    <a:pt x="19" y="391"/>
                  </a:lnTo>
                  <a:lnTo>
                    <a:pt x="651" y="37"/>
                  </a:lnTo>
                  <a:lnTo>
                    <a:pt x="633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8" name="Freeform: Shape 327"/>
            <p:cNvSpPr>
              <a:spLocks/>
            </p:cNvSpPr>
            <p:nvPr/>
          </p:nvSpPr>
          <p:spPr bwMode="auto">
            <a:xfrm>
              <a:off x="7016750" y="2143125"/>
              <a:ext cx="234950" cy="141288"/>
            </a:xfrm>
            <a:custGeom>
              <a:avLst/>
              <a:gdLst>
                <a:gd name="T0" fmla="*/ 633 w 652"/>
                <a:gd name="T1" fmla="*/ 0 h 392"/>
                <a:gd name="T2" fmla="*/ 0 w 652"/>
                <a:gd name="T3" fmla="*/ 335 h 392"/>
                <a:gd name="T4" fmla="*/ 19 w 652"/>
                <a:gd name="T5" fmla="*/ 391 h 392"/>
                <a:gd name="T6" fmla="*/ 651 w 652"/>
                <a:gd name="T7" fmla="*/ 37 h 392"/>
                <a:gd name="T8" fmla="*/ 633 w 652"/>
                <a:gd name="T9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392">
                  <a:moveTo>
                    <a:pt x="633" y="0"/>
                  </a:moveTo>
                  <a:lnTo>
                    <a:pt x="0" y="335"/>
                  </a:lnTo>
                  <a:lnTo>
                    <a:pt x="19" y="391"/>
                  </a:lnTo>
                  <a:lnTo>
                    <a:pt x="651" y="37"/>
                  </a:lnTo>
                  <a:lnTo>
                    <a:pt x="633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9" name="Freeform: Shape 328"/>
            <p:cNvSpPr>
              <a:spLocks/>
            </p:cNvSpPr>
            <p:nvPr/>
          </p:nvSpPr>
          <p:spPr bwMode="auto">
            <a:xfrm>
              <a:off x="7031038" y="2176463"/>
              <a:ext cx="234950" cy="134937"/>
            </a:xfrm>
            <a:custGeom>
              <a:avLst/>
              <a:gdLst>
                <a:gd name="T0" fmla="*/ 633 w 653"/>
                <a:gd name="T1" fmla="*/ 0 h 374"/>
                <a:gd name="T2" fmla="*/ 633 w 653"/>
                <a:gd name="T3" fmla="*/ 0 h 374"/>
                <a:gd name="T4" fmla="*/ 0 w 653"/>
                <a:gd name="T5" fmla="*/ 335 h 374"/>
                <a:gd name="T6" fmla="*/ 19 w 653"/>
                <a:gd name="T7" fmla="*/ 373 h 374"/>
                <a:gd name="T8" fmla="*/ 186 w 653"/>
                <a:gd name="T9" fmla="*/ 298 h 374"/>
                <a:gd name="T10" fmla="*/ 316 w 653"/>
                <a:gd name="T11" fmla="*/ 224 h 374"/>
                <a:gd name="T12" fmla="*/ 316 w 653"/>
                <a:gd name="T13" fmla="*/ 224 h 374"/>
                <a:gd name="T14" fmla="*/ 652 w 653"/>
                <a:gd name="T15" fmla="*/ 37 h 374"/>
                <a:gd name="T16" fmla="*/ 633 w 653"/>
                <a:gd name="T1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53" h="374">
                  <a:moveTo>
                    <a:pt x="633" y="0"/>
                  </a:moveTo>
                  <a:lnTo>
                    <a:pt x="633" y="0"/>
                  </a:lnTo>
                  <a:cubicBezTo>
                    <a:pt x="0" y="335"/>
                    <a:pt x="0" y="335"/>
                    <a:pt x="0" y="335"/>
                  </a:cubicBezTo>
                  <a:cubicBezTo>
                    <a:pt x="19" y="373"/>
                    <a:pt x="19" y="373"/>
                    <a:pt x="19" y="373"/>
                  </a:cubicBezTo>
                  <a:cubicBezTo>
                    <a:pt x="186" y="298"/>
                    <a:pt x="186" y="298"/>
                    <a:pt x="186" y="298"/>
                  </a:cubicBezTo>
                  <a:cubicBezTo>
                    <a:pt x="205" y="242"/>
                    <a:pt x="260" y="224"/>
                    <a:pt x="316" y="224"/>
                  </a:cubicBezTo>
                  <a:lnTo>
                    <a:pt x="316" y="224"/>
                  </a:lnTo>
                  <a:cubicBezTo>
                    <a:pt x="652" y="37"/>
                    <a:pt x="652" y="37"/>
                    <a:pt x="652" y="37"/>
                  </a:cubicBezTo>
                  <a:cubicBezTo>
                    <a:pt x="633" y="0"/>
                    <a:pt x="633" y="0"/>
                    <a:pt x="633" y="0"/>
                  </a:cubicBez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0" name="Freeform: Shape 329"/>
            <p:cNvSpPr>
              <a:spLocks/>
            </p:cNvSpPr>
            <p:nvPr/>
          </p:nvSpPr>
          <p:spPr bwMode="auto">
            <a:xfrm>
              <a:off x="7050088" y="2203450"/>
              <a:ext cx="234950" cy="141288"/>
            </a:xfrm>
            <a:custGeom>
              <a:avLst/>
              <a:gdLst>
                <a:gd name="T0" fmla="*/ 93 w 652"/>
                <a:gd name="T1" fmla="*/ 279 h 392"/>
                <a:gd name="T2" fmla="*/ 93 w 652"/>
                <a:gd name="T3" fmla="*/ 279 h 392"/>
                <a:gd name="T4" fmla="*/ 0 w 652"/>
                <a:gd name="T5" fmla="*/ 335 h 392"/>
                <a:gd name="T6" fmla="*/ 19 w 652"/>
                <a:gd name="T7" fmla="*/ 391 h 392"/>
                <a:gd name="T8" fmla="*/ 93 w 652"/>
                <a:gd name="T9" fmla="*/ 335 h 392"/>
                <a:gd name="T10" fmla="*/ 93 w 652"/>
                <a:gd name="T11" fmla="*/ 298 h 392"/>
                <a:gd name="T12" fmla="*/ 93 w 652"/>
                <a:gd name="T13" fmla="*/ 298 h 392"/>
                <a:gd name="T14" fmla="*/ 93 w 652"/>
                <a:gd name="T15" fmla="*/ 298 h 392"/>
                <a:gd name="T16" fmla="*/ 93 w 652"/>
                <a:gd name="T17" fmla="*/ 279 h 392"/>
                <a:gd name="T18" fmla="*/ 633 w 652"/>
                <a:gd name="T19" fmla="*/ 0 h 392"/>
                <a:gd name="T20" fmla="*/ 633 w 652"/>
                <a:gd name="T21" fmla="*/ 0 h 392"/>
                <a:gd name="T22" fmla="*/ 353 w 652"/>
                <a:gd name="T23" fmla="*/ 149 h 392"/>
                <a:gd name="T24" fmla="*/ 465 w 652"/>
                <a:gd name="T25" fmla="*/ 149 h 392"/>
                <a:gd name="T26" fmla="*/ 651 w 652"/>
                <a:gd name="T27" fmla="*/ 37 h 392"/>
                <a:gd name="T28" fmla="*/ 633 w 652"/>
                <a:gd name="T29" fmla="*/ 0 h 392"/>
                <a:gd name="T30" fmla="*/ 93 w 652"/>
                <a:gd name="T31" fmla="*/ 279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2" h="392">
                  <a:moveTo>
                    <a:pt x="93" y="279"/>
                  </a:moveTo>
                  <a:lnTo>
                    <a:pt x="93" y="279"/>
                  </a:lnTo>
                  <a:cubicBezTo>
                    <a:pt x="0" y="335"/>
                    <a:pt x="0" y="335"/>
                    <a:pt x="0" y="335"/>
                  </a:cubicBezTo>
                  <a:cubicBezTo>
                    <a:pt x="19" y="391"/>
                    <a:pt x="19" y="391"/>
                    <a:pt x="19" y="391"/>
                  </a:cubicBezTo>
                  <a:cubicBezTo>
                    <a:pt x="93" y="335"/>
                    <a:pt x="93" y="335"/>
                    <a:pt x="93" y="335"/>
                  </a:cubicBezTo>
                  <a:cubicBezTo>
                    <a:pt x="93" y="298"/>
                    <a:pt x="93" y="298"/>
                    <a:pt x="93" y="298"/>
                  </a:cubicBezTo>
                  <a:lnTo>
                    <a:pt x="93" y="298"/>
                  </a:lnTo>
                  <a:lnTo>
                    <a:pt x="93" y="298"/>
                  </a:lnTo>
                  <a:cubicBezTo>
                    <a:pt x="93" y="298"/>
                    <a:pt x="93" y="298"/>
                    <a:pt x="93" y="279"/>
                  </a:cubicBezTo>
                  <a:lnTo>
                    <a:pt x="633" y="0"/>
                  </a:lnTo>
                  <a:lnTo>
                    <a:pt x="633" y="0"/>
                  </a:lnTo>
                  <a:cubicBezTo>
                    <a:pt x="353" y="149"/>
                    <a:pt x="353" y="149"/>
                    <a:pt x="353" y="149"/>
                  </a:cubicBezTo>
                  <a:cubicBezTo>
                    <a:pt x="465" y="149"/>
                    <a:pt x="465" y="149"/>
                    <a:pt x="465" y="149"/>
                  </a:cubicBezTo>
                  <a:cubicBezTo>
                    <a:pt x="651" y="37"/>
                    <a:pt x="651" y="37"/>
                    <a:pt x="651" y="37"/>
                  </a:cubicBezTo>
                  <a:cubicBezTo>
                    <a:pt x="633" y="0"/>
                    <a:pt x="633" y="0"/>
                    <a:pt x="633" y="0"/>
                  </a:cubicBezTo>
                  <a:lnTo>
                    <a:pt x="93" y="279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1" name="Freeform: Shape 330"/>
            <p:cNvSpPr>
              <a:spLocks/>
            </p:cNvSpPr>
            <p:nvPr/>
          </p:nvSpPr>
          <p:spPr bwMode="auto">
            <a:xfrm>
              <a:off x="7064375" y="2236788"/>
              <a:ext cx="234950" cy="134937"/>
            </a:xfrm>
            <a:custGeom>
              <a:avLst/>
              <a:gdLst>
                <a:gd name="T0" fmla="*/ 56 w 653"/>
                <a:gd name="T1" fmla="*/ 298 h 373"/>
                <a:gd name="T2" fmla="*/ 0 w 653"/>
                <a:gd name="T3" fmla="*/ 335 h 373"/>
                <a:gd name="T4" fmla="*/ 18 w 653"/>
                <a:gd name="T5" fmla="*/ 372 h 373"/>
                <a:gd name="T6" fmla="*/ 56 w 653"/>
                <a:gd name="T7" fmla="*/ 354 h 373"/>
                <a:gd name="T8" fmla="*/ 56 w 653"/>
                <a:gd name="T9" fmla="*/ 298 h 373"/>
                <a:gd name="T10" fmla="*/ 633 w 653"/>
                <a:gd name="T11" fmla="*/ 0 h 373"/>
                <a:gd name="T12" fmla="*/ 521 w 653"/>
                <a:gd name="T13" fmla="*/ 56 h 373"/>
                <a:gd name="T14" fmla="*/ 633 w 653"/>
                <a:gd name="T15" fmla="*/ 56 h 373"/>
                <a:gd name="T16" fmla="*/ 652 w 653"/>
                <a:gd name="T17" fmla="*/ 37 h 373"/>
                <a:gd name="T18" fmla="*/ 633 w 653"/>
                <a:gd name="T19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3" h="373">
                  <a:moveTo>
                    <a:pt x="56" y="298"/>
                  </a:moveTo>
                  <a:lnTo>
                    <a:pt x="0" y="335"/>
                  </a:lnTo>
                  <a:lnTo>
                    <a:pt x="18" y="372"/>
                  </a:lnTo>
                  <a:lnTo>
                    <a:pt x="56" y="354"/>
                  </a:lnTo>
                  <a:lnTo>
                    <a:pt x="56" y="298"/>
                  </a:lnTo>
                  <a:close/>
                  <a:moveTo>
                    <a:pt x="633" y="0"/>
                  </a:moveTo>
                  <a:lnTo>
                    <a:pt x="521" y="56"/>
                  </a:lnTo>
                  <a:lnTo>
                    <a:pt x="633" y="56"/>
                  </a:lnTo>
                  <a:lnTo>
                    <a:pt x="652" y="37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2" name="Freeform: Shape 331"/>
            <p:cNvSpPr>
              <a:spLocks/>
            </p:cNvSpPr>
            <p:nvPr/>
          </p:nvSpPr>
          <p:spPr bwMode="auto">
            <a:xfrm>
              <a:off x="7064375" y="2344738"/>
              <a:ext cx="20638" cy="26987"/>
            </a:xfrm>
            <a:custGeom>
              <a:avLst/>
              <a:gdLst>
                <a:gd name="T0" fmla="*/ 56 w 57"/>
                <a:gd name="T1" fmla="*/ 0 h 75"/>
                <a:gd name="T2" fmla="*/ 0 w 57"/>
                <a:gd name="T3" fmla="*/ 37 h 75"/>
                <a:gd name="T4" fmla="*/ 18 w 57"/>
                <a:gd name="T5" fmla="*/ 74 h 75"/>
                <a:gd name="T6" fmla="*/ 56 w 57"/>
                <a:gd name="T7" fmla="*/ 56 h 75"/>
                <a:gd name="T8" fmla="*/ 56 w 57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75">
                  <a:moveTo>
                    <a:pt x="56" y="0"/>
                  </a:moveTo>
                  <a:lnTo>
                    <a:pt x="0" y="37"/>
                  </a:lnTo>
                  <a:lnTo>
                    <a:pt x="18" y="74"/>
                  </a:lnTo>
                  <a:lnTo>
                    <a:pt x="56" y="56"/>
                  </a:lnTo>
                  <a:lnTo>
                    <a:pt x="56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3" name="Freeform: Shape 332"/>
            <p:cNvSpPr>
              <a:spLocks/>
            </p:cNvSpPr>
            <p:nvPr/>
          </p:nvSpPr>
          <p:spPr bwMode="auto">
            <a:xfrm>
              <a:off x="7251700" y="2236788"/>
              <a:ext cx="47625" cy="20637"/>
            </a:xfrm>
            <a:custGeom>
              <a:avLst/>
              <a:gdLst>
                <a:gd name="T0" fmla="*/ 112 w 132"/>
                <a:gd name="T1" fmla="*/ 0 h 57"/>
                <a:gd name="T2" fmla="*/ 0 w 132"/>
                <a:gd name="T3" fmla="*/ 56 h 57"/>
                <a:gd name="T4" fmla="*/ 112 w 132"/>
                <a:gd name="T5" fmla="*/ 56 h 57"/>
                <a:gd name="T6" fmla="*/ 131 w 132"/>
                <a:gd name="T7" fmla="*/ 37 h 57"/>
                <a:gd name="T8" fmla="*/ 112 w 132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57">
                  <a:moveTo>
                    <a:pt x="112" y="0"/>
                  </a:moveTo>
                  <a:lnTo>
                    <a:pt x="0" y="56"/>
                  </a:lnTo>
                  <a:lnTo>
                    <a:pt x="112" y="56"/>
                  </a:lnTo>
                  <a:lnTo>
                    <a:pt x="131" y="37"/>
                  </a:lnTo>
                  <a:lnTo>
                    <a:pt x="112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4" name="Freeform: Shape 333"/>
            <p:cNvSpPr>
              <a:spLocks/>
            </p:cNvSpPr>
            <p:nvPr/>
          </p:nvSpPr>
          <p:spPr bwMode="auto">
            <a:xfrm>
              <a:off x="6943725" y="2384425"/>
              <a:ext cx="141288" cy="87313"/>
            </a:xfrm>
            <a:custGeom>
              <a:avLst/>
              <a:gdLst>
                <a:gd name="T0" fmla="*/ 391 w 392"/>
                <a:gd name="T1" fmla="*/ 0 h 243"/>
                <a:gd name="T2" fmla="*/ 0 w 392"/>
                <a:gd name="T3" fmla="*/ 204 h 243"/>
                <a:gd name="T4" fmla="*/ 19 w 392"/>
                <a:gd name="T5" fmla="*/ 242 h 243"/>
                <a:gd name="T6" fmla="*/ 391 w 392"/>
                <a:gd name="T7" fmla="*/ 55 h 243"/>
                <a:gd name="T8" fmla="*/ 391 w 392"/>
                <a:gd name="T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243">
                  <a:moveTo>
                    <a:pt x="391" y="0"/>
                  </a:moveTo>
                  <a:lnTo>
                    <a:pt x="0" y="204"/>
                  </a:lnTo>
                  <a:lnTo>
                    <a:pt x="19" y="242"/>
                  </a:lnTo>
                  <a:lnTo>
                    <a:pt x="391" y="55"/>
                  </a:lnTo>
                  <a:lnTo>
                    <a:pt x="391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5" name="Freeform: Shape 334"/>
            <p:cNvSpPr>
              <a:spLocks/>
            </p:cNvSpPr>
            <p:nvPr/>
          </p:nvSpPr>
          <p:spPr bwMode="auto">
            <a:xfrm>
              <a:off x="6943725" y="2384425"/>
              <a:ext cx="141288" cy="87313"/>
            </a:xfrm>
            <a:custGeom>
              <a:avLst/>
              <a:gdLst>
                <a:gd name="T0" fmla="*/ 391 w 392"/>
                <a:gd name="T1" fmla="*/ 0 h 243"/>
                <a:gd name="T2" fmla="*/ 0 w 392"/>
                <a:gd name="T3" fmla="*/ 204 h 243"/>
                <a:gd name="T4" fmla="*/ 19 w 392"/>
                <a:gd name="T5" fmla="*/ 242 h 243"/>
                <a:gd name="T6" fmla="*/ 391 w 392"/>
                <a:gd name="T7" fmla="*/ 55 h 243"/>
                <a:gd name="T8" fmla="*/ 391 w 392"/>
                <a:gd name="T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2" h="243">
                  <a:moveTo>
                    <a:pt x="391" y="0"/>
                  </a:moveTo>
                  <a:lnTo>
                    <a:pt x="0" y="204"/>
                  </a:lnTo>
                  <a:lnTo>
                    <a:pt x="19" y="242"/>
                  </a:lnTo>
                  <a:lnTo>
                    <a:pt x="391" y="55"/>
                  </a:lnTo>
                  <a:lnTo>
                    <a:pt x="391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6" name="Freeform: Shape 335"/>
            <p:cNvSpPr>
              <a:spLocks/>
            </p:cNvSpPr>
            <p:nvPr/>
          </p:nvSpPr>
          <p:spPr bwMode="auto">
            <a:xfrm>
              <a:off x="6970713" y="2457450"/>
              <a:ext cx="114300" cy="74613"/>
            </a:xfrm>
            <a:custGeom>
              <a:avLst/>
              <a:gdLst>
                <a:gd name="T0" fmla="*/ 316 w 317"/>
                <a:gd name="T1" fmla="*/ 0 h 206"/>
                <a:gd name="T2" fmla="*/ 0 w 317"/>
                <a:gd name="T3" fmla="*/ 168 h 206"/>
                <a:gd name="T4" fmla="*/ 37 w 317"/>
                <a:gd name="T5" fmla="*/ 205 h 206"/>
                <a:gd name="T6" fmla="*/ 316 w 317"/>
                <a:gd name="T7" fmla="*/ 56 h 206"/>
                <a:gd name="T8" fmla="*/ 316 w 317"/>
                <a:gd name="T9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206">
                  <a:moveTo>
                    <a:pt x="316" y="0"/>
                  </a:moveTo>
                  <a:lnTo>
                    <a:pt x="0" y="168"/>
                  </a:lnTo>
                  <a:lnTo>
                    <a:pt x="37" y="205"/>
                  </a:lnTo>
                  <a:lnTo>
                    <a:pt x="316" y="56"/>
                  </a:lnTo>
                  <a:lnTo>
                    <a:pt x="316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7" name="Freeform: Shape 336"/>
            <p:cNvSpPr>
              <a:spLocks/>
            </p:cNvSpPr>
            <p:nvPr/>
          </p:nvSpPr>
          <p:spPr bwMode="auto">
            <a:xfrm>
              <a:off x="6970713" y="2457450"/>
              <a:ext cx="114300" cy="74613"/>
            </a:xfrm>
            <a:custGeom>
              <a:avLst/>
              <a:gdLst>
                <a:gd name="T0" fmla="*/ 316 w 317"/>
                <a:gd name="T1" fmla="*/ 0 h 206"/>
                <a:gd name="T2" fmla="*/ 0 w 317"/>
                <a:gd name="T3" fmla="*/ 168 h 206"/>
                <a:gd name="T4" fmla="*/ 37 w 317"/>
                <a:gd name="T5" fmla="*/ 205 h 206"/>
                <a:gd name="T6" fmla="*/ 316 w 317"/>
                <a:gd name="T7" fmla="*/ 56 h 206"/>
                <a:gd name="T8" fmla="*/ 316 w 317"/>
                <a:gd name="T9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206">
                  <a:moveTo>
                    <a:pt x="316" y="0"/>
                  </a:moveTo>
                  <a:lnTo>
                    <a:pt x="0" y="168"/>
                  </a:lnTo>
                  <a:lnTo>
                    <a:pt x="37" y="205"/>
                  </a:lnTo>
                  <a:lnTo>
                    <a:pt x="316" y="56"/>
                  </a:lnTo>
                  <a:lnTo>
                    <a:pt x="316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8" name="Freeform: Shape 337"/>
            <p:cNvSpPr>
              <a:spLocks/>
            </p:cNvSpPr>
            <p:nvPr/>
          </p:nvSpPr>
          <p:spPr bwMode="auto">
            <a:xfrm>
              <a:off x="6989763" y="2498725"/>
              <a:ext cx="93662" cy="66675"/>
            </a:xfrm>
            <a:custGeom>
              <a:avLst/>
              <a:gdLst>
                <a:gd name="T0" fmla="*/ 261 w 262"/>
                <a:gd name="T1" fmla="*/ 0 h 187"/>
                <a:gd name="T2" fmla="*/ 0 w 262"/>
                <a:gd name="T3" fmla="*/ 149 h 187"/>
                <a:gd name="T4" fmla="*/ 19 w 262"/>
                <a:gd name="T5" fmla="*/ 186 h 187"/>
                <a:gd name="T6" fmla="*/ 261 w 262"/>
                <a:gd name="T7" fmla="*/ 56 h 187"/>
                <a:gd name="T8" fmla="*/ 261 w 262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187">
                  <a:moveTo>
                    <a:pt x="261" y="0"/>
                  </a:moveTo>
                  <a:lnTo>
                    <a:pt x="0" y="149"/>
                  </a:lnTo>
                  <a:lnTo>
                    <a:pt x="19" y="186"/>
                  </a:lnTo>
                  <a:lnTo>
                    <a:pt x="261" y="56"/>
                  </a:lnTo>
                  <a:lnTo>
                    <a:pt x="261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9" name="Freeform: Shape 338"/>
            <p:cNvSpPr>
              <a:spLocks/>
            </p:cNvSpPr>
            <p:nvPr/>
          </p:nvSpPr>
          <p:spPr bwMode="auto">
            <a:xfrm>
              <a:off x="6989763" y="2498725"/>
              <a:ext cx="93662" cy="66675"/>
            </a:xfrm>
            <a:custGeom>
              <a:avLst/>
              <a:gdLst>
                <a:gd name="T0" fmla="*/ 261 w 262"/>
                <a:gd name="T1" fmla="*/ 0 h 187"/>
                <a:gd name="T2" fmla="*/ 0 w 262"/>
                <a:gd name="T3" fmla="*/ 149 h 187"/>
                <a:gd name="T4" fmla="*/ 19 w 262"/>
                <a:gd name="T5" fmla="*/ 186 h 187"/>
                <a:gd name="T6" fmla="*/ 261 w 262"/>
                <a:gd name="T7" fmla="*/ 56 h 187"/>
                <a:gd name="T8" fmla="*/ 261 w 262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187">
                  <a:moveTo>
                    <a:pt x="261" y="0"/>
                  </a:moveTo>
                  <a:lnTo>
                    <a:pt x="0" y="149"/>
                  </a:lnTo>
                  <a:lnTo>
                    <a:pt x="19" y="186"/>
                  </a:lnTo>
                  <a:lnTo>
                    <a:pt x="261" y="56"/>
                  </a:lnTo>
                  <a:lnTo>
                    <a:pt x="261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0" name="Freeform: Shape 339"/>
            <p:cNvSpPr>
              <a:spLocks/>
            </p:cNvSpPr>
            <p:nvPr/>
          </p:nvSpPr>
          <p:spPr bwMode="auto">
            <a:xfrm>
              <a:off x="7004050" y="2538413"/>
              <a:ext cx="80963" cy="60325"/>
            </a:xfrm>
            <a:custGeom>
              <a:avLst/>
              <a:gdLst>
                <a:gd name="T0" fmla="*/ 223 w 224"/>
                <a:gd name="T1" fmla="*/ 0 h 169"/>
                <a:gd name="T2" fmla="*/ 0 w 224"/>
                <a:gd name="T3" fmla="*/ 112 h 169"/>
                <a:gd name="T4" fmla="*/ 18 w 224"/>
                <a:gd name="T5" fmla="*/ 168 h 169"/>
                <a:gd name="T6" fmla="*/ 223 w 224"/>
                <a:gd name="T7" fmla="*/ 56 h 169"/>
                <a:gd name="T8" fmla="*/ 223 w 224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4" h="169">
                  <a:moveTo>
                    <a:pt x="223" y="0"/>
                  </a:moveTo>
                  <a:lnTo>
                    <a:pt x="0" y="112"/>
                  </a:lnTo>
                  <a:lnTo>
                    <a:pt x="18" y="168"/>
                  </a:lnTo>
                  <a:lnTo>
                    <a:pt x="223" y="56"/>
                  </a:lnTo>
                  <a:lnTo>
                    <a:pt x="223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1" name="Freeform: Shape 340"/>
            <p:cNvSpPr>
              <a:spLocks/>
            </p:cNvSpPr>
            <p:nvPr/>
          </p:nvSpPr>
          <p:spPr bwMode="auto">
            <a:xfrm>
              <a:off x="7004050" y="2538413"/>
              <a:ext cx="80963" cy="60325"/>
            </a:xfrm>
            <a:custGeom>
              <a:avLst/>
              <a:gdLst>
                <a:gd name="T0" fmla="*/ 223 w 224"/>
                <a:gd name="T1" fmla="*/ 0 h 169"/>
                <a:gd name="T2" fmla="*/ 0 w 224"/>
                <a:gd name="T3" fmla="*/ 112 h 169"/>
                <a:gd name="T4" fmla="*/ 18 w 224"/>
                <a:gd name="T5" fmla="*/ 168 h 169"/>
                <a:gd name="T6" fmla="*/ 223 w 224"/>
                <a:gd name="T7" fmla="*/ 56 h 169"/>
                <a:gd name="T8" fmla="*/ 223 w 224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4" h="169">
                  <a:moveTo>
                    <a:pt x="223" y="0"/>
                  </a:moveTo>
                  <a:lnTo>
                    <a:pt x="0" y="112"/>
                  </a:lnTo>
                  <a:lnTo>
                    <a:pt x="18" y="168"/>
                  </a:lnTo>
                  <a:lnTo>
                    <a:pt x="223" y="56"/>
                  </a:lnTo>
                  <a:lnTo>
                    <a:pt x="223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2" name="Freeform: Shape 341"/>
            <p:cNvSpPr>
              <a:spLocks/>
            </p:cNvSpPr>
            <p:nvPr/>
          </p:nvSpPr>
          <p:spPr bwMode="auto">
            <a:xfrm>
              <a:off x="7024688" y="2579688"/>
              <a:ext cx="60325" cy="47625"/>
            </a:xfrm>
            <a:custGeom>
              <a:avLst/>
              <a:gdLst>
                <a:gd name="T0" fmla="*/ 167 w 168"/>
                <a:gd name="T1" fmla="*/ 0 h 131"/>
                <a:gd name="T2" fmla="*/ 0 w 168"/>
                <a:gd name="T3" fmla="*/ 92 h 131"/>
                <a:gd name="T4" fmla="*/ 18 w 168"/>
                <a:gd name="T5" fmla="*/ 130 h 131"/>
                <a:gd name="T6" fmla="*/ 167 w 168"/>
                <a:gd name="T7" fmla="*/ 36 h 131"/>
                <a:gd name="T8" fmla="*/ 167 w 168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31">
                  <a:moveTo>
                    <a:pt x="167" y="0"/>
                  </a:moveTo>
                  <a:lnTo>
                    <a:pt x="0" y="92"/>
                  </a:lnTo>
                  <a:lnTo>
                    <a:pt x="18" y="130"/>
                  </a:lnTo>
                  <a:lnTo>
                    <a:pt x="167" y="36"/>
                  </a:lnTo>
                  <a:lnTo>
                    <a:pt x="167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3" name="Freeform: Shape 342"/>
            <p:cNvSpPr>
              <a:spLocks/>
            </p:cNvSpPr>
            <p:nvPr/>
          </p:nvSpPr>
          <p:spPr bwMode="auto">
            <a:xfrm>
              <a:off x="7024688" y="2579688"/>
              <a:ext cx="60325" cy="47625"/>
            </a:xfrm>
            <a:custGeom>
              <a:avLst/>
              <a:gdLst>
                <a:gd name="T0" fmla="*/ 167 w 168"/>
                <a:gd name="T1" fmla="*/ 0 h 131"/>
                <a:gd name="T2" fmla="*/ 0 w 168"/>
                <a:gd name="T3" fmla="*/ 92 h 131"/>
                <a:gd name="T4" fmla="*/ 18 w 168"/>
                <a:gd name="T5" fmla="*/ 130 h 131"/>
                <a:gd name="T6" fmla="*/ 167 w 168"/>
                <a:gd name="T7" fmla="*/ 36 h 131"/>
                <a:gd name="T8" fmla="*/ 167 w 168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31">
                  <a:moveTo>
                    <a:pt x="167" y="0"/>
                  </a:moveTo>
                  <a:lnTo>
                    <a:pt x="0" y="92"/>
                  </a:lnTo>
                  <a:lnTo>
                    <a:pt x="18" y="130"/>
                  </a:lnTo>
                  <a:lnTo>
                    <a:pt x="167" y="36"/>
                  </a:lnTo>
                  <a:lnTo>
                    <a:pt x="167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4" name="Freeform: Shape 343"/>
            <p:cNvSpPr>
              <a:spLocks/>
            </p:cNvSpPr>
            <p:nvPr/>
          </p:nvSpPr>
          <p:spPr bwMode="auto">
            <a:xfrm>
              <a:off x="7037388" y="2611438"/>
              <a:ext cx="47625" cy="47625"/>
            </a:xfrm>
            <a:custGeom>
              <a:avLst/>
              <a:gdLst>
                <a:gd name="T0" fmla="*/ 130 w 131"/>
                <a:gd name="T1" fmla="*/ 0 h 132"/>
                <a:gd name="T2" fmla="*/ 0 w 131"/>
                <a:gd name="T3" fmla="*/ 75 h 132"/>
                <a:gd name="T4" fmla="*/ 18 w 131"/>
                <a:gd name="T5" fmla="*/ 131 h 132"/>
                <a:gd name="T6" fmla="*/ 130 w 131"/>
                <a:gd name="T7" fmla="*/ 56 h 132"/>
                <a:gd name="T8" fmla="*/ 130 w 131"/>
                <a:gd name="T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32">
                  <a:moveTo>
                    <a:pt x="130" y="0"/>
                  </a:moveTo>
                  <a:lnTo>
                    <a:pt x="0" y="75"/>
                  </a:lnTo>
                  <a:lnTo>
                    <a:pt x="18" y="131"/>
                  </a:lnTo>
                  <a:lnTo>
                    <a:pt x="130" y="56"/>
                  </a:lnTo>
                  <a:lnTo>
                    <a:pt x="130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5" name="Freeform: Shape 344"/>
            <p:cNvSpPr>
              <a:spLocks/>
            </p:cNvSpPr>
            <p:nvPr/>
          </p:nvSpPr>
          <p:spPr bwMode="auto">
            <a:xfrm>
              <a:off x="7037388" y="2611438"/>
              <a:ext cx="47625" cy="47625"/>
            </a:xfrm>
            <a:custGeom>
              <a:avLst/>
              <a:gdLst>
                <a:gd name="T0" fmla="*/ 130 w 131"/>
                <a:gd name="T1" fmla="*/ 0 h 132"/>
                <a:gd name="T2" fmla="*/ 0 w 131"/>
                <a:gd name="T3" fmla="*/ 75 h 132"/>
                <a:gd name="T4" fmla="*/ 18 w 131"/>
                <a:gd name="T5" fmla="*/ 131 h 132"/>
                <a:gd name="T6" fmla="*/ 130 w 131"/>
                <a:gd name="T7" fmla="*/ 56 h 132"/>
                <a:gd name="T8" fmla="*/ 130 w 131"/>
                <a:gd name="T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132">
                  <a:moveTo>
                    <a:pt x="130" y="0"/>
                  </a:moveTo>
                  <a:lnTo>
                    <a:pt x="0" y="75"/>
                  </a:lnTo>
                  <a:lnTo>
                    <a:pt x="18" y="131"/>
                  </a:lnTo>
                  <a:lnTo>
                    <a:pt x="130" y="56"/>
                  </a:lnTo>
                  <a:lnTo>
                    <a:pt x="130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6" name="Freeform: Shape 345"/>
            <p:cNvSpPr>
              <a:spLocks/>
            </p:cNvSpPr>
            <p:nvPr/>
          </p:nvSpPr>
          <p:spPr bwMode="auto">
            <a:xfrm>
              <a:off x="7050088" y="2652713"/>
              <a:ext cx="33337" cy="33337"/>
            </a:xfrm>
            <a:custGeom>
              <a:avLst/>
              <a:gdLst>
                <a:gd name="T0" fmla="*/ 93 w 94"/>
                <a:gd name="T1" fmla="*/ 0 h 93"/>
                <a:gd name="T2" fmla="*/ 0 w 94"/>
                <a:gd name="T3" fmla="*/ 55 h 93"/>
                <a:gd name="T4" fmla="*/ 37 w 94"/>
                <a:gd name="T5" fmla="*/ 92 h 93"/>
                <a:gd name="T6" fmla="*/ 93 w 94"/>
                <a:gd name="T7" fmla="*/ 55 h 93"/>
                <a:gd name="T8" fmla="*/ 93 w 94"/>
                <a:gd name="T9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3">
                  <a:moveTo>
                    <a:pt x="93" y="0"/>
                  </a:moveTo>
                  <a:lnTo>
                    <a:pt x="0" y="55"/>
                  </a:lnTo>
                  <a:lnTo>
                    <a:pt x="37" y="92"/>
                  </a:lnTo>
                  <a:lnTo>
                    <a:pt x="93" y="55"/>
                  </a:lnTo>
                  <a:lnTo>
                    <a:pt x="93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7" name="Freeform: Shape 346"/>
            <p:cNvSpPr>
              <a:spLocks/>
            </p:cNvSpPr>
            <p:nvPr/>
          </p:nvSpPr>
          <p:spPr bwMode="auto">
            <a:xfrm>
              <a:off x="7050088" y="2652713"/>
              <a:ext cx="33337" cy="33337"/>
            </a:xfrm>
            <a:custGeom>
              <a:avLst/>
              <a:gdLst>
                <a:gd name="T0" fmla="*/ 93 w 94"/>
                <a:gd name="T1" fmla="*/ 0 h 93"/>
                <a:gd name="T2" fmla="*/ 0 w 94"/>
                <a:gd name="T3" fmla="*/ 55 h 93"/>
                <a:gd name="T4" fmla="*/ 37 w 94"/>
                <a:gd name="T5" fmla="*/ 92 h 93"/>
                <a:gd name="T6" fmla="*/ 93 w 94"/>
                <a:gd name="T7" fmla="*/ 55 h 93"/>
                <a:gd name="T8" fmla="*/ 93 w 94"/>
                <a:gd name="T9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93">
                  <a:moveTo>
                    <a:pt x="93" y="0"/>
                  </a:moveTo>
                  <a:lnTo>
                    <a:pt x="0" y="55"/>
                  </a:lnTo>
                  <a:lnTo>
                    <a:pt x="37" y="92"/>
                  </a:lnTo>
                  <a:lnTo>
                    <a:pt x="93" y="55"/>
                  </a:lnTo>
                  <a:lnTo>
                    <a:pt x="93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8" name="Freeform: Shape 347"/>
            <p:cNvSpPr>
              <a:spLocks/>
            </p:cNvSpPr>
            <p:nvPr/>
          </p:nvSpPr>
          <p:spPr bwMode="auto">
            <a:xfrm>
              <a:off x="7258050" y="3006725"/>
              <a:ext cx="14288" cy="7938"/>
            </a:xfrm>
            <a:custGeom>
              <a:avLst/>
              <a:gdLst>
                <a:gd name="T0" fmla="*/ 0 w 38"/>
                <a:gd name="T1" fmla="*/ 0 h 20"/>
                <a:gd name="T2" fmla="*/ 0 w 38"/>
                <a:gd name="T3" fmla="*/ 0 h 20"/>
                <a:gd name="T4" fmla="*/ 37 w 38"/>
                <a:gd name="T5" fmla="*/ 19 h 20"/>
                <a:gd name="T6" fmla="*/ 0 w 38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0">
                  <a:moveTo>
                    <a:pt x="0" y="0"/>
                  </a:moveTo>
                  <a:lnTo>
                    <a:pt x="0" y="0"/>
                  </a:lnTo>
                  <a:lnTo>
                    <a:pt x="37" y="19"/>
                  </a:lnTo>
                  <a:lnTo>
                    <a:pt x="0" y="0"/>
                  </a:lnTo>
                </a:path>
              </a:pathLst>
            </a:custGeom>
            <a:solidFill>
              <a:srgbClr val="E6E9E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9" name="Freeform: Shape 348"/>
            <p:cNvSpPr>
              <a:spLocks/>
            </p:cNvSpPr>
            <p:nvPr/>
          </p:nvSpPr>
          <p:spPr bwMode="auto">
            <a:xfrm>
              <a:off x="7258050" y="3006725"/>
              <a:ext cx="14288" cy="7938"/>
            </a:xfrm>
            <a:custGeom>
              <a:avLst/>
              <a:gdLst>
                <a:gd name="T0" fmla="*/ 0 w 38"/>
                <a:gd name="T1" fmla="*/ 0 h 20"/>
                <a:gd name="T2" fmla="*/ 0 w 38"/>
                <a:gd name="T3" fmla="*/ 0 h 20"/>
                <a:gd name="T4" fmla="*/ 37 w 38"/>
                <a:gd name="T5" fmla="*/ 19 h 20"/>
                <a:gd name="T6" fmla="*/ 0 w 38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0">
                  <a:moveTo>
                    <a:pt x="0" y="0"/>
                  </a:moveTo>
                  <a:lnTo>
                    <a:pt x="0" y="0"/>
                  </a:lnTo>
                  <a:lnTo>
                    <a:pt x="37" y="19"/>
                  </a:lnTo>
                  <a:lnTo>
                    <a:pt x="0" y="0"/>
                  </a:lnTo>
                </a:path>
              </a:pathLst>
            </a:custGeom>
            <a:solidFill>
              <a:srgbClr val="E6E9E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0" name="Freeform: Shape 349"/>
            <p:cNvSpPr>
              <a:spLocks/>
            </p:cNvSpPr>
            <p:nvPr/>
          </p:nvSpPr>
          <p:spPr bwMode="auto">
            <a:xfrm>
              <a:off x="7258050" y="3006725"/>
              <a:ext cx="14288" cy="7938"/>
            </a:xfrm>
            <a:custGeom>
              <a:avLst/>
              <a:gdLst>
                <a:gd name="T0" fmla="*/ 37 w 38"/>
                <a:gd name="T1" fmla="*/ 0 h 20"/>
                <a:gd name="T2" fmla="*/ 0 w 38"/>
                <a:gd name="T3" fmla="*/ 0 h 20"/>
                <a:gd name="T4" fmla="*/ 37 w 38"/>
                <a:gd name="T5" fmla="*/ 19 h 20"/>
                <a:gd name="T6" fmla="*/ 37 w 38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0">
                  <a:moveTo>
                    <a:pt x="37" y="0"/>
                  </a:moveTo>
                  <a:lnTo>
                    <a:pt x="0" y="0"/>
                  </a:lnTo>
                  <a:lnTo>
                    <a:pt x="37" y="19"/>
                  </a:lnTo>
                  <a:lnTo>
                    <a:pt x="37" y="0"/>
                  </a:lnTo>
                </a:path>
              </a:pathLst>
            </a:custGeom>
            <a:solidFill>
              <a:srgbClr val="D8DCD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1" name="Freeform: Shape 350"/>
            <p:cNvSpPr>
              <a:spLocks/>
            </p:cNvSpPr>
            <p:nvPr/>
          </p:nvSpPr>
          <p:spPr bwMode="auto">
            <a:xfrm>
              <a:off x="7258050" y="3006725"/>
              <a:ext cx="14288" cy="7938"/>
            </a:xfrm>
            <a:custGeom>
              <a:avLst/>
              <a:gdLst>
                <a:gd name="T0" fmla="*/ 37 w 38"/>
                <a:gd name="T1" fmla="*/ 0 h 20"/>
                <a:gd name="T2" fmla="*/ 0 w 38"/>
                <a:gd name="T3" fmla="*/ 0 h 20"/>
                <a:gd name="T4" fmla="*/ 37 w 38"/>
                <a:gd name="T5" fmla="*/ 19 h 20"/>
                <a:gd name="T6" fmla="*/ 37 w 38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20">
                  <a:moveTo>
                    <a:pt x="37" y="0"/>
                  </a:moveTo>
                  <a:lnTo>
                    <a:pt x="0" y="0"/>
                  </a:lnTo>
                  <a:lnTo>
                    <a:pt x="37" y="19"/>
                  </a:lnTo>
                  <a:lnTo>
                    <a:pt x="37" y="0"/>
                  </a:lnTo>
                </a:path>
              </a:pathLst>
            </a:custGeom>
            <a:solidFill>
              <a:srgbClr val="D8DCD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2" name="Freeform: Shape 351"/>
            <p:cNvSpPr>
              <a:spLocks/>
            </p:cNvSpPr>
            <p:nvPr/>
          </p:nvSpPr>
          <p:spPr bwMode="auto">
            <a:xfrm>
              <a:off x="7070725" y="2692400"/>
              <a:ext cx="14288" cy="26988"/>
            </a:xfrm>
            <a:custGeom>
              <a:avLst/>
              <a:gdLst>
                <a:gd name="T0" fmla="*/ 38 w 39"/>
                <a:gd name="T1" fmla="*/ 0 h 75"/>
                <a:gd name="T2" fmla="*/ 0 w 39"/>
                <a:gd name="T3" fmla="*/ 18 h 75"/>
                <a:gd name="T4" fmla="*/ 20 w 39"/>
                <a:gd name="T5" fmla="*/ 74 h 75"/>
                <a:gd name="T6" fmla="*/ 38 w 39"/>
                <a:gd name="T7" fmla="*/ 56 h 75"/>
                <a:gd name="T8" fmla="*/ 38 w 39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75">
                  <a:moveTo>
                    <a:pt x="38" y="0"/>
                  </a:moveTo>
                  <a:lnTo>
                    <a:pt x="0" y="18"/>
                  </a:lnTo>
                  <a:lnTo>
                    <a:pt x="20" y="74"/>
                  </a:lnTo>
                  <a:lnTo>
                    <a:pt x="38" y="56"/>
                  </a:lnTo>
                  <a:lnTo>
                    <a:pt x="38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3" name="Freeform: Shape 352"/>
            <p:cNvSpPr>
              <a:spLocks/>
            </p:cNvSpPr>
            <p:nvPr/>
          </p:nvSpPr>
          <p:spPr bwMode="auto">
            <a:xfrm>
              <a:off x="7070725" y="2692400"/>
              <a:ext cx="14288" cy="26988"/>
            </a:xfrm>
            <a:custGeom>
              <a:avLst/>
              <a:gdLst>
                <a:gd name="T0" fmla="*/ 38 w 39"/>
                <a:gd name="T1" fmla="*/ 0 h 75"/>
                <a:gd name="T2" fmla="*/ 0 w 39"/>
                <a:gd name="T3" fmla="*/ 18 h 75"/>
                <a:gd name="T4" fmla="*/ 20 w 39"/>
                <a:gd name="T5" fmla="*/ 74 h 75"/>
                <a:gd name="T6" fmla="*/ 38 w 39"/>
                <a:gd name="T7" fmla="*/ 56 h 75"/>
                <a:gd name="T8" fmla="*/ 38 w 39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75">
                  <a:moveTo>
                    <a:pt x="38" y="0"/>
                  </a:moveTo>
                  <a:lnTo>
                    <a:pt x="0" y="18"/>
                  </a:lnTo>
                  <a:lnTo>
                    <a:pt x="20" y="74"/>
                  </a:lnTo>
                  <a:lnTo>
                    <a:pt x="38" y="56"/>
                  </a:lnTo>
                  <a:lnTo>
                    <a:pt x="38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4" name="Freeform: Shape 353"/>
            <p:cNvSpPr>
              <a:spLocks/>
            </p:cNvSpPr>
            <p:nvPr/>
          </p:nvSpPr>
          <p:spPr bwMode="auto">
            <a:xfrm>
              <a:off x="7083425" y="27336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5" name="Freeform: Shape 354"/>
            <p:cNvSpPr>
              <a:spLocks/>
            </p:cNvSpPr>
            <p:nvPr/>
          </p:nvSpPr>
          <p:spPr bwMode="auto">
            <a:xfrm>
              <a:off x="7083425" y="2733675"/>
              <a:ext cx="1588" cy="1588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364C6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6" name="Freeform: Shape 355"/>
            <p:cNvSpPr>
              <a:spLocks/>
            </p:cNvSpPr>
            <p:nvPr/>
          </p:nvSpPr>
          <p:spPr bwMode="auto">
            <a:xfrm>
              <a:off x="7358063" y="2116138"/>
              <a:ext cx="536575" cy="141287"/>
            </a:xfrm>
            <a:custGeom>
              <a:avLst/>
              <a:gdLst>
                <a:gd name="T0" fmla="*/ 1341 w 1491"/>
                <a:gd name="T1" fmla="*/ 0 h 392"/>
                <a:gd name="T2" fmla="*/ 1341 w 1491"/>
                <a:gd name="T3" fmla="*/ 0 h 392"/>
                <a:gd name="T4" fmla="*/ 168 w 1491"/>
                <a:gd name="T5" fmla="*/ 0 h 392"/>
                <a:gd name="T6" fmla="*/ 0 w 1491"/>
                <a:gd name="T7" fmla="*/ 149 h 392"/>
                <a:gd name="T8" fmla="*/ 0 w 1491"/>
                <a:gd name="T9" fmla="*/ 372 h 392"/>
                <a:gd name="T10" fmla="*/ 0 w 1491"/>
                <a:gd name="T11" fmla="*/ 372 h 392"/>
                <a:gd name="T12" fmla="*/ 0 w 1491"/>
                <a:gd name="T13" fmla="*/ 391 h 392"/>
                <a:gd name="T14" fmla="*/ 38 w 1491"/>
                <a:gd name="T15" fmla="*/ 391 h 392"/>
                <a:gd name="T16" fmla="*/ 38 w 1491"/>
                <a:gd name="T17" fmla="*/ 335 h 392"/>
                <a:gd name="T18" fmla="*/ 38 w 1491"/>
                <a:gd name="T19" fmla="*/ 335 h 392"/>
                <a:gd name="T20" fmla="*/ 187 w 1491"/>
                <a:gd name="T21" fmla="*/ 186 h 392"/>
                <a:gd name="T22" fmla="*/ 1323 w 1491"/>
                <a:gd name="T23" fmla="*/ 186 h 392"/>
                <a:gd name="T24" fmla="*/ 1472 w 1491"/>
                <a:gd name="T25" fmla="*/ 335 h 392"/>
                <a:gd name="T26" fmla="*/ 1472 w 1491"/>
                <a:gd name="T27" fmla="*/ 391 h 392"/>
                <a:gd name="T28" fmla="*/ 1490 w 1491"/>
                <a:gd name="T29" fmla="*/ 391 h 392"/>
                <a:gd name="T30" fmla="*/ 1490 w 1491"/>
                <a:gd name="T31" fmla="*/ 149 h 392"/>
                <a:gd name="T32" fmla="*/ 1341 w 1491"/>
                <a:gd name="T33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91" h="392">
                  <a:moveTo>
                    <a:pt x="1341" y="0"/>
                  </a:moveTo>
                  <a:lnTo>
                    <a:pt x="1341" y="0"/>
                  </a:lnTo>
                  <a:cubicBezTo>
                    <a:pt x="168" y="0"/>
                    <a:pt x="168" y="0"/>
                    <a:pt x="168" y="0"/>
                  </a:cubicBezTo>
                  <a:cubicBezTo>
                    <a:pt x="75" y="0"/>
                    <a:pt x="0" y="74"/>
                    <a:pt x="0" y="149"/>
                  </a:cubicBezTo>
                  <a:cubicBezTo>
                    <a:pt x="0" y="372"/>
                    <a:pt x="0" y="372"/>
                    <a:pt x="0" y="372"/>
                  </a:cubicBezTo>
                  <a:lnTo>
                    <a:pt x="0" y="372"/>
                  </a:lnTo>
                  <a:cubicBezTo>
                    <a:pt x="0" y="391"/>
                    <a:pt x="0" y="391"/>
                    <a:pt x="0" y="391"/>
                  </a:cubicBezTo>
                  <a:cubicBezTo>
                    <a:pt x="38" y="391"/>
                    <a:pt x="38" y="391"/>
                    <a:pt x="38" y="391"/>
                  </a:cubicBezTo>
                  <a:cubicBezTo>
                    <a:pt x="38" y="335"/>
                    <a:pt x="38" y="335"/>
                    <a:pt x="38" y="335"/>
                  </a:cubicBezTo>
                  <a:lnTo>
                    <a:pt x="38" y="335"/>
                  </a:lnTo>
                  <a:cubicBezTo>
                    <a:pt x="38" y="260"/>
                    <a:pt x="112" y="186"/>
                    <a:pt x="187" y="186"/>
                  </a:cubicBezTo>
                  <a:cubicBezTo>
                    <a:pt x="1323" y="186"/>
                    <a:pt x="1323" y="186"/>
                    <a:pt x="1323" y="186"/>
                  </a:cubicBezTo>
                  <a:cubicBezTo>
                    <a:pt x="1397" y="186"/>
                    <a:pt x="1472" y="260"/>
                    <a:pt x="1472" y="335"/>
                  </a:cubicBezTo>
                  <a:cubicBezTo>
                    <a:pt x="1472" y="391"/>
                    <a:pt x="1472" y="391"/>
                    <a:pt x="1472" y="391"/>
                  </a:cubicBezTo>
                  <a:cubicBezTo>
                    <a:pt x="1490" y="391"/>
                    <a:pt x="1490" y="391"/>
                    <a:pt x="1490" y="391"/>
                  </a:cubicBezTo>
                  <a:cubicBezTo>
                    <a:pt x="1490" y="149"/>
                    <a:pt x="1490" y="149"/>
                    <a:pt x="1490" y="149"/>
                  </a:cubicBezTo>
                  <a:cubicBezTo>
                    <a:pt x="1490" y="74"/>
                    <a:pt x="1434" y="0"/>
                    <a:pt x="1341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7" name="Freeform: Shape 356"/>
            <p:cNvSpPr>
              <a:spLocks/>
            </p:cNvSpPr>
            <p:nvPr/>
          </p:nvSpPr>
          <p:spPr bwMode="auto">
            <a:xfrm>
              <a:off x="7083425" y="2311400"/>
              <a:ext cx="1092200" cy="696913"/>
            </a:xfrm>
            <a:custGeom>
              <a:avLst/>
              <a:gdLst>
                <a:gd name="T0" fmla="*/ 0 w 3036"/>
                <a:gd name="T1" fmla="*/ 0 h 1936"/>
                <a:gd name="T2" fmla="*/ 0 w 3036"/>
                <a:gd name="T3" fmla="*/ 0 h 1936"/>
                <a:gd name="T4" fmla="*/ 0 w 3036"/>
                <a:gd name="T5" fmla="*/ 0 h 1936"/>
                <a:gd name="T6" fmla="*/ 0 w 3036"/>
                <a:gd name="T7" fmla="*/ 37 h 1936"/>
                <a:gd name="T8" fmla="*/ 0 w 3036"/>
                <a:gd name="T9" fmla="*/ 93 h 1936"/>
                <a:gd name="T10" fmla="*/ 0 w 3036"/>
                <a:gd name="T11" fmla="*/ 149 h 1936"/>
                <a:gd name="T12" fmla="*/ 0 w 3036"/>
                <a:gd name="T13" fmla="*/ 205 h 1936"/>
                <a:gd name="T14" fmla="*/ 0 w 3036"/>
                <a:gd name="T15" fmla="*/ 260 h 1936"/>
                <a:gd name="T16" fmla="*/ 0 w 3036"/>
                <a:gd name="T17" fmla="*/ 409 h 1936"/>
                <a:gd name="T18" fmla="*/ 0 w 3036"/>
                <a:gd name="T19" fmla="*/ 465 h 1936"/>
                <a:gd name="T20" fmla="*/ 0 w 3036"/>
                <a:gd name="T21" fmla="*/ 521 h 1936"/>
                <a:gd name="T22" fmla="*/ 0 w 3036"/>
                <a:gd name="T23" fmla="*/ 577 h 1936"/>
                <a:gd name="T24" fmla="*/ 0 w 3036"/>
                <a:gd name="T25" fmla="*/ 633 h 1936"/>
                <a:gd name="T26" fmla="*/ 0 w 3036"/>
                <a:gd name="T27" fmla="*/ 689 h 1936"/>
                <a:gd name="T28" fmla="*/ 0 w 3036"/>
                <a:gd name="T29" fmla="*/ 745 h 1936"/>
                <a:gd name="T30" fmla="*/ 0 w 3036"/>
                <a:gd name="T31" fmla="*/ 781 h 1936"/>
                <a:gd name="T32" fmla="*/ 0 w 3036"/>
                <a:gd name="T33" fmla="*/ 837 h 1936"/>
                <a:gd name="T34" fmla="*/ 0 w 3036"/>
                <a:gd name="T35" fmla="*/ 893 h 1936"/>
                <a:gd name="T36" fmla="*/ 0 w 3036"/>
                <a:gd name="T37" fmla="*/ 950 h 1936"/>
                <a:gd name="T38" fmla="*/ 0 w 3036"/>
                <a:gd name="T39" fmla="*/ 1005 h 1936"/>
                <a:gd name="T40" fmla="*/ 0 w 3036"/>
                <a:gd name="T41" fmla="*/ 1061 h 1936"/>
                <a:gd name="T42" fmla="*/ 0 w 3036"/>
                <a:gd name="T43" fmla="*/ 1117 h 1936"/>
                <a:gd name="T44" fmla="*/ 0 w 3036"/>
                <a:gd name="T45" fmla="*/ 1173 h 1936"/>
                <a:gd name="T46" fmla="*/ 0 w 3036"/>
                <a:gd name="T47" fmla="*/ 1173 h 1936"/>
                <a:gd name="T48" fmla="*/ 0 w 3036"/>
                <a:gd name="T49" fmla="*/ 1526 h 1936"/>
                <a:gd name="T50" fmla="*/ 0 w 3036"/>
                <a:gd name="T51" fmla="*/ 1564 h 1936"/>
                <a:gd name="T52" fmla="*/ 0 w 3036"/>
                <a:gd name="T53" fmla="*/ 1620 h 1936"/>
                <a:gd name="T54" fmla="*/ 0 w 3036"/>
                <a:gd name="T55" fmla="*/ 1787 h 1936"/>
                <a:gd name="T56" fmla="*/ 0 w 3036"/>
                <a:gd name="T57" fmla="*/ 1787 h 1936"/>
                <a:gd name="T58" fmla="*/ 0 w 3036"/>
                <a:gd name="T59" fmla="*/ 1787 h 1936"/>
                <a:gd name="T60" fmla="*/ 0 w 3036"/>
                <a:gd name="T61" fmla="*/ 1787 h 1936"/>
                <a:gd name="T62" fmla="*/ 0 w 3036"/>
                <a:gd name="T63" fmla="*/ 1638 h 1936"/>
                <a:gd name="T64" fmla="*/ 316 w 3036"/>
                <a:gd name="T65" fmla="*/ 1935 h 1936"/>
                <a:gd name="T66" fmla="*/ 484 w 3036"/>
                <a:gd name="T67" fmla="*/ 1935 h 1936"/>
                <a:gd name="T68" fmla="*/ 484 w 3036"/>
                <a:gd name="T69" fmla="*/ 1935 h 1936"/>
                <a:gd name="T70" fmla="*/ 521 w 3036"/>
                <a:gd name="T71" fmla="*/ 1935 h 1936"/>
                <a:gd name="T72" fmla="*/ 2700 w 3036"/>
                <a:gd name="T73" fmla="*/ 1935 h 1936"/>
                <a:gd name="T74" fmla="*/ 3035 w 3036"/>
                <a:gd name="T75" fmla="*/ 1601 h 1936"/>
                <a:gd name="T76" fmla="*/ 3035 w 3036"/>
                <a:gd name="T77" fmla="*/ 912 h 1936"/>
                <a:gd name="T78" fmla="*/ 1881 w 3036"/>
                <a:gd name="T79" fmla="*/ 912 h 1936"/>
                <a:gd name="T80" fmla="*/ 1881 w 3036"/>
                <a:gd name="T81" fmla="*/ 968 h 1936"/>
                <a:gd name="T82" fmla="*/ 1843 w 3036"/>
                <a:gd name="T83" fmla="*/ 968 h 1936"/>
                <a:gd name="T84" fmla="*/ 1508 w 3036"/>
                <a:gd name="T85" fmla="*/ 1266 h 1936"/>
                <a:gd name="T86" fmla="*/ 1154 w 3036"/>
                <a:gd name="T87" fmla="*/ 968 h 1936"/>
                <a:gd name="T88" fmla="*/ 1117 w 3036"/>
                <a:gd name="T89" fmla="*/ 968 h 1936"/>
                <a:gd name="T90" fmla="*/ 1117 w 3036"/>
                <a:gd name="T91" fmla="*/ 912 h 1936"/>
                <a:gd name="T92" fmla="*/ 0 w 3036"/>
                <a:gd name="T93" fmla="*/ 912 h 1936"/>
                <a:gd name="T94" fmla="*/ 0 w 3036"/>
                <a:gd name="T95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36" h="193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37"/>
                    <a:pt x="0" y="37"/>
                    <a:pt x="0" y="37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409"/>
                    <a:pt x="0" y="409"/>
                    <a:pt x="0" y="409"/>
                  </a:cubicBezTo>
                  <a:cubicBezTo>
                    <a:pt x="0" y="465"/>
                    <a:pt x="0" y="465"/>
                    <a:pt x="0" y="465"/>
                  </a:cubicBezTo>
                  <a:cubicBezTo>
                    <a:pt x="0" y="521"/>
                    <a:pt x="0" y="521"/>
                    <a:pt x="0" y="521"/>
                  </a:cubicBezTo>
                  <a:cubicBezTo>
                    <a:pt x="0" y="577"/>
                    <a:pt x="0" y="577"/>
                    <a:pt x="0" y="577"/>
                  </a:cubicBezTo>
                  <a:cubicBezTo>
                    <a:pt x="0" y="633"/>
                    <a:pt x="0" y="633"/>
                    <a:pt x="0" y="633"/>
                  </a:cubicBezTo>
                  <a:cubicBezTo>
                    <a:pt x="0" y="689"/>
                    <a:pt x="0" y="689"/>
                    <a:pt x="0" y="689"/>
                  </a:cubicBezTo>
                  <a:cubicBezTo>
                    <a:pt x="0" y="745"/>
                    <a:pt x="0" y="745"/>
                    <a:pt x="0" y="745"/>
                  </a:cubicBezTo>
                  <a:cubicBezTo>
                    <a:pt x="0" y="781"/>
                    <a:pt x="0" y="781"/>
                    <a:pt x="0" y="781"/>
                  </a:cubicBezTo>
                  <a:cubicBezTo>
                    <a:pt x="0" y="837"/>
                    <a:pt x="0" y="837"/>
                    <a:pt x="0" y="837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950"/>
                    <a:pt x="0" y="950"/>
                    <a:pt x="0" y="950"/>
                  </a:cubicBezTo>
                  <a:cubicBezTo>
                    <a:pt x="0" y="1005"/>
                    <a:pt x="0" y="1005"/>
                    <a:pt x="0" y="1005"/>
                  </a:cubicBezTo>
                  <a:cubicBezTo>
                    <a:pt x="0" y="1061"/>
                    <a:pt x="0" y="1061"/>
                    <a:pt x="0" y="1061"/>
                  </a:cubicBezTo>
                  <a:cubicBezTo>
                    <a:pt x="0" y="1117"/>
                    <a:pt x="0" y="1117"/>
                    <a:pt x="0" y="1117"/>
                  </a:cubicBezTo>
                  <a:cubicBezTo>
                    <a:pt x="0" y="1173"/>
                    <a:pt x="0" y="1173"/>
                    <a:pt x="0" y="1173"/>
                  </a:cubicBezTo>
                  <a:lnTo>
                    <a:pt x="0" y="1173"/>
                  </a:lnTo>
                  <a:cubicBezTo>
                    <a:pt x="0" y="1526"/>
                    <a:pt x="0" y="1526"/>
                    <a:pt x="0" y="1526"/>
                  </a:cubicBezTo>
                  <a:cubicBezTo>
                    <a:pt x="0" y="1564"/>
                    <a:pt x="0" y="1564"/>
                    <a:pt x="0" y="1564"/>
                  </a:cubicBezTo>
                  <a:cubicBezTo>
                    <a:pt x="0" y="1620"/>
                    <a:pt x="0" y="1620"/>
                    <a:pt x="0" y="1620"/>
                  </a:cubicBezTo>
                  <a:cubicBezTo>
                    <a:pt x="0" y="1787"/>
                    <a:pt x="0" y="1787"/>
                    <a:pt x="0" y="1787"/>
                  </a:cubicBezTo>
                  <a:lnTo>
                    <a:pt x="0" y="1787"/>
                  </a:lnTo>
                  <a:lnTo>
                    <a:pt x="0" y="1787"/>
                  </a:lnTo>
                  <a:lnTo>
                    <a:pt x="0" y="1787"/>
                  </a:lnTo>
                  <a:cubicBezTo>
                    <a:pt x="0" y="1638"/>
                    <a:pt x="0" y="1638"/>
                    <a:pt x="0" y="1638"/>
                  </a:cubicBezTo>
                  <a:cubicBezTo>
                    <a:pt x="111" y="1731"/>
                    <a:pt x="223" y="1843"/>
                    <a:pt x="316" y="1935"/>
                  </a:cubicBezTo>
                  <a:cubicBezTo>
                    <a:pt x="484" y="1935"/>
                    <a:pt x="484" y="1935"/>
                    <a:pt x="484" y="1935"/>
                  </a:cubicBezTo>
                  <a:lnTo>
                    <a:pt x="484" y="1935"/>
                  </a:lnTo>
                  <a:cubicBezTo>
                    <a:pt x="521" y="1935"/>
                    <a:pt x="521" y="1935"/>
                    <a:pt x="521" y="1935"/>
                  </a:cubicBezTo>
                  <a:cubicBezTo>
                    <a:pt x="2700" y="1935"/>
                    <a:pt x="2700" y="1935"/>
                    <a:pt x="2700" y="1935"/>
                  </a:cubicBezTo>
                  <a:cubicBezTo>
                    <a:pt x="3035" y="1601"/>
                    <a:pt x="3035" y="1601"/>
                    <a:pt x="3035" y="1601"/>
                  </a:cubicBezTo>
                  <a:cubicBezTo>
                    <a:pt x="3035" y="912"/>
                    <a:pt x="3035" y="912"/>
                    <a:pt x="3035" y="912"/>
                  </a:cubicBezTo>
                  <a:cubicBezTo>
                    <a:pt x="1881" y="912"/>
                    <a:pt x="1881" y="912"/>
                    <a:pt x="1881" y="912"/>
                  </a:cubicBezTo>
                  <a:cubicBezTo>
                    <a:pt x="1881" y="968"/>
                    <a:pt x="1881" y="968"/>
                    <a:pt x="1881" y="968"/>
                  </a:cubicBezTo>
                  <a:cubicBezTo>
                    <a:pt x="1843" y="968"/>
                    <a:pt x="1843" y="968"/>
                    <a:pt x="1843" y="968"/>
                  </a:cubicBezTo>
                  <a:cubicBezTo>
                    <a:pt x="1825" y="1135"/>
                    <a:pt x="1676" y="1266"/>
                    <a:pt x="1508" y="1266"/>
                  </a:cubicBezTo>
                  <a:cubicBezTo>
                    <a:pt x="1322" y="1266"/>
                    <a:pt x="1173" y="1135"/>
                    <a:pt x="1154" y="968"/>
                  </a:cubicBezTo>
                  <a:cubicBezTo>
                    <a:pt x="1117" y="968"/>
                    <a:pt x="1117" y="968"/>
                    <a:pt x="1117" y="968"/>
                  </a:cubicBezTo>
                  <a:cubicBezTo>
                    <a:pt x="1117" y="912"/>
                    <a:pt x="1117" y="912"/>
                    <a:pt x="1117" y="912"/>
                  </a:cubicBezTo>
                  <a:cubicBezTo>
                    <a:pt x="0" y="912"/>
                    <a:pt x="0" y="912"/>
                    <a:pt x="0" y="91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8" name="Freeform: Shape 357"/>
            <p:cNvSpPr>
              <a:spLocks/>
            </p:cNvSpPr>
            <p:nvPr/>
          </p:nvSpPr>
          <p:spPr bwMode="auto">
            <a:xfrm>
              <a:off x="7083425" y="2311400"/>
              <a:ext cx="1092200" cy="328613"/>
            </a:xfrm>
            <a:custGeom>
              <a:avLst/>
              <a:gdLst>
                <a:gd name="T0" fmla="*/ 3035 w 3036"/>
                <a:gd name="T1" fmla="*/ 837 h 913"/>
                <a:gd name="T2" fmla="*/ 1881 w 3036"/>
                <a:gd name="T3" fmla="*/ 837 h 913"/>
                <a:gd name="T4" fmla="*/ 1881 w 3036"/>
                <a:gd name="T5" fmla="*/ 912 h 913"/>
                <a:gd name="T6" fmla="*/ 3035 w 3036"/>
                <a:gd name="T7" fmla="*/ 912 h 913"/>
                <a:gd name="T8" fmla="*/ 3035 w 3036"/>
                <a:gd name="T9" fmla="*/ 837 h 913"/>
                <a:gd name="T10" fmla="*/ 0 w 3036"/>
                <a:gd name="T11" fmla="*/ 0 h 913"/>
                <a:gd name="T12" fmla="*/ 0 w 3036"/>
                <a:gd name="T13" fmla="*/ 0 h 913"/>
                <a:gd name="T14" fmla="*/ 0 w 3036"/>
                <a:gd name="T15" fmla="*/ 912 h 913"/>
                <a:gd name="T16" fmla="*/ 1117 w 3036"/>
                <a:gd name="T17" fmla="*/ 912 h 913"/>
                <a:gd name="T18" fmla="*/ 1117 w 3036"/>
                <a:gd name="T19" fmla="*/ 837 h 913"/>
                <a:gd name="T20" fmla="*/ 0 w 3036"/>
                <a:gd name="T21" fmla="*/ 837 h 913"/>
                <a:gd name="T22" fmla="*/ 0 w 3036"/>
                <a:gd name="T23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036" h="913">
                  <a:moveTo>
                    <a:pt x="3035" y="837"/>
                  </a:moveTo>
                  <a:lnTo>
                    <a:pt x="1881" y="837"/>
                  </a:lnTo>
                  <a:lnTo>
                    <a:pt x="1881" y="912"/>
                  </a:lnTo>
                  <a:lnTo>
                    <a:pt x="3035" y="912"/>
                  </a:lnTo>
                  <a:lnTo>
                    <a:pt x="3035" y="837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912"/>
                  </a:lnTo>
                  <a:lnTo>
                    <a:pt x="1117" y="912"/>
                  </a:lnTo>
                  <a:lnTo>
                    <a:pt x="1117" y="837"/>
                  </a:lnTo>
                  <a:lnTo>
                    <a:pt x="0" y="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374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9" name="Freeform: Shape 358"/>
            <p:cNvSpPr>
              <a:spLocks/>
            </p:cNvSpPr>
            <p:nvPr/>
          </p:nvSpPr>
          <p:spPr bwMode="auto">
            <a:xfrm>
              <a:off x="7761288" y="2611438"/>
              <a:ext cx="415925" cy="26987"/>
            </a:xfrm>
            <a:custGeom>
              <a:avLst/>
              <a:gdLst>
                <a:gd name="T0" fmla="*/ 1154 w 1155"/>
                <a:gd name="T1" fmla="*/ 0 h 76"/>
                <a:gd name="T2" fmla="*/ 0 w 1155"/>
                <a:gd name="T3" fmla="*/ 0 h 76"/>
                <a:gd name="T4" fmla="*/ 0 w 1155"/>
                <a:gd name="T5" fmla="*/ 75 h 76"/>
                <a:gd name="T6" fmla="*/ 1154 w 1155"/>
                <a:gd name="T7" fmla="*/ 75 h 76"/>
                <a:gd name="T8" fmla="*/ 1154 w 1155"/>
                <a:gd name="T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5" h="76">
                  <a:moveTo>
                    <a:pt x="1154" y="0"/>
                  </a:moveTo>
                  <a:lnTo>
                    <a:pt x="0" y="0"/>
                  </a:lnTo>
                  <a:lnTo>
                    <a:pt x="0" y="75"/>
                  </a:lnTo>
                  <a:lnTo>
                    <a:pt x="1154" y="75"/>
                  </a:lnTo>
                  <a:lnTo>
                    <a:pt x="1154" y="0"/>
                  </a:lnTo>
                </a:path>
              </a:pathLst>
            </a:custGeom>
            <a:solidFill>
              <a:srgbClr val="28374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0" name="Freeform: Shape 359"/>
            <p:cNvSpPr>
              <a:spLocks/>
            </p:cNvSpPr>
            <p:nvPr/>
          </p:nvSpPr>
          <p:spPr bwMode="auto">
            <a:xfrm>
              <a:off x="7083425" y="2311400"/>
              <a:ext cx="403225" cy="328613"/>
            </a:xfrm>
            <a:custGeom>
              <a:avLst/>
              <a:gdLst>
                <a:gd name="T0" fmla="*/ 0 w 1118"/>
                <a:gd name="T1" fmla="*/ 0 h 913"/>
                <a:gd name="T2" fmla="*/ 0 w 1118"/>
                <a:gd name="T3" fmla="*/ 0 h 913"/>
                <a:gd name="T4" fmla="*/ 0 w 1118"/>
                <a:gd name="T5" fmla="*/ 912 h 913"/>
                <a:gd name="T6" fmla="*/ 1117 w 1118"/>
                <a:gd name="T7" fmla="*/ 912 h 913"/>
                <a:gd name="T8" fmla="*/ 1117 w 1118"/>
                <a:gd name="T9" fmla="*/ 837 h 913"/>
                <a:gd name="T10" fmla="*/ 0 w 1118"/>
                <a:gd name="T11" fmla="*/ 837 h 913"/>
                <a:gd name="T12" fmla="*/ 0 w 1118"/>
                <a:gd name="T13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8" h="913">
                  <a:moveTo>
                    <a:pt x="0" y="0"/>
                  </a:moveTo>
                  <a:lnTo>
                    <a:pt x="0" y="0"/>
                  </a:lnTo>
                  <a:lnTo>
                    <a:pt x="0" y="912"/>
                  </a:lnTo>
                  <a:lnTo>
                    <a:pt x="1117" y="912"/>
                  </a:lnTo>
                  <a:lnTo>
                    <a:pt x="1117" y="837"/>
                  </a:lnTo>
                  <a:lnTo>
                    <a:pt x="0" y="837"/>
                  </a:lnTo>
                  <a:lnTo>
                    <a:pt x="0" y="0"/>
                  </a:lnTo>
                </a:path>
              </a:pathLst>
            </a:custGeom>
            <a:solidFill>
              <a:srgbClr val="28374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1" name="Freeform: Shape 360"/>
            <p:cNvSpPr>
              <a:spLocks/>
            </p:cNvSpPr>
            <p:nvPr/>
          </p:nvSpPr>
          <p:spPr bwMode="auto">
            <a:xfrm>
              <a:off x="7083425" y="2257425"/>
              <a:ext cx="1092200" cy="355600"/>
            </a:xfrm>
            <a:custGeom>
              <a:avLst/>
              <a:gdLst>
                <a:gd name="T0" fmla="*/ 2886 w 3036"/>
                <a:gd name="T1" fmla="*/ 0 h 987"/>
                <a:gd name="T2" fmla="*/ 2886 w 3036"/>
                <a:gd name="T3" fmla="*/ 0 h 987"/>
                <a:gd name="T4" fmla="*/ 2253 w 3036"/>
                <a:gd name="T5" fmla="*/ 0 h 987"/>
                <a:gd name="T6" fmla="*/ 2235 w 3036"/>
                <a:gd name="T7" fmla="*/ 0 h 987"/>
                <a:gd name="T8" fmla="*/ 801 w 3036"/>
                <a:gd name="T9" fmla="*/ 0 h 987"/>
                <a:gd name="T10" fmla="*/ 763 w 3036"/>
                <a:gd name="T11" fmla="*/ 0 h 987"/>
                <a:gd name="T12" fmla="*/ 577 w 3036"/>
                <a:gd name="T13" fmla="*/ 0 h 987"/>
                <a:gd name="T14" fmla="*/ 465 w 3036"/>
                <a:gd name="T15" fmla="*/ 0 h 987"/>
                <a:gd name="T16" fmla="*/ 372 w 3036"/>
                <a:gd name="T17" fmla="*/ 0 h 987"/>
                <a:gd name="T18" fmla="*/ 260 w 3036"/>
                <a:gd name="T19" fmla="*/ 0 h 987"/>
                <a:gd name="T20" fmla="*/ 167 w 3036"/>
                <a:gd name="T21" fmla="*/ 0 h 987"/>
                <a:gd name="T22" fmla="*/ 167 w 3036"/>
                <a:gd name="T23" fmla="*/ 0 h 987"/>
                <a:gd name="T24" fmla="*/ 37 w 3036"/>
                <a:gd name="T25" fmla="*/ 74 h 987"/>
                <a:gd name="T26" fmla="*/ 0 w 3036"/>
                <a:gd name="T27" fmla="*/ 130 h 987"/>
                <a:gd name="T28" fmla="*/ 0 w 3036"/>
                <a:gd name="T29" fmla="*/ 149 h 987"/>
                <a:gd name="T30" fmla="*/ 0 w 3036"/>
                <a:gd name="T31" fmla="*/ 149 h 987"/>
                <a:gd name="T32" fmla="*/ 0 w 3036"/>
                <a:gd name="T33" fmla="*/ 986 h 987"/>
                <a:gd name="T34" fmla="*/ 1117 w 3036"/>
                <a:gd name="T35" fmla="*/ 986 h 987"/>
                <a:gd name="T36" fmla="*/ 1117 w 3036"/>
                <a:gd name="T37" fmla="*/ 875 h 987"/>
                <a:gd name="T38" fmla="*/ 1881 w 3036"/>
                <a:gd name="T39" fmla="*/ 875 h 987"/>
                <a:gd name="T40" fmla="*/ 1881 w 3036"/>
                <a:gd name="T41" fmla="*/ 986 h 987"/>
                <a:gd name="T42" fmla="*/ 3035 w 3036"/>
                <a:gd name="T43" fmla="*/ 986 h 987"/>
                <a:gd name="T44" fmla="*/ 3035 w 3036"/>
                <a:gd name="T45" fmla="*/ 149 h 987"/>
                <a:gd name="T46" fmla="*/ 2886 w 3036"/>
                <a:gd name="T47" fmla="*/ 0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036" h="987">
                  <a:moveTo>
                    <a:pt x="2886" y="0"/>
                  </a:moveTo>
                  <a:lnTo>
                    <a:pt x="2886" y="0"/>
                  </a:lnTo>
                  <a:cubicBezTo>
                    <a:pt x="2253" y="0"/>
                    <a:pt x="2253" y="0"/>
                    <a:pt x="2253" y="0"/>
                  </a:cubicBezTo>
                  <a:cubicBezTo>
                    <a:pt x="2235" y="0"/>
                    <a:pt x="2235" y="0"/>
                    <a:pt x="2235" y="0"/>
                  </a:cubicBezTo>
                  <a:cubicBezTo>
                    <a:pt x="801" y="0"/>
                    <a:pt x="801" y="0"/>
                    <a:pt x="801" y="0"/>
                  </a:cubicBezTo>
                  <a:cubicBezTo>
                    <a:pt x="763" y="0"/>
                    <a:pt x="763" y="0"/>
                    <a:pt x="763" y="0"/>
                  </a:cubicBezTo>
                  <a:cubicBezTo>
                    <a:pt x="577" y="0"/>
                    <a:pt x="577" y="0"/>
                    <a:pt x="577" y="0"/>
                  </a:cubicBezTo>
                  <a:cubicBezTo>
                    <a:pt x="465" y="0"/>
                    <a:pt x="465" y="0"/>
                    <a:pt x="465" y="0"/>
                  </a:cubicBezTo>
                  <a:cubicBezTo>
                    <a:pt x="372" y="0"/>
                    <a:pt x="372" y="0"/>
                    <a:pt x="372" y="0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167" y="0"/>
                    <a:pt x="167" y="0"/>
                    <a:pt x="167" y="0"/>
                  </a:cubicBezTo>
                  <a:lnTo>
                    <a:pt x="167" y="0"/>
                  </a:lnTo>
                  <a:cubicBezTo>
                    <a:pt x="111" y="0"/>
                    <a:pt x="56" y="18"/>
                    <a:pt x="37" y="74"/>
                  </a:cubicBezTo>
                  <a:cubicBezTo>
                    <a:pt x="18" y="93"/>
                    <a:pt x="18" y="111"/>
                    <a:pt x="0" y="130"/>
                  </a:cubicBezTo>
                  <a:cubicBezTo>
                    <a:pt x="0" y="149"/>
                    <a:pt x="0" y="149"/>
                    <a:pt x="0" y="149"/>
                  </a:cubicBezTo>
                  <a:lnTo>
                    <a:pt x="0" y="149"/>
                  </a:lnTo>
                  <a:cubicBezTo>
                    <a:pt x="0" y="986"/>
                    <a:pt x="0" y="986"/>
                    <a:pt x="0" y="986"/>
                  </a:cubicBezTo>
                  <a:cubicBezTo>
                    <a:pt x="1117" y="986"/>
                    <a:pt x="1117" y="986"/>
                    <a:pt x="1117" y="986"/>
                  </a:cubicBezTo>
                  <a:cubicBezTo>
                    <a:pt x="1117" y="875"/>
                    <a:pt x="1117" y="875"/>
                    <a:pt x="1117" y="875"/>
                  </a:cubicBezTo>
                  <a:cubicBezTo>
                    <a:pt x="1881" y="875"/>
                    <a:pt x="1881" y="875"/>
                    <a:pt x="1881" y="875"/>
                  </a:cubicBezTo>
                  <a:cubicBezTo>
                    <a:pt x="1881" y="986"/>
                    <a:pt x="1881" y="986"/>
                    <a:pt x="1881" y="986"/>
                  </a:cubicBezTo>
                  <a:cubicBezTo>
                    <a:pt x="3035" y="986"/>
                    <a:pt x="3035" y="986"/>
                    <a:pt x="3035" y="986"/>
                  </a:cubicBezTo>
                  <a:cubicBezTo>
                    <a:pt x="3035" y="149"/>
                    <a:pt x="3035" y="149"/>
                    <a:pt x="3035" y="149"/>
                  </a:cubicBezTo>
                  <a:cubicBezTo>
                    <a:pt x="3035" y="74"/>
                    <a:pt x="2979" y="0"/>
                    <a:pt x="2886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2" name="Freeform: Shape 361"/>
            <p:cNvSpPr>
              <a:spLocks/>
            </p:cNvSpPr>
            <p:nvPr/>
          </p:nvSpPr>
          <p:spPr bwMode="auto">
            <a:xfrm>
              <a:off x="7499350" y="2659063"/>
              <a:ext cx="247650" cy="107950"/>
            </a:xfrm>
            <a:custGeom>
              <a:avLst/>
              <a:gdLst>
                <a:gd name="T0" fmla="*/ 689 w 690"/>
                <a:gd name="T1" fmla="*/ 0 h 299"/>
                <a:gd name="T2" fmla="*/ 689 w 690"/>
                <a:gd name="T3" fmla="*/ 0 h 299"/>
                <a:gd name="T4" fmla="*/ 0 w 690"/>
                <a:gd name="T5" fmla="*/ 0 h 299"/>
                <a:gd name="T6" fmla="*/ 354 w 690"/>
                <a:gd name="T7" fmla="*/ 298 h 299"/>
                <a:gd name="T8" fmla="*/ 689 w 690"/>
                <a:gd name="T9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0" h="299">
                  <a:moveTo>
                    <a:pt x="689" y="0"/>
                  </a:moveTo>
                  <a:lnTo>
                    <a:pt x="689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19" y="167"/>
                    <a:pt x="168" y="298"/>
                    <a:pt x="354" y="298"/>
                  </a:cubicBezTo>
                  <a:cubicBezTo>
                    <a:pt x="522" y="298"/>
                    <a:pt x="671" y="167"/>
                    <a:pt x="689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3" name="Freeform: Shape 362"/>
            <p:cNvSpPr>
              <a:spLocks/>
            </p:cNvSpPr>
            <p:nvPr/>
          </p:nvSpPr>
          <p:spPr bwMode="auto">
            <a:xfrm>
              <a:off x="7137400" y="3006725"/>
              <a:ext cx="6350" cy="1588"/>
            </a:xfrm>
            <a:custGeom>
              <a:avLst/>
              <a:gdLst>
                <a:gd name="T0" fmla="*/ 18 w 19"/>
                <a:gd name="T1" fmla="*/ 0 h 1"/>
                <a:gd name="T2" fmla="*/ 18 w 19"/>
                <a:gd name="T3" fmla="*/ 0 h 1"/>
                <a:gd name="T4" fmla="*/ 18 w 19"/>
                <a:gd name="T5" fmla="*/ 0 h 1"/>
                <a:gd name="T6" fmla="*/ 18 w 19"/>
                <a:gd name="T7" fmla="*/ 0 h 1"/>
                <a:gd name="T8" fmla="*/ 18 w 19"/>
                <a:gd name="T9" fmla="*/ 0 h 1"/>
                <a:gd name="T10" fmla="*/ 18 w 19"/>
                <a:gd name="T11" fmla="*/ 0 h 1"/>
                <a:gd name="T12" fmla="*/ 0 w 19"/>
                <a:gd name="T13" fmla="*/ 0 h 1"/>
                <a:gd name="T14" fmla="*/ 0 w 19"/>
                <a:gd name="T15" fmla="*/ 0 h 1"/>
                <a:gd name="T16" fmla="*/ 0 w 19"/>
                <a:gd name="T17" fmla="*/ 0 h 1"/>
                <a:gd name="T18" fmla="*/ 0 w 19"/>
                <a:gd name="T19" fmla="*/ 0 h 1"/>
                <a:gd name="T20" fmla="*/ 0 w 19"/>
                <a:gd name="T21" fmla="*/ 0 h 1"/>
                <a:gd name="T22" fmla="*/ 0 w 19"/>
                <a:gd name="T23" fmla="*/ 0 h 1"/>
                <a:gd name="T24" fmla="*/ 0 w 19"/>
                <a:gd name="T25" fmla="*/ 0 h 1"/>
                <a:gd name="T26" fmla="*/ 0 w 19"/>
                <a:gd name="T27" fmla="*/ 0 h 1"/>
                <a:gd name="T28" fmla="*/ 0 w 19"/>
                <a:gd name="T29" fmla="*/ 0 h 1"/>
                <a:gd name="T30" fmla="*/ 0 w 19"/>
                <a:gd name="T31" fmla="*/ 0 h 1"/>
                <a:gd name="T32" fmla="*/ 0 w 19"/>
                <a:gd name="T33" fmla="*/ 0 h 1"/>
                <a:gd name="T34" fmla="*/ 0 w 19"/>
                <a:gd name="T35" fmla="*/ 0 h 1"/>
                <a:gd name="T36" fmla="*/ 0 w 19"/>
                <a:gd name="T37" fmla="*/ 0 h 1"/>
                <a:gd name="T38" fmla="*/ 0 w 19"/>
                <a:gd name="T39" fmla="*/ 0 h 1"/>
                <a:gd name="T40" fmla="*/ 0 w 19"/>
                <a:gd name="T41" fmla="*/ 0 h 1"/>
                <a:gd name="T42" fmla="*/ 0 w 19"/>
                <a:gd name="T43" fmla="*/ 0 h 1"/>
                <a:gd name="T44" fmla="*/ 0 w 19"/>
                <a:gd name="T45" fmla="*/ 0 h 1"/>
                <a:gd name="T46" fmla="*/ 0 w 19"/>
                <a:gd name="T47" fmla="*/ 0 h 1"/>
                <a:gd name="T48" fmla="*/ 0 w 19"/>
                <a:gd name="T49" fmla="*/ 0 h 1"/>
                <a:gd name="T50" fmla="*/ 0 w 19"/>
                <a:gd name="T51" fmla="*/ 0 h 1"/>
                <a:gd name="T52" fmla="*/ 0 w 19"/>
                <a:gd name="T53" fmla="*/ 0 h 1"/>
                <a:gd name="T54" fmla="*/ 0 w 19"/>
                <a:gd name="T55" fmla="*/ 0 h 1"/>
                <a:gd name="T56" fmla="*/ 0 w 19"/>
                <a:gd name="T57" fmla="*/ 0 h 1"/>
                <a:gd name="T58" fmla="*/ 0 w 19"/>
                <a:gd name="T59" fmla="*/ 0 h 1"/>
                <a:gd name="T60" fmla="*/ 0 w 19"/>
                <a:gd name="T61" fmla="*/ 0 h 1"/>
                <a:gd name="T62" fmla="*/ 0 w 19"/>
                <a:gd name="T63" fmla="*/ 0 h 1"/>
                <a:gd name="T64" fmla="*/ 0 w 19"/>
                <a:gd name="T65" fmla="*/ 0 h 1"/>
                <a:gd name="T66" fmla="*/ 0 w 19"/>
                <a:gd name="T6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" h="1">
                  <a:moveTo>
                    <a:pt x="18" y="0"/>
                  </a:move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8" y="0"/>
                  </a:lnTo>
                </a:path>
              </a:pathLst>
            </a:custGeom>
            <a:solidFill>
              <a:srgbClr val="E6E9E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4" name="Freeform: Shape 363"/>
            <p:cNvSpPr>
              <a:spLocks/>
            </p:cNvSpPr>
            <p:nvPr/>
          </p:nvSpPr>
          <p:spPr bwMode="auto">
            <a:xfrm>
              <a:off x="7486650" y="2571750"/>
              <a:ext cx="274638" cy="87313"/>
            </a:xfrm>
            <a:custGeom>
              <a:avLst/>
              <a:gdLst>
                <a:gd name="T0" fmla="*/ 764 w 765"/>
                <a:gd name="T1" fmla="*/ 0 h 243"/>
                <a:gd name="T2" fmla="*/ 0 w 765"/>
                <a:gd name="T3" fmla="*/ 0 h 243"/>
                <a:gd name="T4" fmla="*/ 0 w 765"/>
                <a:gd name="T5" fmla="*/ 111 h 243"/>
                <a:gd name="T6" fmla="*/ 0 w 765"/>
                <a:gd name="T7" fmla="*/ 186 h 243"/>
                <a:gd name="T8" fmla="*/ 0 w 765"/>
                <a:gd name="T9" fmla="*/ 242 h 243"/>
                <a:gd name="T10" fmla="*/ 37 w 765"/>
                <a:gd name="T11" fmla="*/ 242 h 243"/>
                <a:gd name="T12" fmla="*/ 726 w 765"/>
                <a:gd name="T13" fmla="*/ 242 h 243"/>
                <a:gd name="T14" fmla="*/ 764 w 765"/>
                <a:gd name="T15" fmla="*/ 242 h 243"/>
                <a:gd name="T16" fmla="*/ 764 w 765"/>
                <a:gd name="T17" fmla="*/ 186 h 243"/>
                <a:gd name="T18" fmla="*/ 764 w 765"/>
                <a:gd name="T19" fmla="*/ 111 h 243"/>
                <a:gd name="T20" fmla="*/ 764 w 765"/>
                <a:gd name="T21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5" h="243">
                  <a:moveTo>
                    <a:pt x="764" y="0"/>
                  </a:moveTo>
                  <a:lnTo>
                    <a:pt x="0" y="0"/>
                  </a:lnTo>
                  <a:lnTo>
                    <a:pt x="0" y="111"/>
                  </a:lnTo>
                  <a:lnTo>
                    <a:pt x="0" y="186"/>
                  </a:lnTo>
                  <a:lnTo>
                    <a:pt x="0" y="242"/>
                  </a:lnTo>
                  <a:lnTo>
                    <a:pt x="37" y="242"/>
                  </a:lnTo>
                  <a:lnTo>
                    <a:pt x="726" y="242"/>
                  </a:lnTo>
                  <a:lnTo>
                    <a:pt x="764" y="242"/>
                  </a:lnTo>
                  <a:lnTo>
                    <a:pt x="764" y="186"/>
                  </a:lnTo>
                  <a:lnTo>
                    <a:pt x="764" y="111"/>
                  </a:lnTo>
                  <a:lnTo>
                    <a:pt x="764" y="0"/>
                  </a:lnTo>
                </a:path>
              </a:pathLst>
            </a:custGeom>
            <a:solidFill>
              <a:srgbClr val="E8BF7E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5" name="Freeform: Shape 364"/>
            <p:cNvSpPr>
              <a:spLocks/>
            </p:cNvSpPr>
            <p:nvPr/>
          </p:nvSpPr>
          <p:spPr bwMode="auto">
            <a:xfrm>
              <a:off x="7486650" y="2571750"/>
              <a:ext cx="274638" cy="87313"/>
            </a:xfrm>
            <a:custGeom>
              <a:avLst/>
              <a:gdLst>
                <a:gd name="T0" fmla="*/ 764 w 765"/>
                <a:gd name="T1" fmla="*/ 0 h 243"/>
                <a:gd name="T2" fmla="*/ 0 w 765"/>
                <a:gd name="T3" fmla="*/ 0 h 243"/>
                <a:gd name="T4" fmla="*/ 0 w 765"/>
                <a:gd name="T5" fmla="*/ 111 h 243"/>
                <a:gd name="T6" fmla="*/ 0 w 765"/>
                <a:gd name="T7" fmla="*/ 186 h 243"/>
                <a:gd name="T8" fmla="*/ 0 w 765"/>
                <a:gd name="T9" fmla="*/ 242 h 243"/>
                <a:gd name="T10" fmla="*/ 37 w 765"/>
                <a:gd name="T11" fmla="*/ 242 h 243"/>
                <a:gd name="T12" fmla="*/ 726 w 765"/>
                <a:gd name="T13" fmla="*/ 242 h 243"/>
                <a:gd name="T14" fmla="*/ 764 w 765"/>
                <a:gd name="T15" fmla="*/ 242 h 243"/>
                <a:gd name="T16" fmla="*/ 764 w 765"/>
                <a:gd name="T17" fmla="*/ 186 h 243"/>
                <a:gd name="T18" fmla="*/ 764 w 765"/>
                <a:gd name="T19" fmla="*/ 111 h 243"/>
                <a:gd name="T20" fmla="*/ 764 w 765"/>
                <a:gd name="T21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5" h="243">
                  <a:moveTo>
                    <a:pt x="764" y="0"/>
                  </a:moveTo>
                  <a:lnTo>
                    <a:pt x="0" y="0"/>
                  </a:lnTo>
                  <a:lnTo>
                    <a:pt x="0" y="111"/>
                  </a:lnTo>
                  <a:lnTo>
                    <a:pt x="0" y="186"/>
                  </a:lnTo>
                  <a:lnTo>
                    <a:pt x="0" y="242"/>
                  </a:lnTo>
                  <a:lnTo>
                    <a:pt x="37" y="242"/>
                  </a:lnTo>
                  <a:lnTo>
                    <a:pt x="726" y="242"/>
                  </a:lnTo>
                  <a:lnTo>
                    <a:pt x="764" y="242"/>
                  </a:lnTo>
                  <a:lnTo>
                    <a:pt x="764" y="186"/>
                  </a:lnTo>
                  <a:lnTo>
                    <a:pt x="764" y="111"/>
                  </a:lnTo>
                  <a:lnTo>
                    <a:pt x="764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6" name="Freeform: Shape 365"/>
            <p:cNvSpPr>
              <a:spLocks/>
            </p:cNvSpPr>
            <p:nvPr/>
          </p:nvSpPr>
          <p:spPr bwMode="auto">
            <a:xfrm>
              <a:off x="7083425" y="2900363"/>
              <a:ext cx="114300" cy="107950"/>
            </a:xfrm>
            <a:custGeom>
              <a:avLst/>
              <a:gdLst>
                <a:gd name="T0" fmla="*/ 0 w 317"/>
                <a:gd name="T1" fmla="*/ 0 h 298"/>
                <a:gd name="T2" fmla="*/ 0 w 317"/>
                <a:gd name="T3" fmla="*/ 0 h 298"/>
                <a:gd name="T4" fmla="*/ 0 w 317"/>
                <a:gd name="T5" fmla="*/ 149 h 298"/>
                <a:gd name="T6" fmla="*/ 0 w 317"/>
                <a:gd name="T7" fmla="*/ 149 h 298"/>
                <a:gd name="T8" fmla="*/ 0 w 317"/>
                <a:gd name="T9" fmla="*/ 149 h 298"/>
                <a:gd name="T10" fmla="*/ 149 w 317"/>
                <a:gd name="T11" fmla="*/ 297 h 298"/>
                <a:gd name="T12" fmla="*/ 149 w 317"/>
                <a:gd name="T13" fmla="*/ 297 h 298"/>
                <a:gd name="T14" fmla="*/ 149 w 317"/>
                <a:gd name="T15" fmla="*/ 297 h 298"/>
                <a:gd name="T16" fmla="*/ 149 w 317"/>
                <a:gd name="T17" fmla="*/ 297 h 298"/>
                <a:gd name="T18" fmla="*/ 149 w 317"/>
                <a:gd name="T19" fmla="*/ 297 h 298"/>
                <a:gd name="T20" fmla="*/ 149 w 317"/>
                <a:gd name="T21" fmla="*/ 297 h 298"/>
                <a:gd name="T22" fmla="*/ 149 w 317"/>
                <a:gd name="T23" fmla="*/ 297 h 298"/>
                <a:gd name="T24" fmla="*/ 149 w 317"/>
                <a:gd name="T25" fmla="*/ 297 h 298"/>
                <a:gd name="T26" fmla="*/ 149 w 317"/>
                <a:gd name="T27" fmla="*/ 297 h 298"/>
                <a:gd name="T28" fmla="*/ 149 w 317"/>
                <a:gd name="T29" fmla="*/ 297 h 298"/>
                <a:gd name="T30" fmla="*/ 149 w 317"/>
                <a:gd name="T31" fmla="*/ 297 h 298"/>
                <a:gd name="T32" fmla="*/ 149 w 317"/>
                <a:gd name="T33" fmla="*/ 297 h 298"/>
                <a:gd name="T34" fmla="*/ 149 w 317"/>
                <a:gd name="T35" fmla="*/ 297 h 298"/>
                <a:gd name="T36" fmla="*/ 149 w 317"/>
                <a:gd name="T37" fmla="*/ 297 h 298"/>
                <a:gd name="T38" fmla="*/ 149 w 317"/>
                <a:gd name="T39" fmla="*/ 297 h 298"/>
                <a:gd name="T40" fmla="*/ 149 w 317"/>
                <a:gd name="T41" fmla="*/ 297 h 298"/>
                <a:gd name="T42" fmla="*/ 149 w 317"/>
                <a:gd name="T43" fmla="*/ 297 h 298"/>
                <a:gd name="T44" fmla="*/ 149 w 317"/>
                <a:gd name="T45" fmla="*/ 297 h 298"/>
                <a:gd name="T46" fmla="*/ 149 w 317"/>
                <a:gd name="T47" fmla="*/ 297 h 298"/>
                <a:gd name="T48" fmla="*/ 149 w 317"/>
                <a:gd name="T49" fmla="*/ 297 h 298"/>
                <a:gd name="T50" fmla="*/ 149 w 317"/>
                <a:gd name="T51" fmla="*/ 297 h 298"/>
                <a:gd name="T52" fmla="*/ 149 w 317"/>
                <a:gd name="T53" fmla="*/ 297 h 298"/>
                <a:gd name="T54" fmla="*/ 149 w 317"/>
                <a:gd name="T55" fmla="*/ 297 h 298"/>
                <a:gd name="T56" fmla="*/ 149 w 317"/>
                <a:gd name="T57" fmla="*/ 297 h 298"/>
                <a:gd name="T58" fmla="*/ 149 w 317"/>
                <a:gd name="T59" fmla="*/ 297 h 298"/>
                <a:gd name="T60" fmla="*/ 149 w 317"/>
                <a:gd name="T61" fmla="*/ 297 h 298"/>
                <a:gd name="T62" fmla="*/ 149 w 317"/>
                <a:gd name="T63" fmla="*/ 297 h 298"/>
                <a:gd name="T64" fmla="*/ 149 w 317"/>
                <a:gd name="T65" fmla="*/ 297 h 298"/>
                <a:gd name="T66" fmla="*/ 167 w 317"/>
                <a:gd name="T67" fmla="*/ 297 h 298"/>
                <a:gd name="T68" fmla="*/ 167 w 317"/>
                <a:gd name="T69" fmla="*/ 297 h 298"/>
                <a:gd name="T70" fmla="*/ 167 w 317"/>
                <a:gd name="T71" fmla="*/ 297 h 298"/>
                <a:gd name="T72" fmla="*/ 167 w 317"/>
                <a:gd name="T73" fmla="*/ 297 h 298"/>
                <a:gd name="T74" fmla="*/ 167 w 317"/>
                <a:gd name="T75" fmla="*/ 297 h 298"/>
                <a:gd name="T76" fmla="*/ 167 w 317"/>
                <a:gd name="T77" fmla="*/ 297 h 298"/>
                <a:gd name="T78" fmla="*/ 167 w 317"/>
                <a:gd name="T79" fmla="*/ 297 h 298"/>
                <a:gd name="T80" fmla="*/ 316 w 317"/>
                <a:gd name="T81" fmla="*/ 297 h 298"/>
                <a:gd name="T82" fmla="*/ 316 w 317"/>
                <a:gd name="T83" fmla="*/ 297 h 298"/>
                <a:gd name="T84" fmla="*/ 0 w 317"/>
                <a:gd name="T85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17" h="298">
                  <a:moveTo>
                    <a:pt x="0" y="0"/>
                  </a:moveTo>
                  <a:lnTo>
                    <a:pt x="0" y="0"/>
                  </a:lnTo>
                  <a:cubicBezTo>
                    <a:pt x="0" y="149"/>
                    <a:pt x="0" y="149"/>
                    <a:pt x="0" y="149"/>
                  </a:cubicBezTo>
                  <a:lnTo>
                    <a:pt x="0" y="149"/>
                  </a:lnTo>
                  <a:lnTo>
                    <a:pt x="0" y="149"/>
                  </a:lnTo>
                  <a:cubicBezTo>
                    <a:pt x="0" y="224"/>
                    <a:pt x="74" y="297"/>
                    <a:pt x="149" y="297"/>
                  </a:cubicBez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lnTo>
                    <a:pt x="149" y="297"/>
                  </a:lnTo>
                  <a:cubicBezTo>
                    <a:pt x="167" y="297"/>
                    <a:pt x="167" y="297"/>
                    <a:pt x="167" y="297"/>
                  </a:cubicBezTo>
                  <a:lnTo>
                    <a:pt x="167" y="297"/>
                  </a:lnTo>
                  <a:lnTo>
                    <a:pt x="167" y="297"/>
                  </a:lnTo>
                  <a:lnTo>
                    <a:pt x="167" y="297"/>
                  </a:lnTo>
                  <a:lnTo>
                    <a:pt x="167" y="297"/>
                  </a:lnTo>
                  <a:lnTo>
                    <a:pt x="167" y="297"/>
                  </a:lnTo>
                  <a:lnTo>
                    <a:pt x="167" y="297"/>
                  </a:lnTo>
                  <a:cubicBezTo>
                    <a:pt x="316" y="297"/>
                    <a:pt x="316" y="297"/>
                    <a:pt x="316" y="297"/>
                  </a:cubicBezTo>
                  <a:lnTo>
                    <a:pt x="316" y="297"/>
                  </a:lnTo>
                  <a:cubicBezTo>
                    <a:pt x="223" y="205"/>
                    <a:pt x="111" y="93"/>
                    <a:pt x="0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7" name="Freeform: Shape 366"/>
            <p:cNvSpPr>
              <a:spLocks/>
            </p:cNvSpPr>
            <p:nvPr/>
          </p:nvSpPr>
          <p:spPr bwMode="auto">
            <a:xfrm>
              <a:off x="8056563" y="2887663"/>
              <a:ext cx="120650" cy="120650"/>
            </a:xfrm>
            <a:custGeom>
              <a:avLst/>
              <a:gdLst>
                <a:gd name="T0" fmla="*/ 335 w 336"/>
                <a:gd name="T1" fmla="*/ 0 h 335"/>
                <a:gd name="T2" fmla="*/ 335 w 336"/>
                <a:gd name="T3" fmla="*/ 0 h 335"/>
                <a:gd name="T4" fmla="*/ 335 w 336"/>
                <a:gd name="T5" fmla="*/ 0 h 335"/>
                <a:gd name="T6" fmla="*/ 0 w 336"/>
                <a:gd name="T7" fmla="*/ 334 h 335"/>
                <a:gd name="T8" fmla="*/ 186 w 336"/>
                <a:gd name="T9" fmla="*/ 334 h 335"/>
                <a:gd name="T10" fmla="*/ 335 w 336"/>
                <a:gd name="T11" fmla="*/ 186 h 335"/>
                <a:gd name="T12" fmla="*/ 335 w 336"/>
                <a:gd name="T13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6" h="335">
                  <a:moveTo>
                    <a:pt x="335" y="0"/>
                  </a:moveTo>
                  <a:lnTo>
                    <a:pt x="335" y="0"/>
                  </a:lnTo>
                  <a:lnTo>
                    <a:pt x="335" y="0"/>
                  </a:lnTo>
                  <a:cubicBezTo>
                    <a:pt x="0" y="334"/>
                    <a:pt x="0" y="334"/>
                    <a:pt x="0" y="334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279" y="334"/>
                    <a:pt x="335" y="279"/>
                    <a:pt x="335" y="186"/>
                  </a:cubicBezTo>
                  <a:cubicBezTo>
                    <a:pt x="335" y="0"/>
                    <a:pt x="335" y="0"/>
                    <a:pt x="335" y="0"/>
                  </a:cubicBezTo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2" name="Group 367"/>
          <p:cNvGrpSpPr/>
          <p:nvPr/>
        </p:nvGrpSpPr>
        <p:grpSpPr>
          <a:xfrm>
            <a:off x="6603764" y="965900"/>
            <a:ext cx="1621156" cy="2227766"/>
            <a:chOff x="1575114" y="2327124"/>
            <a:chExt cx="2161542" cy="2970356"/>
          </a:xfrm>
        </p:grpSpPr>
        <p:sp>
          <p:nvSpPr>
            <p:cNvPr id="16" name="Freeform: Shape 368"/>
            <p:cNvSpPr>
              <a:spLocks/>
            </p:cNvSpPr>
            <p:nvPr/>
          </p:nvSpPr>
          <p:spPr bwMode="auto">
            <a:xfrm>
              <a:off x="1575114" y="4339406"/>
              <a:ext cx="1555093" cy="958074"/>
            </a:xfrm>
            <a:custGeom>
              <a:avLst/>
              <a:gdLst>
                <a:gd name="T0" fmla="*/ 7522 w 7524"/>
                <a:gd name="T1" fmla="*/ 2706 h 4633"/>
                <a:gd name="T2" fmla="*/ 7522 w 7524"/>
                <a:gd name="T3" fmla="*/ 2706 h 4633"/>
                <a:gd name="T4" fmla="*/ 6871 w 7524"/>
                <a:gd name="T5" fmla="*/ 2067 h 4633"/>
                <a:gd name="T6" fmla="*/ 6719 w 7524"/>
                <a:gd name="T7" fmla="*/ 2087 h 4633"/>
                <a:gd name="T8" fmla="*/ 6254 w 7524"/>
                <a:gd name="T9" fmla="*/ 2740 h 4633"/>
                <a:gd name="T10" fmla="*/ 6167 w 7524"/>
                <a:gd name="T11" fmla="*/ 2827 h 4633"/>
                <a:gd name="T12" fmla="*/ 6080 w 7524"/>
                <a:gd name="T13" fmla="*/ 2740 h 4633"/>
                <a:gd name="T14" fmla="*/ 6168 w 7524"/>
                <a:gd name="T15" fmla="*/ 2360 h 4633"/>
                <a:gd name="T16" fmla="*/ 5984 w 7524"/>
                <a:gd name="T17" fmla="*/ 2317 h 4633"/>
                <a:gd name="T18" fmla="*/ 5844 w 7524"/>
                <a:gd name="T19" fmla="*/ 2342 h 4633"/>
                <a:gd name="T20" fmla="*/ 5855 w 7524"/>
                <a:gd name="T21" fmla="*/ 2236 h 4633"/>
                <a:gd name="T22" fmla="*/ 5023 w 7524"/>
                <a:gd name="T23" fmla="*/ 1398 h 4633"/>
                <a:gd name="T24" fmla="*/ 4710 w 7524"/>
                <a:gd name="T25" fmla="*/ 1461 h 4633"/>
                <a:gd name="T26" fmla="*/ 4247 w 7524"/>
                <a:gd name="T27" fmla="*/ 2159 h 4633"/>
                <a:gd name="T28" fmla="*/ 4156 w 7524"/>
                <a:gd name="T29" fmla="*/ 2249 h 4633"/>
                <a:gd name="T30" fmla="*/ 4155 w 7524"/>
                <a:gd name="T31" fmla="*/ 2249 h 4633"/>
                <a:gd name="T32" fmla="*/ 4066 w 7524"/>
                <a:gd name="T33" fmla="*/ 2156 h 4633"/>
                <a:gd name="T34" fmla="*/ 4617 w 7524"/>
                <a:gd name="T35" fmla="*/ 1303 h 4633"/>
                <a:gd name="T36" fmla="*/ 4291 w 7524"/>
                <a:gd name="T37" fmla="*/ 0 h 4633"/>
                <a:gd name="T38" fmla="*/ 4070 w 7524"/>
                <a:gd name="T39" fmla="*/ 120 h 4633"/>
                <a:gd name="T40" fmla="*/ 4113 w 7524"/>
                <a:gd name="T41" fmla="*/ 903 h 4633"/>
                <a:gd name="T42" fmla="*/ 3904 w 7524"/>
                <a:gd name="T43" fmla="*/ 681 h 4633"/>
                <a:gd name="T44" fmla="*/ 3754 w 7524"/>
                <a:gd name="T45" fmla="*/ 1029 h 4633"/>
                <a:gd name="T46" fmla="*/ 3599 w 7524"/>
                <a:gd name="T47" fmla="*/ 681 h 4633"/>
                <a:gd name="T48" fmla="*/ 3376 w 7524"/>
                <a:gd name="T49" fmla="*/ 903 h 4633"/>
                <a:gd name="T50" fmla="*/ 3420 w 7524"/>
                <a:gd name="T51" fmla="*/ 114 h 4633"/>
                <a:gd name="T52" fmla="*/ 3215 w 7524"/>
                <a:gd name="T53" fmla="*/ 1 h 4633"/>
                <a:gd name="T54" fmla="*/ 2755 w 7524"/>
                <a:gd name="T55" fmla="*/ 1560 h 4633"/>
                <a:gd name="T56" fmla="*/ 2630 w 7524"/>
                <a:gd name="T57" fmla="*/ 1548 h 4633"/>
                <a:gd name="T58" fmla="*/ 1855 w 7524"/>
                <a:gd name="T59" fmla="*/ 2172 h 4633"/>
                <a:gd name="T60" fmla="*/ 1643 w 7524"/>
                <a:gd name="T61" fmla="*/ 2115 h 4633"/>
                <a:gd name="T62" fmla="*/ 1426 w 7524"/>
                <a:gd name="T63" fmla="*/ 2177 h 4633"/>
                <a:gd name="T64" fmla="*/ 1565 w 7524"/>
                <a:gd name="T65" fmla="*/ 2634 h 4633"/>
                <a:gd name="T66" fmla="*/ 1478 w 7524"/>
                <a:gd name="T67" fmla="*/ 2721 h 4633"/>
                <a:gd name="T68" fmla="*/ 1392 w 7524"/>
                <a:gd name="T69" fmla="*/ 2634 h 4633"/>
                <a:gd name="T70" fmla="*/ 1129 w 7524"/>
                <a:gd name="T71" fmla="*/ 2117 h 4633"/>
                <a:gd name="T72" fmla="*/ 743 w 7524"/>
                <a:gd name="T73" fmla="*/ 2005 h 4633"/>
                <a:gd name="T74" fmla="*/ 11 w 7524"/>
                <a:gd name="T75" fmla="*/ 2724 h 4633"/>
                <a:gd name="T76" fmla="*/ 8 w 7524"/>
                <a:gd name="T77" fmla="*/ 2724 h 4633"/>
                <a:gd name="T78" fmla="*/ 8 w 7524"/>
                <a:gd name="T79" fmla="*/ 3266 h 4633"/>
                <a:gd name="T80" fmla="*/ 7524 w 7524"/>
                <a:gd name="T81" fmla="*/ 3266 h 4633"/>
                <a:gd name="T82" fmla="*/ 7524 w 7524"/>
                <a:gd name="T83" fmla="*/ 2705 h 4633"/>
                <a:gd name="T84" fmla="*/ 7522 w 7524"/>
                <a:gd name="T85" fmla="*/ 2705 h 4633"/>
                <a:gd name="T86" fmla="*/ 7522 w 7524"/>
                <a:gd name="T87" fmla="*/ 2706 h 4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524" h="4633">
                  <a:moveTo>
                    <a:pt x="7522" y="2706"/>
                  </a:moveTo>
                  <a:lnTo>
                    <a:pt x="7522" y="2706"/>
                  </a:lnTo>
                  <a:cubicBezTo>
                    <a:pt x="7512" y="2352"/>
                    <a:pt x="7225" y="2067"/>
                    <a:pt x="6871" y="2067"/>
                  </a:cubicBezTo>
                  <a:cubicBezTo>
                    <a:pt x="6819" y="2067"/>
                    <a:pt x="6768" y="2075"/>
                    <a:pt x="6719" y="2087"/>
                  </a:cubicBezTo>
                  <a:cubicBezTo>
                    <a:pt x="6449" y="2181"/>
                    <a:pt x="6254" y="2437"/>
                    <a:pt x="6254" y="2740"/>
                  </a:cubicBezTo>
                  <a:cubicBezTo>
                    <a:pt x="6254" y="2788"/>
                    <a:pt x="6215" y="2827"/>
                    <a:pt x="6167" y="2827"/>
                  </a:cubicBezTo>
                  <a:cubicBezTo>
                    <a:pt x="6119" y="2827"/>
                    <a:pt x="6080" y="2788"/>
                    <a:pt x="6080" y="2740"/>
                  </a:cubicBezTo>
                  <a:cubicBezTo>
                    <a:pt x="6080" y="2604"/>
                    <a:pt x="6112" y="2475"/>
                    <a:pt x="6168" y="2360"/>
                  </a:cubicBezTo>
                  <a:cubicBezTo>
                    <a:pt x="6112" y="2333"/>
                    <a:pt x="6050" y="2317"/>
                    <a:pt x="5984" y="2317"/>
                  </a:cubicBezTo>
                  <a:cubicBezTo>
                    <a:pt x="5935" y="2317"/>
                    <a:pt x="5889" y="2327"/>
                    <a:pt x="5844" y="2342"/>
                  </a:cubicBezTo>
                  <a:cubicBezTo>
                    <a:pt x="5849" y="2307"/>
                    <a:pt x="5855" y="2272"/>
                    <a:pt x="5855" y="2236"/>
                  </a:cubicBezTo>
                  <a:cubicBezTo>
                    <a:pt x="5855" y="1773"/>
                    <a:pt x="5483" y="1398"/>
                    <a:pt x="5023" y="1398"/>
                  </a:cubicBezTo>
                  <a:cubicBezTo>
                    <a:pt x="4912" y="1398"/>
                    <a:pt x="4807" y="1421"/>
                    <a:pt x="4710" y="1461"/>
                  </a:cubicBezTo>
                  <a:cubicBezTo>
                    <a:pt x="4443" y="1580"/>
                    <a:pt x="4253" y="1846"/>
                    <a:pt x="4247" y="2159"/>
                  </a:cubicBezTo>
                  <a:cubicBezTo>
                    <a:pt x="4245" y="2209"/>
                    <a:pt x="4205" y="2249"/>
                    <a:pt x="4156" y="2249"/>
                  </a:cubicBezTo>
                  <a:lnTo>
                    <a:pt x="4155" y="2249"/>
                  </a:lnTo>
                  <a:cubicBezTo>
                    <a:pt x="4105" y="2247"/>
                    <a:pt x="4065" y="2206"/>
                    <a:pt x="4066" y="2156"/>
                  </a:cubicBezTo>
                  <a:cubicBezTo>
                    <a:pt x="4074" y="1777"/>
                    <a:pt x="4298" y="1454"/>
                    <a:pt x="4617" y="1303"/>
                  </a:cubicBezTo>
                  <a:cubicBezTo>
                    <a:pt x="4429" y="906"/>
                    <a:pt x="4313" y="466"/>
                    <a:pt x="4291" y="0"/>
                  </a:cubicBezTo>
                  <a:cubicBezTo>
                    <a:pt x="4221" y="51"/>
                    <a:pt x="4147" y="90"/>
                    <a:pt x="4070" y="120"/>
                  </a:cubicBezTo>
                  <a:cubicBezTo>
                    <a:pt x="4070" y="338"/>
                    <a:pt x="4077" y="693"/>
                    <a:pt x="4113" y="903"/>
                  </a:cubicBezTo>
                  <a:lnTo>
                    <a:pt x="3904" y="681"/>
                  </a:lnTo>
                  <a:lnTo>
                    <a:pt x="3754" y="1029"/>
                  </a:lnTo>
                  <a:lnTo>
                    <a:pt x="3599" y="681"/>
                  </a:lnTo>
                  <a:lnTo>
                    <a:pt x="3376" y="903"/>
                  </a:lnTo>
                  <a:cubicBezTo>
                    <a:pt x="3414" y="726"/>
                    <a:pt x="3420" y="342"/>
                    <a:pt x="3420" y="114"/>
                  </a:cubicBezTo>
                  <a:cubicBezTo>
                    <a:pt x="3349" y="85"/>
                    <a:pt x="3280" y="49"/>
                    <a:pt x="3215" y="1"/>
                  </a:cubicBezTo>
                  <a:cubicBezTo>
                    <a:pt x="3188" y="570"/>
                    <a:pt x="3023" y="1101"/>
                    <a:pt x="2755" y="1560"/>
                  </a:cubicBezTo>
                  <a:cubicBezTo>
                    <a:pt x="2714" y="1554"/>
                    <a:pt x="2673" y="1548"/>
                    <a:pt x="2630" y="1548"/>
                  </a:cubicBezTo>
                  <a:cubicBezTo>
                    <a:pt x="2251" y="1548"/>
                    <a:pt x="1935" y="1815"/>
                    <a:pt x="1855" y="2172"/>
                  </a:cubicBezTo>
                  <a:cubicBezTo>
                    <a:pt x="1792" y="2137"/>
                    <a:pt x="1720" y="2115"/>
                    <a:pt x="1643" y="2115"/>
                  </a:cubicBezTo>
                  <a:cubicBezTo>
                    <a:pt x="1563" y="2115"/>
                    <a:pt x="1490" y="2139"/>
                    <a:pt x="1426" y="2177"/>
                  </a:cubicBezTo>
                  <a:cubicBezTo>
                    <a:pt x="1513" y="2308"/>
                    <a:pt x="1565" y="2465"/>
                    <a:pt x="1565" y="2634"/>
                  </a:cubicBezTo>
                  <a:cubicBezTo>
                    <a:pt x="1565" y="2682"/>
                    <a:pt x="1526" y="2721"/>
                    <a:pt x="1478" y="2721"/>
                  </a:cubicBezTo>
                  <a:cubicBezTo>
                    <a:pt x="1430" y="2721"/>
                    <a:pt x="1392" y="2682"/>
                    <a:pt x="1392" y="2634"/>
                  </a:cubicBezTo>
                  <a:cubicBezTo>
                    <a:pt x="1392" y="2421"/>
                    <a:pt x="1287" y="2234"/>
                    <a:pt x="1129" y="2117"/>
                  </a:cubicBezTo>
                  <a:cubicBezTo>
                    <a:pt x="1017" y="2046"/>
                    <a:pt x="885" y="2005"/>
                    <a:pt x="743" y="2005"/>
                  </a:cubicBezTo>
                  <a:cubicBezTo>
                    <a:pt x="345" y="2005"/>
                    <a:pt x="22" y="2325"/>
                    <a:pt x="11" y="2724"/>
                  </a:cubicBezTo>
                  <a:lnTo>
                    <a:pt x="8" y="2724"/>
                  </a:lnTo>
                  <a:lnTo>
                    <a:pt x="8" y="3266"/>
                  </a:lnTo>
                  <a:cubicBezTo>
                    <a:pt x="0" y="4134"/>
                    <a:pt x="6407" y="4633"/>
                    <a:pt x="7524" y="3266"/>
                  </a:cubicBezTo>
                  <a:lnTo>
                    <a:pt x="7524" y="2705"/>
                  </a:lnTo>
                  <a:lnTo>
                    <a:pt x="7522" y="2705"/>
                  </a:lnTo>
                  <a:lnTo>
                    <a:pt x="7522" y="2706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17" name="Group 369"/>
            <p:cNvGrpSpPr/>
            <p:nvPr/>
          </p:nvGrpSpPr>
          <p:grpSpPr>
            <a:xfrm>
              <a:off x="2013053" y="2327124"/>
              <a:ext cx="1723603" cy="2244252"/>
              <a:chOff x="4118760" y="4761439"/>
              <a:chExt cx="3447200" cy="4488502"/>
            </a:xfrm>
          </p:grpSpPr>
          <p:sp>
            <p:nvSpPr>
              <p:cNvPr id="18" name="Freeform: Shape 370"/>
              <p:cNvSpPr>
                <a:spLocks/>
              </p:cNvSpPr>
              <p:nvPr/>
            </p:nvSpPr>
            <p:spPr bwMode="auto">
              <a:xfrm rot="1809314">
                <a:off x="4469495" y="7715814"/>
                <a:ext cx="1233004" cy="1531658"/>
              </a:xfrm>
              <a:custGeom>
                <a:avLst/>
                <a:gdLst>
                  <a:gd name="T0" fmla="*/ 263 w 4756"/>
                  <a:gd name="T1" fmla="*/ 0 h 5914"/>
                  <a:gd name="T2" fmla="*/ 0 w 4756"/>
                  <a:gd name="T3" fmla="*/ 3528 h 5914"/>
                  <a:gd name="T4" fmla="*/ 970 w 4756"/>
                  <a:gd name="T5" fmla="*/ 2841 h 5914"/>
                  <a:gd name="T6" fmla="*/ 2410 w 4756"/>
                  <a:gd name="T7" fmla="*/ 5913 h 5914"/>
                  <a:gd name="T8" fmla="*/ 3785 w 4756"/>
                  <a:gd name="T9" fmla="*/ 2834 h 5914"/>
                  <a:gd name="T10" fmla="*/ 4755 w 4756"/>
                  <a:gd name="T11" fmla="*/ 3528 h 5914"/>
                  <a:gd name="T12" fmla="*/ 4518 w 4756"/>
                  <a:gd name="T13" fmla="*/ 0 h 5914"/>
                  <a:gd name="T14" fmla="*/ 263 w 4756"/>
                  <a:gd name="T15" fmla="*/ 0 h 59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56" h="5914">
                    <a:moveTo>
                      <a:pt x="263" y="0"/>
                    </a:moveTo>
                    <a:lnTo>
                      <a:pt x="0" y="3528"/>
                    </a:lnTo>
                    <a:lnTo>
                      <a:pt x="970" y="2841"/>
                    </a:lnTo>
                    <a:lnTo>
                      <a:pt x="2410" y="5913"/>
                    </a:lnTo>
                    <a:lnTo>
                      <a:pt x="3785" y="2834"/>
                    </a:lnTo>
                    <a:lnTo>
                      <a:pt x="4755" y="3528"/>
                    </a:lnTo>
                    <a:lnTo>
                      <a:pt x="4518" y="0"/>
                    </a:lnTo>
                    <a:lnTo>
                      <a:pt x="263" y="0"/>
                    </a:lnTo>
                  </a:path>
                </a:pathLst>
              </a:custGeom>
              <a:solidFill>
                <a:srgbClr val="FF6400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" name="Freeform: Shape 371"/>
              <p:cNvSpPr>
                <a:spLocks/>
              </p:cNvSpPr>
              <p:nvPr/>
            </p:nvSpPr>
            <p:spPr bwMode="auto">
              <a:xfrm rot="1809314">
                <a:off x="4731911" y="7756928"/>
                <a:ext cx="999671" cy="975003"/>
              </a:xfrm>
              <a:custGeom>
                <a:avLst/>
                <a:gdLst>
                  <a:gd name="T0" fmla="*/ 3619 w 3858"/>
                  <a:gd name="T1" fmla="*/ 0 h 3767"/>
                  <a:gd name="T2" fmla="*/ 174 w 3858"/>
                  <a:gd name="T3" fmla="*/ 0 h 3767"/>
                  <a:gd name="T4" fmla="*/ 244 w 3858"/>
                  <a:gd name="T5" fmla="*/ 154 h 3767"/>
                  <a:gd name="T6" fmla="*/ 0 w 3858"/>
                  <a:gd name="T7" fmla="*/ 2442 h 3767"/>
                  <a:gd name="T8" fmla="*/ 945 w 3858"/>
                  <a:gd name="T9" fmla="*/ 1645 h 3767"/>
                  <a:gd name="T10" fmla="*/ 1935 w 3858"/>
                  <a:gd name="T11" fmla="*/ 3766 h 3767"/>
                  <a:gd name="T12" fmla="*/ 2892 w 3858"/>
                  <a:gd name="T13" fmla="*/ 1626 h 3767"/>
                  <a:gd name="T14" fmla="*/ 3857 w 3858"/>
                  <a:gd name="T15" fmla="*/ 2442 h 3767"/>
                  <a:gd name="T16" fmla="*/ 3599 w 3858"/>
                  <a:gd name="T17" fmla="*/ 45 h 3767"/>
                  <a:gd name="T18" fmla="*/ 3619 w 3858"/>
                  <a:gd name="T19" fmla="*/ 0 h 37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58" h="3767">
                    <a:moveTo>
                      <a:pt x="3619" y="0"/>
                    </a:moveTo>
                    <a:lnTo>
                      <a:pt x="174" y="0"/>
                    </a:lnTo>
                    <a:lnTo>
                      <a:pt x="244" y="154"/>
                    </a:lnTo>
                    <a:lnTo>
                      <a:pt x="0" y="2442"/>
                    </a:lnTo>
                    <a:lnTo>
                      <a:pt x="945" y="1645"/>
                    </a:lnTo>
                    <a:lnTo>
                      <a:pt x="1935" y="3766"/>
                    </a:lnTo>
                    <a:lnTo>
                      <a:pt x="2892" y="1626"/>
                    </a:lnTo>
                    <a:lnTo>
                      <a:pt x="3857" y="2442"/>
                    </a:lnTo>
                    <a:lnTo>
                      <a:pt x="3599" y="45"/>
                    </a:lnTo>
                    <a:lnTo>
                      <a:pt x="3619" y="0"/>
                    </a:lnTo>
                  </a:path>
                </a:pathLst>
              </a:custGeom>
              <a:solidFill>
                <a:srgbClr val="FFC000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Freeform: Shape 372"/>
              <p:cNvSpPr>
                <a:spLocks/>
              </p:cNvSpPr>
              <p:nvPr/>
            </p:nvSpPr>
            <p:spPr bwMode="auto">
              <a:xfrm rot="1809314">
                <a:off x="4118760" y="5940647"/>
                <a:ext cx="733169" cy="1979725"/>
              </a:xfrm>
              <a:custGeom>
                <a:avLst/>
                <a:gdLst>
                  <a:gd name="T0" fmla="*/ 2507 w 2829"/>
                  <a:gd name="T1" fmla="*/ 0 h 7642"/>
                  <a:gd name="T2" fmla="*/ 328 w 2829"/>
                  <a:gd name="T3" fmla="*/ 2076 h 7642"/>
                  <a:gd name="T4" fmla="*/ 0 w 2829"/>
                  <a:gd name="T5" fmla="*/ 7641 h 7642"/>
                  <a:gd name="T6" fmla="*/ 663 w 2829"/>
                  <a:gd name="T7" fmla="*/ 7641 h 7642"/>
                  <a:gd name="T8" fmla="*/ 1498 w 2829"/>
                  <a:gd name="T9" fmla="*/ 4518 h 7642"/>
                  <a:gd name="T10" fmla="*/ 2828 w 2829"/>
                  <a:gd name="T11" fmla="*/ 3933 h 7642"/>
                  <a:gd name="T12" fmla="*/ 2507 w 2829"/>
                  <a:gd name="T13" fmla="*/ 0 h 7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9" h="7642">
                    <a:moveTo>
                      <a:pt x="2507" y="0"/>
                    </a:moveTo>
                    <a:lnTo>
                      <a:pt x="328" y="2076"/>
                    </a:lnTo>
                    <a:lnTo>
                      <a:pt x="0" y="7641"/>
                    </a:lnTo>
                    <a:lnTo>
                      <a:pt x="663" y="7641"/>
                    </a:lnTo>
                    <a:lnTo>
                      <a:pt x="1498" y="4518"/>
                    </a:lnTo>
                    <a:lnTo>
                      <a:pt x="2828" y="3933"/>
                    </a:lnTo>
                    <a:lnTo>
                      <a:pt x="2507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Freeform: Shape 373"/>
              <p:cNvSpPr>
                <a:spLocks/>
              </p:cNvSpPr>
              <p:nvPr/>
            </p:nvSpPr>
            <p:spPr bwMode="auto">
              <a:xfrm rot="1809314">
                <a:off x="6407299" y="7270216"/>
                <a:ext cx="733169" cy="1979725"/>
              </a:xfrm>
              <a:custGeom>
                <a:avLst/>
                <a:gdLst>
                  <a:gd name="T0" fmla="*/ 321 w 2829"/>
                  <a:gd name="T1" fmla="*/ 0 h 7642"/>
                  <a:gd name="T2" fmla="*/ 2500 w 2829"/>
                  <a:gd name="T3" fmla="*/ 2076 h 7642"/>
                  <a:gd name="T4" fmla="*/ 2828 w 2829"/>
                  <a:gd name="T5" fmla="*/ 7641 h 7642"/>
                  <a:gd name="T6" fmla="*/ 2159 w 2829"/>
                  <a:gd name="T7" fmla="*/ 7641 h 7642"/>
                  <a:gd name="T8" fmla="*/ 1330 w 2829"/>
                  <a:gd name="T9" fmla="*/ 4518 h 7642"/>
                  <a:gd name="T10" fmla="*/ 0 w 2829"/>
                  <a:gd name="T11" fmla="*/ 3933 h 7642"/>
                  <a:gd name="T12" fmla="*/ 321 w 2829"/>
                  <a:gd name="T13" fmla="*/ 0 h 7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9" h="7642">
                    <a:moveTo>
                      <a:pt x="321" y="0"/>
                    </a:moveTo>
                    <a:lnTo>
                      <a:pt x="2500" y="2076"/>
                    </a:lnTo>
                    <a:lnTo>
                      <a:pt x="2828" y="7641"/>
                    </a:lnTo>
                    <a:lnTo>
                      <a:pt x="2159" y="7641"/>
                    </a:lnTo>
                    <a:lnTo>
                      <a:pt x="1330" y="4518"/>
                    </a:lnTo>
                    <a:lnTo>
                      <a:pt x="0" y="3933"/>
                    </a:lnTo>
                    <a:lnTo>
                      <a:pt x="321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" name="Freeform: Shape 374"/>
              <p:cNvSpPr>
                <a:spLocks/>
              </p:cNvSpPr>
              <p:nvPr/>
            </p:nvSpPr>
            <p:spPr bwMode="auto">
              <a:xfrm rot="1809314">
                <a:off x="5239860" y="4761439"/>
                <a:ext cx="2099995" cy="3397080"/>
              </a:xfrm>
              <a:custGeom>
                <a:avLst/>
                <a:gdLst>
                  <a:gd name="T0" fmla="*/ 7339 w 8099"/>
                  <a:gd name="T1" fmla="*/ 13110 h 13111"/>
                  <a:gd name="T2" fmla="*/ 7339 w 8099"/>
                  <a:gd name="T3" fmla="*/ 13110 h 13111"/>
                  <a:gd name="T4" fmla="*/ 8098 w 8099"/>
                  <a:gd name="T5" fmla="*/ 8734 h 13111"/>
                  <a:gd name="T6" fmla="*/ 4049 w 8099"/>
                  <a:gd name="T7" fmla="*/ 0 h 13111"/>
                  <a:gd name="T8" fmla="*/ 0 w 8099"/>
                  <a:gd name="T9" fmla="*/ 8734 h 13111"/>
                  <a:gd name="T10" fmla="*/ 759 w 8099"/>
                  <a:gd name="T11" fmla="*/ 13110 h 13111"/>
                  <a:gd name="T12" fmla="*/ 7339 w 8099"/>
                  <a:gd name="T13" fmla="*/ 13110 h 13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99" h="13111">
                    <a:moveTo>
                      <a:pt x="7339" y="13110"/>
                    </a:moveTo>
                    <a:lnTo>
                      <a:pt x="7339" y="13110"/>
                    </a:lnTo>
                    <a:cubicBezTo>
                      <a:pt x="7821" y="11799"/>
                      <a:pt x="8098" y="10309"/>
                      <a:pt x="8098" y="8734"/>
                    </a:cubicBezTo>
                    <a:cubicBezTo>
                      <a:pt x="8098" y="4846"/>
                      <a:pt x="6440" y="1504"/>
                      <a:pt x="4049" y="0"/>
                    </a:cubicBezTo>
                    <a:cubicBezTo>
                      <a:pt x="1665" y="1504"/>
                      <a:pt x="0" y="4846"/>
                      <a:pt x="0" y="8734"/>
                    </a:cubicBezTo>
                    <a:cubicBezTo>
                      <a:pt x="0" y="10309"/>
                      <a:pt x="277" y="11799"/>
                      <a:pt x="759" y="13110"/>
                    </a:cubicBezTo>
                    <a:lnTo>
                      <a:pt x="7339" y="1311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" name="Freeform: Shape 375"/>
              <p:cNvSpPr>
                <a:spLocks/>
              </p:cNvSpPr>
              <p:nvPr/>
            </p:nvSpPr>
            <p:spPr bwMode="auto">
              <a:xfrm rot="1809314">
                <a:off x="6441616" y="4953927"/>
                <a:ext cx="1124344" cy="556655"/>
              </a:xfrm>
              <a:custGeom>
                <a:avLst/>
                <a:gdLst>
                  <a:gd name="T0" fmla="*/ 4337 w 4338"/>
                  <a:gd name="T1" fmla="*/ 2153 h 2154"/>
                  <a:gd name="T2" fmla="*/ 4337 w 4338"/>
                  <a:gd name="T3" fmla="*/ 2153 h 2154"/>
                  <a:gd name="T4" fmla="*/ 2165 w 4338"/>
                  <a:gd name="T5" fmla="*/ 0 h 2154"/>
                  <a:gd name="T6" fmla="*/ 0 w 4338"/>
                  <a:gd name="T7" fmla="*/ 2153 h 2154"/>
                  <a:gd name="T8" fmla="*/ 4337 w 4338"/>
                  <a:gd name="T9" fmla="*/ 2153 h 2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38" h="2154">
                    <a:moveTo>
                      <a:pt x="4337" y="2153"/>
                    </a:moveTo>
                    <a:lnTo>
                      <a:pt x="4337" y="2153"/>
                    </a:lnTo>
                    <a:cubicBezTo>
                      <a:pt x="3721" y="1253"/>
                      <a:pt x="2988" y="514"/>
                      <a:pt x="2165" y="0"/>
                    </a:cubicBezTo>
                    <a:cubicBezTo>
                      <a:pt x="1343" y="514"/>
                      <a:pt x="610" y="1253"/>
                      <a:pt x="0" y="2153"/>
                    </a:cubicBezTo>
                    <a:lnTo>
                      <a:pt x="4337" y="215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Freeform: Shape 376"/>
              <p:cNvSpPr>
                <a:spLocks/>
              </p:cNvSpPr>
              <p:nvPr/>
            </p:nvSpPr>
            <p:spPr bwMode="auto">
              <a:xfrm rot="1809314">
                <a:off x="5261122" y="6435272"/>
                <a:ext cx="2029081" cy="93728"/>
              </a:xfrm>
              <a:custGeom>
                <a:avLst/>
                <a:gdLst>
                  <a:gd name="T0" fmla="*/ 58 w 7829"/>
                  <a:gd name="T1" fmla="*/ 0 h 367"/>
                  <a:gd name="T2" fmla="*/ 58 w 7829"/>
                  <a:gd name="T3" fmla="*/ 0 h 367"/>
                  <a:gd name="T4" fmla="*/ 0 w 7829"/>
                  <a:gd name="T5" fmla="*/ 366 h 367"/>
                  <a:gd name="T6" fmla="*/ 7828 w 7829"/>
                  <a:gd name="T7" fmla="*/ 366 h 367"/>
                  <a:gd name="T8" fmla="*/ 7770 w 7829"/>
                  <a:gd name="T9" fmla="*/ 0 h 367"/>
                  <a:gd name="T10" fmla="*/ 58 w 7829"/>
                  <a:gd name="T11" fmla="*/ 0 h 3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29" h="367">
                    <a:moveTo>
                      <a:pt x="58" y="0"/>
                    </a:moveTo>
                    <a:lnTo>
                      <a:pt x="58" y="0"/>
                    </a:lnTo>
                    <a:cubicBezTo>
                      <a:pt x="39" y="122"/>
                      <a:pt x="20" y="244"/>
                      <a:pt x="0" y="366"/>
                    </a:cubicBezTo>
                    <a:cubicBezTo>
                      <a:pt x="7828" y="366"/>
                      <a:pt x="7828" y="366"/>
                      <a:pt x="7828" y="366"/>
                    </a:cubicBezTo>
                    <a:cubicBezTo>
                      <a:pt x="7808" y="244"/>
                      <a:pt x="7789" y="122"/>
                      <a:pt x="7770" y="0"/>
                    </a:cubicBezTo>
                    <a:lnTo>
                      <a:pt x="58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" name="Freeform: Shape 377"/>
              <p:cNvSpPr>
                <a:spLocks/>
              </p:cNvSpPr>
              <p:nvPr/>
            </p:nvSpPr>
            <p:spPr bwMode="auto">
              <a:xfrm rot="1809314">
                <a:off x="5149287" y="6589619"/>
                <a:ext cx="2071401" cy="104016"/>
              </a:xfrm>
              <a:custGeom>
                <a:avLst/>
                <a:gdLst>
                  <a:gd name="T0" fmla="*/ 7988 w 7989"/>
                  <a:gd name="T1" fmla="*/ 405 h 406"/>
                  <a:gd name="T2" fmla="*/ 7988 w 7989"/>
                  <a:gd name="T3" fmla="*/ 405 h 406"/>
                  <a:gd name="T4" fmla="*/ 7950 w 7989"/>
                  <a:gd name="T5" fmla="*/ 0 h 406"/>
                  <a:gd name="T6" fmla="*/ 33 w 7989"/>
                  <a:gd name="T7" fmla="*/ 0 h 406"/>
                  <a:gd name="T8" fmla="*/ 0 w 7989"/>
                  <a:gd name="T9" fmla="*/ 405 h 406"/>
                  <a:gd name="T10" fmla="*/ 7988 w 7989"/>
                  <a:gd name="T11" fmla="*/ 405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989" h="406">
                    <a:moveTo>
                      <a:pt x="7988" y="405"/>
                    </a:moveTo>
                    <a:lnTo>
                      <a:pt x="7988" y="405"/>
                    </a:lnTo>
                    <a:cubicBezTo>
                      <a:pt x="7975" y="263"/>
                      <a:pt x="7962" y="122"/>
                      <a:pt x="7950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0" y="122"/>
                      <a:pt x="7" y="263"/>
                      <a:pt x="0" y="405"/>
                    </a:cubicBezTo>
                    <a:lnTo>
                      <a:pt x="7988" y="4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Freeform: Shape 378"/>
              <p:cNvSpPr>
                <a:spLocks/>
              </p:cNvSpPr>
              <p:nvPr/>
            </p:nvSpPr>
            <p:spPr bwMode="auto">
              <a:xfrm rot="1809314">
                <a:off x="4589372" y="7801591"/>
                <a:ext cx="1668788" cy="296045"/>
              </a:xfrm>
              <a:custGeom>
                <a:avLst/>
                <a:gdLst>
                  <a:gd name="T0" fmla="*/ 6091 w 6440"/>
                  <a:gd name="T1" fmla="*/ 1144 h 1145"/>
                  <a:gd name="T2" fmla="*/ 6091 w 6440"/>
                  <a:gd name="T3" fmla="*/ 1144 h 1145"/>
                  <a:gd name="T4" fmla="*/ 6439 w 6440"/>
                  <a:gd name="T5" fmla="*/ 0 h 1145"/>
                  <a:gd name="T6" fmla="*/ 0 w 6440"/>
                  <a:gd name="T7" fmla="*/ 0 h 1145"/>
                  <a:gd name="T8" fmla="*/ 347 w 6440"/>
                  <a:gd name="T9" fmla="*/ 1144 h 1145"/>
                  <a:gd name="T10" fmla="*/ 6091 w 6440"/>
                  <a:gd name="T11" fmla="*/ 1144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40" h="1145">
                    <a:moveTo>
                      <a:pt x="6091" y="1144"/>
                    </a:moveTo>
                    <a:lnTo>
                      <a:pt x="6091" y="1144"/>
                    </a:lnTo>
                    <a:cubicBezTo>
                      <a:pt x="6227" y="778"/>
                      <a:pt x="6342" y="399"/>
                      <a:pt x="643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6" y="399"/>
                      <a:pt x="212" y="778"/>
                      <a:pt x="347" y="1144"/>
                    </a:cubicBezTo>
                    <a:lnTo>
                      <a:pt x="6091" y="1144"/>
                    </a:lnTo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" name="Freeform: Shape 379"/>
              <p:cNvSpPr>
                <a:spLocks/>
              </p:cNvSpPr>
              <p:nvPr/>
            </p:nvSpPr>
            <p:spPr bwMode="auto">
              <a:xfrm rot="1809314">
                <a:off x="5526857" y="7885938"/>
                <a:ext cx="853266" cy="296045"/>
              </a:xfrm>
              <a:custGeom>
                <a:avLst/>
                <a:gdLst>
                  <a:gd name="T0" fmla="*/ 3291 w 3292"/>
                  <a:gd name="T1" fmla="*/ 0 h 1145"/>
                  <a:gd name="T2" fmla="*/ 3291 w 3292"/>
                  <a:gd name="T3" fmla="*/ 0 h 1145"/>
                  <a:gd name="T4" fmla="*/ 0 w 3292"/>
                  <a:gd name="T5" fmla="*/ 0 h 1145"/>
                  <a:gd name="T6" fmla="*/ 0 w 3292"/>
                  <a:gd name="T7" fmla="*/ 1144 h 1145"/>
                  <a:gd name="T8" fmla="*/ 2944 w 3292"/>
                  <a:gd name="T9" fmla="*/ 1144 h 1145"/>
                  <a:gd name="T10" fmla="*/ 3291 w 3292"/>
                  <a:gd name="T11" fmla="*/ 0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92" h="1145">
                    <a:moveTo>
                      <a:pt x="3291" y="0"/>
                    </a:moveTo>
                    <a:lnTo>
                      <a:pt x="3291" y="0"/>
                    </a:lnTo>
                    <a:cubicBezTo>
                      <a:pt x="0" y="0"/>
                      <a:pt x="0" y="0"/>
                      <a:pt x="0" y="0"/>
                    </a:cubicBezTo>
                    <a:cubicBezTo>
                      <a:pt x="0" y="1144"/>
                      <a:pt x="0" y="1144"/>
                      <a:pt x="0" y="1144"/>
                    </a:cubicBezTo>
                    <a:cubicBezTo>
                      <a:pt x="2944" y="1144"/>
                      <a:pt x="2944" y="1144"/>
                      <a:pt x="2944" y="1144"/>
                    </a:cubicBezTo>
                    <a:cubicBezTo>
                      <a:pt x="3079" y="778"/>
                      <a:pt x="3194" y="392"/>
                      <a:pt x="3291" y="0"/>
                    </a:cubicBezTo>
                  </a:path>
                </a:pathLst>
              </a:custGeom>
              <a:solidFill>
                <a:srgbClr val="B6B3B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Freeform: Shape 380"/>
              <p:cNvSpPr>
                <a:spLocks/>
              </p:cNvSpPr>
              <p:nvPr/>
            </p:nvSpPr>
            <p:spPr bwMode="auto">
              <a:xfrm rot="1809314">
                <a:off x="4564103" y="7613700"/>
                <a:ext cx="1912414" cy="337194"/>
              </a:xfrm>
              <a:custGeom>
                <a:avLst/>
                <a:gdLst>
                  <a:gd name="T0" fmla="*/ 6979 w 7379"/>
                  <a:gd name="T1" fmla="*/ 1305 h 1306"/>
                  <a:gd name="T2" fmla="*/ 6979 w 7379"/>
                  <a:gd name="T3" fmla="*/ 1305 h 1306"/>
                  <a:gd name="T4" fmla="*/ 7378 w 7379"/>
                  <a:gd name="T5" fmla="*/ 0 h 1306"/>
                  <a:gd name="T6" fmla="*/ 0 w 7379"/>
                  <a:gd name="T7" fmla="*/ 0 h 1306"/>
                  <a:gd name="T8" fmla="*/ 399 w 7379"/>
                  <a:gd name="T9" fmla="*/ 1305 h 1306"/>
                  <a:gd name="T10" fmla="*/ 6979 w 7379"/>
                  <a:gd name="T11" fmla="*/ 1305 h 1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379" h="1306">
                    <a:moveTo>
                      <a:pt x="6979" y="1305"/>
                    </a:moveTo>
                    <a:lnTo>
                      <a:pt x="6979" y="1305"/>
                    </a:lnTo>
                    <a:cubicBezTo>
                      <a:pt x="7134" y="887"/>
                      <a:pt x="7268" y="450"/>
                      <a:pt x="737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0" y="450"/>
                      <a:pt x="245" y="887"/>
                      <a:pt x="399" y="1305"/>
                    </a:cubicBezTo>
                    <a:lnTo>
                      <a:pt x="6979" y="13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" name="Freeform: Shape 381"/>
              <p:cNvSpPr>
                <a:spLocks/>
              </p:cNvSpPr>
              <p:nvPr/>
            </p:nvSpPr>
            <p:spPr bwMode="auto">
              <a:xfrm rot="1809314">
                <a:off x="5520419" y="6593703"/>
                <a:ext cx="220752" cy="1990012"/>
              </a:xfrm>
              <a:custGeom>
                <a:avLst/>
                <a:gdLst>
                  <a:gd name="T0" fmla="*/ 617 w 855"/>
                  <a:gd name="T1" fmla="*/ 7680 h 7681"/>
                  <a:gd name="T2" fmla="*/ 237 w 855"/>
                  <a:gd name="T3" fmla="*/ 7680 h 7681"/>
                  <a:gd name="T4" fmla="*/ 0 w 855"/>
                  <a:gd name="T5" fmla="*/ 0 h 7681"/>
                  <a:gd name="T6" fmla="*/ 854 w 855"/>
                  <a:gd name="T7" fmla="*/ 0 h 7681"/>
                  <a:gd name="T8" fmla="*/ 617 w 855"/>
                  <a:gd name="T9" fmla="*/ 7680 h 7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5" h="7681">
                    <a:moveTo>
                      <a:pt x="617" y="7680"/>
                    </a:moveTo>
                    <a:lnTo>
                      <a:pt x="237" y="7680"/>
                    </a:lnTo>
                    <a:lnTo>
                      <a:pt x="0" y="0"/>
                    </a:lnTo>
                    <a:lnTo>
                      <a:pt x="854" y="0"/>
                    </a:lnTo>
                    <a:lnTo>
                      <a:pt x="617" y="768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" name="Freeform: Shape 382"/>
              <p:cNvSpPr>
                <a:spLocks/>
              </p:cNvSpPr>
              <p:nvPr/>
            </p:nvSpPr>
            <p:spPr bwMode="auto">
              <a:xfrm rot="1809314">
                <a:off x="6093487" y="5486708"/>
                <a:ext cx="953920" cy="953285"/>
              </a:xfrm>
              <a:custGeom>
                <a:avLst/>
                <a:gdLst>
                  <a:gd name="T0" fmla="*/ 3681 w 3682"/>
                  <a:gd name="T1" fmla="*/ 1845 h 3684"/>
                  <a:gd name="T2" fmla="*/ 3681 w 3682"/>
                  <a:gd name="T3" fmla="*/ 1845 h 3684"/>
                  <a:gd name="T4" fmla="*/ 1838 w 3682"/>
                  <a:gd name="T5" fmla="*/ 3683 h 3684"/>
                  <a:gd name="T6" fmla="*/ 0 w 3682"/>
                  <a:gd name="T7" fmla="*/ 1845 h 3684"/>
                  <a:gd name="T8" fmla="*/ 1838 w 3682"/>
                  <a:gd name="T9" fmla="*/ 0 h 3684"/>
                  <a:gd name="T10" fmla="*/ 3681 w 3682"/>
                  <a:gd name="T11" fmla="*/ 1845 h 3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82" h="3684">
                    <a:moveTo>
                      <a:pt x="3681" y="1845"/>
                    </a:moveTo>
                    <a:lnTo>
                      <a:pt x="3681" y="1845"/>
                    </a:lnTo>
                    <a:cubicBezTo>
                      <a:pt x="3681" y="2860"/>
                      <a:pt x="2853" y="3683"/>
                      <a:pt x="1838" y="3683"/>
                    </a:cubicBezTo>
                    <a:cubicBezTo>
                      <a:pt x="822" y="3683"/>
                      <a:pt x="0" y="2860"/>
                      <a:pt x="0" y="1845"/>
                    </a:cubicBezTo>
                    <a:cubicBezTo>
                      <a:pt x="0" y="829"/>
                      <a:pt x="822" y="0"/>
                      <a:pt x="1838" y="0"/>
                    </a:cubicBezTo>
                    <a:cubicBezTo>
                      <a:pt x="2853" y="0"/>
                      <a:pt x="3681" y="829"/>
                      <a:pt x="3681" y="184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Freeform: Shape 383"/>
              <p:cNvSpPr>
                <a:spLocks/>
              </p:cNvSpPr>
              <p:nvPr/>
            </p:nvSpPr>
            <p:spPr bwMode="auto">
              <a:xfrm rot="1809314">
                <a:off x="6190134" y="5584853"/>
                <a:ext cx="759475" cy="758971"/>
              </a:xfrm>
              <a:custGeom>
                <a:avLst/>
                <a:gdLst>
                  <a:gd name="T0" fmla="*/ 2931 w 2932"/>
                  <a:gd name="T1" fmla="*/ 1466 h 2932"/>
                  <a:gd name="T2" fmla="*/ 2931 w 2932"/>
                  <a:gd name="T3" fmla="*/ 1466 h 2932"/>
                  <a:gd name="T4" fmla="*/ 1466 w 2932"/>
                  <a:gd name="T5" fmla="*/ 2931 h 2932"/>
                  <a:gd name="T6" fmla="*/ 0 w 2932"/>
                  <a:gd name="T7" fmla="*/ 1466 h 2932"/>
                  <a:gd name="T8" fmla="*/ 1466 w 2932"/>
                  <a:gd name="T9" fmla="*/ 0 h 2932"/>
                  <a:gd name="T10" fmla="*/ 2931 w 2932"/>
                  <a:gd name="T11" fmla="*/ 1466 h 2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32" h="2932">
                    <a:moveTo>
                      <a:pt x="2931" y="1466"/>
                    </a:moveTo>
                    <a:lnTo>
                      <a:pt x="2931" y="1466"/>
                    </a:lnTo>
                    <a:cubicBezTo>
                      <a:pt x="2931" y="2275"/>
                      <a:pt x="2276" y="2931"/>
                      <a:pt x="1466" y="2931"/>
                    </a:cubicBezTo>
                    <a:cubicBezTo>
                      <a:pt x="656" y="2931"/>
                      <a:pt x="0" y="2275"/>
                      <a:pt x="0" y="1466"/>
                    </a:cubicBezTo>
                    <a:cubicBezTo>
                      <a:pt x="0" y="656"/>
                      <a:pt x="656" y="0"/>
                      <a:pt x="1466" y="0"/>
                    </a:cubicBezTo>
                    <a:cubicBezTo>
                      <a:pt x="2276" y="0"/>
                      <a:pt x="2931" y="656"/>
                      <a:pt x="2931" y="1466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sp>
        <p:nvSpPr>
          <p:cNvPr id="13" name="Arrow: Chevron 2"/>
          <p:cNvSpPr/>
          <p:nvPr/>
        </p:nvSpPr>
        <p:spPr bwMode="auto">
          <a:xfrm>
            <a:off x="2653276" y="2114118"/>
            <a:ext cx="276616" cy="268141"/>
          </a:xfrm>
          <a:prstGeom prst="chevron">
            <a:avLst/>
          </a:prstGeom>
          <a:solidFill>
            <a:schemeClr val="accent2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4" name="Arrow: Chevron 384"/>
          <p:cNvSpPr/>
          <p:nvPr/>
        </p:nvSpPr>
        <p:spPr bwMode="auto">
          <a:xfrm>
            <a:off x="5853694" y="2114118"/>
            <a:ext cx="276616" cy="268141"/>
          </a:xfrm>
          <a:prstGeom prst="chevron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cxnSp>
        <p:nvCxnSpPr>
          <p:cNvPr id="15" name="Straight Connector 4"/>
          <p:cNvCxnSpPr/>
          <p:nvPr/>
        </p:nvCxnSpPr>
        <p:spPr>
          <a:xfrm>
            <a:off x="932185" y="3624867"/>
            <a:ext cx="72796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دیرگدازهای بی‌شکل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876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676275" y="1709058"/>
            <a:ext cx="1543050" cy="1854004"/>
            <a:chOff x="676275" y="1709058"/>
            <a:chExt cx="1543050" cy="1854004"/>
          </a:xfrm>
        </p:grpSpPr>
        <p:sp>
          <p:nvSpPr>
            <p:cNvPr id="30" name="对角圆角矩形 1"/>
            <p:cNvSpPr/>
            <p:nvPr/>
          </p:nvSpPr>
          <p:spPr>
            <a:xfrm>
              <a:off x="676275" y="1709058"/>
              <a:ext cx="1543050" cy="1105719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文本框 5"/>
            <p:cNvSpPr txBox="1"/>
            <p:nvPr/>
          </p:nvSpPr>
          <p:spPr>
            <a:xfrm>
              <a:off x="1090010" y="2410043"/>
              <a:ext cx="715580" cy="300083"/>
            </a:xfrm>
            <a:prstGeom prst="rect">
              <a:avLst/>
            </a:prstGeom>
            <a:noFill/>
          </p:spPr>
          <p:txBody>
            <a:bodyPr wrap="none">
              <a:normAutofit fontScale="77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CC</a:t>
              </a:r>
              <a:endParaRPr lang="fa-IR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2" name="文本框 10"/>
            <p:cNvSpPr txBox="1"/>
            <p:nvPr/>
          </p:nvSpPr>
          <p:spPr>
            <a:xfrm>
              <a:off x="676276" y="2924167"/>
              <a:ext cx="1529507" cy="253916"/>
            </a:xfrm>
            <a:prstGeom prst="rect">
              <a:avLst/>
            </a:prstGeom>
            <a:noFill/>
          </p:spPr>
          <p:txBody>
            <a:bodyPr wrap="none">
              <a:normAutofit fontScale="77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معمولی</a:t>
              </a:r>
              <a:endParaRPr lang="fa-IR" altLang="en-US" sz="1600" b="1" dirty="0">
                <a:cs typeface="+mn-ea"/>
                <a:sym typeface="+mn-lt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676276" y="3189113"/>
              <a:ext cx="1529507" cy="373949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20000"/>
                </a:lnSpc>
                <a:buClr>
                  <a:srgbClr val="E24848"/>
                </a:buClr>
              </a:pPr>
              <a:r>
                <a:rPr lang="fa-IR" altLang="en-US" sz="1100" noProof="1">
                  <a:cs typeface="+mn-ea"/>
                  <a:sym typeface="+mn-lt"/>
                </a:rPr>
                <a:t>سیمان ۱۵ تا ۳۰٪؛ آب ۸ تا ۱۵٪</a:t>
              </a:r>
              <a:endParaRPr lang="fa-IR" altLang="en-US" sz="1100" noProof="1">
                <a:cs typeface="+mn-ea"/>
                <a:sym typeface="+mn-lt"/>
              </a:endParaRPr>
            </a:p>
          </p:txBody>
        </p:sp>
        <p:sp>
          <p:nvSpPr>
            <p:cNvPr id="34" name="任意多边形 42"/>
            <p:cNvSpPr/>
            <p:nvPr/>
          </p:nvSpPr>
          <p:spPr>
            <a:xfrm>
              <a:off x="1285815" y="1915936"/>
              <a:ext cx="323971" cy="384717"/>
            </a:xfrm>
            <a:custGeom>
              <a:avLst/>
              <a:gdLst>
                <a:gd name="T0" fmla="*/ 149 w 216"/>
                <a:gd name="T1" fmla="*/ 112 h 256"/>
                <a:gd name="T2" fmla="*/ 196 w 216"/>
                <a:gd name="T3" fmla="*/ 112 h 256"/>
                <a:gd name="T4" fmla="*/ 196 w 216"/>
                <a:gd name="T5" fmla="*/ 140 h 256"/>
                <a:gd name="T6" fmla="*/ 134 w 216"/>
                <a:gd name="T7" fmla="*/ 140 h 256"/>
                <a:gd name="T8" fmla="*/ 134 w 216"/>
                <a:gd name="T9" fmla="*/ 165 h 256"/>
                <a:gd name="T10" fmla="*/ 196 w 216"/>
                <a:gd name="T11" fmla="*/ 165 h 256"/>
                <a:gd name="T12" fmla="*/ 196 w 216"/>
                <a:gd name="T13" fmla="*/ 193 h 256"/>
                <a:gd name="T14" fmla="*/ 134 w 216"/>
                <a:gd name="T15" fmla="*/ 193 h 256"/>
                <a:gd name="T16" fmla="*/ 134 w 216"/>
                <a:gd name="T17" fmla="*/ 256 h 256"/>
                <a:gd name="T18" fmla="*/ 78 w 216"/>
                <a:gd name="T19" fmla="*/ 256 h 256"/>
                <a:gd name="T20" fmla="*/ 78 w 216"/>
                <a:gd name="T21" fmla="*/ 193 h 256"/>
                <a:gd name="T22" fmla="*/ 17 w 216"/>
                <a:gd name="T23" fmla="*/ 193 h 256"/>
                <a:gd name="T24" fmla="*/ 17 w 216"/>
                <a:gd name="T25" fmla="*/ 165 h 256"/>
                <a:gd name="T26" fmla="*/ 78 w 216"/>
                <a:gd name="T27" fmla="*/ 165 h 256"/>
                <a:gd name="T28" fmla="*/ 78 w 216"/>
                <a:gd name="T29" fmla="*/ 140 h 256"/>
                <a:gd name="T30" fmla="*/ 17 w 216"/>
                <a:gd name="T31" fmla="*/ 140 h 256"/>
                <a:gd name="T32" fmla="*/ 17 w 216"/>
                <a:gd name="T33" fmla="*/ 112 h 256"/>
                <a:gd name="T34" fmla="*/ 64 w 216"/>
                <a:gd name="T35" fmla="*/ 112 h 256"/>
                <a:gd name="T36" fmla="*/ 0 w 216"/>
                <a:gd name="T37" fmla="*/ 0 h 256"/>
                <a:gd name="T38" fmla="*/ 64 w 216"/>
                <a:gd name="T39" fmla="*/ 0 h 256"/>
                <a:gd name="T40" fmla="*/ 91 w 216"/>
                <a:gd name="T41" fmla="*/ 63 h 256"/>
                <a:gd name="T42" fmla="*/ 108 w 216"/>
                <a:gd name="T43" fmla="*/ 106 h 256"/>
                <a:gd name="T44" fmla="*/ 109 w 216"/>
                <a:gd name="T45" fmla="*/ 106 h 256"/>
                <a:gd name="T46" fmla="*/ 126 w 216"/>
                <a:gd name="T47" fmla="*/ 63 h 256"/>
                <a:gd name="T48" fmla="*/ 153 w 216"/>
                <a:gd name="T49" fmla="*/ 0 h 256"/>
                <a:gd name="T50" fmla="*/ 216 w 216"/>
                <a:gd name="T51" fmla="*/ 0 h 256"/>
                <a:gd name="T52" fmla="*/ 149 w 216"/>
                <a:gd name="T53" fmla="*/ 11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6" h="256">
                  <a:moveTo>
                    <a:pt x="149" y="112"/>
                  </a:moveTo>
                  <a:cubicBezTo>
                    <a:pt x="196" y="112"/>
                    <a:pt x="196" y="112"/>
                    <a:pt x="196" y="112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4" y="165"/>
                    <a:pt x="134" y="165"/>
                    <a:pt x="134" y="165"/>
                  </a:cubicBezTo>
                  <a:cubicBezTo>
                    <a:pt x="196" y="165"/>
                    <a:pt x="196" y="165"/>
                    <a:pt x="196" y="165"/>
                  </a:cubicBezTo>
                  <a:cubicBezTo>
                    <a:pt x="196" y="193"/>
                    <a:pt x="196" y="193"/>
                    <a:pt x="196" y="193"/>
                  </a:cubicBezTo>
                  <a:cubicBezTo>
                    <a:pt x="134" y="193"/>
                    <a:pt x="134" y="193"/>
                    <a:pt x="134" y="193"/>
                  </a:cubicBezTo>
                  <a:cubicBezTo>
                    <a:pt x="134" y="256"/>
                    <a:pt x="134" y="256"/>
                    <a:pt x="134" y="256"/>
                  </a:cubicBezTo>
                  <a:cubicBezTo>
                    <a:pt x="78" y="256"/>
                    <a:pt x="78" y="256"/>
                    <a:pt x="78" y="256"/>
                  </a:cubicBezTo>
                  <a:cubicBezTo>
                    <a:pt x="78" y="193"/>
                    <a:pt x="78" y="193"/>
                    <a:pt x="78" y="193"/>
                  </a:cubicBezTo>
                  <a:cubicBezTo>
                    <a:pt x="17" y="193"/>
                    <a:pt x="17" y="193"/>
                    <a:pt x="17" y="193"/>
                  </a:cubicBezTo>
                  <a:cubicBezTo>
                    <a:pt x="17" y="165"/>
                    <a:pt x="17" y="165"/>
                    <a:pt x="17" y="165"/>
                  </a:cubicBezTo>
                  <a:cubicBezTo>
                    <a:pt x="78" y="165"/>
                    <a:pt x="78" y="165"/>
                    <a:pt x="78" y="165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17" y="140"/>
                    <a:pt x="17" y="140"/>
                    <a:pt x="17" y="140"/>
                  </a:cubicBezTo>
                  <a:cubicBezTo>
                    <a:pt x="17" y="112"/>
                    <a:pt x="17" y="112"/>
                    <a:pt x="17" y="112"/>
                  </a:cubicBezTo>
                  <a:cubicBezTo>
                    <a:pt x="64" y="112"/>
                    <a:pt x="64" y="112"/>
                    <a:pt x="64" y="1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8" y="79"/>
                    <a:pt x="103" y="92"/>
                    <a:pt x="108" y="106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4" y="93"/>
                    <a:pt x="119" y="78"/>
                    <a:pt x="126" y="63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216" y="0"/>
                    <a:pt x="216" y="0"/>
                    <a:pt x="216" y="0"/>
                  </a:cubicBezTo>
                  <a:lnTo>
                    <a:pt x="149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759075" y="1709058"/>
            <a:ext cx="1543050" cy="1854004"/>
            <a:chOff x="2759075" y="1709058"/>
            <a:chExt cx="1543050" cy="1854004"/>
          </a:xfrm>
        </p:grpSpPr>
        <p:sp>
          <p:nvSpPr>
            <p:cNvPr id="36" name="对角圆角矩形 2"/>
            <p:cNvSpPr/>
            <p:nvPr/>
          </p:nvSpPr>
          <p:spPr>
            <a:xfrm>
              <a:off x="2759075" y="1709058"/>
              <a:ext cx="1543050" cy="1105719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文本框 6"/>
            <p:cNvSpPr txBox="1"/>
            <p:nvPr/>
          </p:nvSpPr>
          <p:spPr>
            <a:xfrm>
              <a:off x="3178943" y="2410043"/>
              <a:ext cx="715580" cy="300083"/>
            </a:xfrm>
            <a:prstGeom prst="rect">
              <a:avLst/>
            </a:prstGeom>
            <a:noFill/>
          </p:spPr>
          <p:txBody>
            <a:bodyPr wrap="none">
              <a:normAutofit fontScale="77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LCC</a:t>
              </a:r>
              <a:endParaRPr lang="fa-IR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8" name="文本框 13"/>
            <p:cNvSpPr txBox="1"/>
            <p:nvPr/>
          </p:nvSpPr>
          <p:spPr>
            <a:xfrm>
              <a:off x="2759075" y="2924167"/>
              <a:ext cx="1529507" cy="253916"/>
            </a:xfrm>
            <a:prstGeom prst="rect">
              <a:avLst/>
            </a:prstGeom>
            <a:noFill/>
          </p:spPr>
          <p:txBody>
            <a:bodyPr wrap="none">
              <a:normAutofit fontScale="77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کم‌سیمان</a:t>
              </a:r>
              <a:endParaRPr lang="fa-IR" altLang="en-US" sz="1600" b="1" dirty="0">
                <a:cs typeface="+mn-ea"/>
                <a:sym typeface="+mn-lt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2759075" y="3189113"/>
              <a:ext cx="1529507" cy="373949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20000"/>
                </a:lnSpc>
                <a:buClr>
                  <a:srgbClr val="E24848"/>
                </a:buClr>
              </a:pPr>
              <a:r>
                <a:rPr lang="fa-IR" altLang="en-US" sz="1100" noProof="1">
                  <a:cs typeface="+mn-ea"/>
                  <a:sym typeface="+mn-lt"/>
                </a:rPr>
                <a:t>سیمان ۵ تا ۸٪؛ آب ۳ تا ۷٪</a:t>
              </a:r>
              <a:endParaRPr lang="fa-IR" altLang="en-US" sz="1100" noProof="1">
                <a:cs typeface="+mn-ea"/>
                <a:sym typeface="+mn-lt"/>
              </a:endParaRPr>
            </a:p>
          </p:txBody>
        </p:sp>
        <p:sp>
          <p:nvSpPr>
            <p:cNvPr id="40" name="任意多边形 43"/>
            <p:cNvSpPr/>
            <p:nvPr/>
          </p:nvSpPr>
          <p:spPr>
            <a:xfrm>
              <a:off x="3350826" y="1915936"/>
              <a:ext cx="371814" cy="384717"/>
            </a:xfrm>
            <a:custGeom>
              <a:avLst/>
              <a:gdLst>
                <a:gd name="connsiteX0" fmla="*/ 94055 w 317452"/>
                <a:gd name="connsiteY0" fmla="*/ 135965 h 328468"/>
                <a:gd name="connsiteX1" fmla="*/ 94407 w 317452"/>
                <a:gd name="connsiteY1" fmla="*/ 136055 h 328468"/>
                <a:gd name="connsiteX2" fmla="*/ 104825 w 317452"/>
                <a:gd name="connsiteY2" fmla="*/ 158537 h 328468"/>
                <a:gd name="connsiteX3" fmla="*/ 106109 w 317452"/>
                <a:gd name="connsiteY3" fmla="*/ 161308 h 328468"/>
                <a:gd name="connsiteX4" fmla="*/ 98162 w 317452"/>
                <a:gd name="connsiteY4" fmla="*/ 160053 h 328468"/>
                <a:gd name="connsiteX5" fmla="*/ 96849 w 317452"/>
                <a:gd name="connsiteY5" fmla="*/ 160053 h 328468"/>
                <a:gd name="connsiteX6" fmla="*/ 92911 w 317452"/>
                <a:gd name="connsiteY6" fmla="*/ 137630 h 328468"/>
                <a:gd name="connsiteX7" fmla="*/ 93506 w 317452"/>
                <a:gd name="connsiteY7" fmla="*/ 136765 h 328468"/>
                <a:gd name="connsiteX8" fmla="*/ 39496 w 317452"/>
                <a:gd name="connsiteY8" fmla="*/ 115887 h 328468"/>
                <a:gd name="connsiteX9" fmla="*/ 51437 w 317452"/>
                <a:gd name="connsiteY9" fmla="*/ 165488 h 328468"/>
                <a:gd name="connsiteX10" fmla="*/ 48784 w 317452"/>
                <a:gd name="connsiteY10" fmla="*/ 166793 h 328468"/>
                <a:gd name="connsiteX11" fmla="*/ 47457 w 317452"/>
                <a:gd name="connsiteY11" fmla="*/ 170709 h 328468"/>
                <a:gd name="connsiteX12" fmla="*/ 48784 w 317452"/>
                <a:gd name="connsiteY12" fmla="*/ 173319 h 328468"/>
                <a:gd name="connsiteX13" fmla="*/ 52764 w 317452"/>
                <a:gd name="connsiteY13" fmla="*/ 175930 h 328468"/>
                <a:gd name="connsiteX14" fmla="*/ 55418 w 317452"/>
                <a:gd name="connsiteY14" fmla="*/ 174625 h 328468"/>
                <a:gd name="connsiteX15" fmla="*/ 87263 w 317452"/>
                <a:gd name="connsiteY15" fmla="*/ 216393 h 328468"/>
                <a:gd name="connsiteX16" fmla="*/ 55418 w 317452"/>
                <a:gd name="connsiteY16" fmla="*/ 230752 h 328468"/>
                <a:gd name="connsiteX17" fmla="*/ 38169 w 317452"/>
                <a:gd name="connsiteY17" fmla="*/ 224225 h 328468"/>
                <a:gd name="connsiteX18" fmla="*/ 1017 w 317452"/>
                <a:gd name="connsiteY18" fmla="*/ 147214 h 328468"/>
                <a:gd name="connsiteX19" fmla="*/ 7651 w 317452"/>
                <a:gd name="connsiteY19" fmla="*/ 128940 h 328468"/>
                <a:gd name="connsiteX20" fmla="*/ 39496 w 317452"/>
                <a:gd name="connsiteY20" fmla="*/ 115887 h 328468"/>
                <a:gd name="connsiteX21" fmla="*/ 63900 w 317452"/>
                <a:gd name="connsiteY21" fmla="*/ 106627 h 328468"/>
                <a:gd name="connsiteX22" fmla="*/ 71807 w 317452"/>
                <a:gd name="connsiteY22" fmla="*/ 114982 h 328468"/>
                <a:gd name="connsiteX23" fmla="*/ 81033 w 317452"/>
                <a:gd name="connsiteY23" fmla="*/ 133331 h 328468"/>
                <a:gd name="connsiteX24" fmla="*/ 87623 w 317452"/>
                <a:gd name="connsiteY24" fmla="*/ 130710 h 328468"/>
                <a:gd name="connsiteX25" fmla="*/ 95803 w 317452"/>
                <a:gd name="connsiteY25" fmla="*/ 133422 h 328468"/>
                <a:gd name="connsiteX26" fmla="*/ 94055 w 317452"/>
                <a:gd name="connsiteY26" fmla="*/ 135965 h 328468"/>
                <a:gd name="connsiteX27" fmla="*/ 89115 w 317452"/>
                <a:gd name="connsiteY27" fmla="*/ 134702 h 328468"/>
                <a:gd name="connsiteX28" fmla="*/ 83823 w 317452"/>
                <a:gd name="connsiteY28" fmla="*/ 137407 h 328468"/>
                <a:gd name="connsiteX29" fmla="*/ 82500 w 317452"/>
                <a:gd name="connsiteY29" fmla="*/ 137407 h 328468"/>
                <a:gd name="connsiteX30" fmla="*/ 97053 w 317452"/>
                <a:gd name="connsiteY30" fmla="*/ 169863 h 328468"/>
                <a:gd name="connsiteX31" fmla="*/ 98375 w 317452"/>
                <a:gd name="connsiteY31" fmla="*/ 169863 h 328468"/>
                <a:gd name="connsiteX32" fmla="*/ 103667 w 317452"/>
                <a:gd name="connsiteY32" fmla="*/ 167158 h 328468"/>
                <a:gd name="connsiteX33" fmla="*/ 106313 w 317452"/>
                <a:gd name="connsiteY33" fmla="*/ 161749 h 328468"/>
                <a:gd name="connsiteX34" fmla="*/ 106109 w 317452"/>
                <a:gd name="connsiteY34" fmla="*/ 161308 h 328468"/>
                <a:gd name="connsiteX35" fmla="*/ 109648 w 317452"/>
                <a:gd name="connsiteY35" fmla="*/ 161866 h 328468"/>
                <a:gd name="connsiteX36" fmla="*/ 110272 w 317452"/>
                <a:gd name="connsiteY36" fmla="*/ 161402 h 328468"/>
                <a:gd name="connsiteX37" fmla="*/ 110522 w 317452"/>
                <a:gd name="connsiteY37" fmla="*/ 164622 h 328468"/>
                <a:gd name="connsiteX38" fmla="*/ 106074 w 317452"/>
                <a:gd name="connsiteY38" fmla="*/ 170028 h 328468"/>
                <a:gd name="connsiteX39" fmla="*/ 99484 w 317452"/>
                <a:gd name="connsiteY39" fmla="*/ 172650 h 328468"/>
                <a:gd name="connsiteX40" fmla="*/ 107391 w 317452"/>
                <a:gd name="connsiteY40" fmla="*/ 192309 h 328468"/>
                <a:gd name="connsiteX41" fmla="*/ 100802 w 317452"/>
                <a:gd name="connsiteY41" fmla="*/ 211968 h 328468"/>
                <a:gd name="connsiteX42" fmla="*/ 91576 w 317452"/>
                <a:gd name="connsiteY42" fmla="*/ 215900 h 328468"/>
                <a:gd name="connsiteX43" fmla="*/ 59946 w 317452"/>
                <a:gd name="connsiteY43" fmla="*/ 172650 h 328468"/>
                <a:gd name="connsiteX44" fmla="*/ 62582 w 317452"/>
                <a:gd name="connsiteY44" fmla="*/ 171339 h 328468"/>
                <a:gd name="connsiteX45" fmla="*/ 63900 w 317452"/>
                <a:gd name="connsiteY45" fmla="*/ 166097 h 328468"/>
                <a:gd name="connsiteX46" fmla="*/ 62582 w 317452"/>
                <a:gd name="connsiteY46" fmla="*/ 163475 h 328468"/>
                <a:gd name="connsiteX47" fmla="*/ 58628 w 317452"/>
                <a:gd name="connsiteY47" fmla="*/ 162165 h 328468"/>
                <a:gd name="connsiteX48" fmla="*/ 54674 w 317452"/>
                <a:gd name="connsiteY48" fmla="*/ 163475 h 328468"/>
                <a:gd name="connsiteX49" fmla="*/ 42813 w 317452"/>
                <a:gd name="connsiteY49" fmla="*/ 111051 h 328468"/>
                <a:gd name="connsiteX50" fmla="*/ 52038 w 317452"/>
                <a:gd name="connsiteY50" fmla="*/ 107119 h 328468"/>
                <a:gd name="connsiteX51" fmla="*/ 63900 w 317452"/>
                <a:gd name="connsiteY51" fmla="*/ 106627 h 328468"/>
                <a:gd name="connsiteX52" fmla="*/ 221560 w 317452"/>
                <a:gd name="connsiteY52" fmla="*/ 67725 h 328468"/>
                <a:gd name="connsiteX53" fmla="*/ 239938 w 317452"/>
                <a:gd name="connsiteY53" fmla="*/ 67725 h 328468"/>
                <a:gd name="connsiteX54" fmla="*/ 249127 w 317452"/>
                <a:gd name="connsiteY54" fmla="*/ 90147 h 328468"/>
                <a:gd name="connsiteX55" fmla="*/ 249127 w 317452"/>
                <a:gd name="connsiteY55" fmla="*/ 99380 h 328468"/>
                <a:gd name="connsiteX56" fmla="*/ 259629 w 317452"/>
                <a:gd name="connsiteY56" fmla="*/ 162691 h 328468"/>
                <a:gd name="connsiteX57" fmla="*/ 300324 w 317452"/>
                <a:gd name="connsiteY57" fmla="*/ 193027 h 328468"/>
                <a:gd name="connsiteX58" fmla="*/ 304262 w 317452"/>
                <a:gd name="connsiteY58" fmla="*/ 215450 h 328468"/>
                <a:gd name="connsiteX59" fmla="*/ 283258 w 317452"/>
                <a:gd name="connsiteY59" fmla="*/ 219407 h 328468"/>
                <a:gd name="connsiteX60" fmla="*/ 281946 w 317452"/>
                <a:gd name="connsiteY60" fmla="*/ 218088 h 328468"/>
                <a:gd name="connsiteX61" fmla="*/ 236000 w 317452"/>
                <a:gd name="connsiteY61" fmla="*/ 185113 h 328468"/>
                <a:gd name="connsiteX62" fmla="*/ 229436 w 317452"/>
                <a:gd name="connsiteY62" fmla="*/ 174562 h 328468"/>
                <a:gd name="connsiteX63" fmla="*/ 224185 w 317452"/>
                <a:gd name="connsiteY63" fmla="*/ 145544 h 328468"/>
                <a:gd name="connsiteX64" fmla="*/ 196617 w 317452"/>
                <a:gd name="connsiteY64" fmla="*/ 194346 h 328468"/>
                <a:gd name="connsiteX65" fmla="*/ 229436 w 317452"/>
                <a:gd name="connsiteY65" fmla="*/ 243148 h 328468"/>
                <a:gd name="connsiteX66" fmla="*/ 230749 w 317452"/>
                <a:gd name="connsiteY66" fmla="*/ 265571 h 328468"/>
                <a:gd name="connsiteX67" fmla="*/ 195305 w 317452"/>
                <a:gd name="connsiteY67" fmla="*/ 318329 h 328468"/>
                <a:gd name="connsiteX68" fmla="*/ 169050 w 317452"/>
                <a:gd name="connsiteY68" fmla="*/ 323605 h 328468"/>
                <a:gd name="connsiteX69" fmla="*/ 167737 w 317452"/>
                <a:gd name="connsiteY69" fmla="*/ 323605 h 328468"/>
                <a:gd name="connsiteX70" fmla="*/ 162486 w 317452"/>
                <a:gd name="connsiteY70" fmla="*/ 297226 h 328468"/>
                <a:gd name="connsiteX71" fmla="*/ 191366 w 317452"/>
                <a:gd name="connsiteY71" fmla="*/ 255019 h 328468"/>
                <a:gd name="connsiteX72" fmla="*/ 167737 w 317452"/>
                <a:gd name="connsiteY72" fmla="*/ 220726 h 328468"/>
                <a:gd name="connsiteX73" fmla="*/ 70594 w 317452"/>
                <a:gd name="connsiteY73" fmla="*/ 322286 h 328468"/>
                <a:gd name="connsiteX74" fmla="*/ 46965 w 317452"/>
                <a:gd name="connsiteY74" fmla="*/ 326243 h 328468"/>
                <a:gd name="connsiteX75" fmla="*/ 44339 w 317452"/>
                <a:gd name="connsiteY75" fmla="*/ 322286 h 328468"/>
                <a:gd name="connsiteX76" fmla="*/ 43027 w 317452"/>
                <a:gd name="connsiteY76" fmla="*/ 295907 h 328468"/>
                <a:gd name="connsiteX77" fmla="*/ 144108 w 317452"/>
                <a:gd name="connsiteY77" fmla="*/ 189070 h 328468"/>
                <a:gd name="connsiteX78" fmla="*/ 148046 w 317452"/>
                <a:gd name="connsiteY78" fmla="*/ 177200 h 328468"/>
                <a:gd name="connsiteX79" fmla="*/ 190054 w 317452"/>
                <a:gd name="connsiteY79" fmla="*/ 103337 h 328468"/>
                <a:gd name="connsiteX80" fmla="*/ 151984 w 317452"/>
                <a:gd name="connsiteY80" fmla="*/ 107294 h 328468"/>
                <a:gd name="connsiteX81" fmla="*/ 119166 w 317452"/>
                <a:gd name="connsiteY81" fmla="*/ 154777 h 328468"/>
                <a:gd name="connsiteX82" fmla="*/ 110272 w 317452"/>
                <a:gd name="connsiteY82" fmla="*/ 161402 h 328468"/>
                <a:gd name="connsiteX83" fmla="*/ 110027 w 317452"/>
                <a:gd name="connsiteY83" fmla="*/ 158233 h 328468"/>
                <a:gd name="connsiteX84" fmla="*/ 99484 w 317452"/>
                <a:gd name="connsiteY84" fmla="*/ 134642 h 328468"/>
                <a:gd name="connsiteX85" fmla="*/ 95803 w 317452"/>
                <a:gd name="connsiteY85" fmla="*/ 133422 h 328468"/>
                <a:gd name="connsiteX86" fmla="*/ 97670 w 317452"/>
                <a:gd name="connsiteY86" fmla="*/ 130706 h 328468"/>
                <a:gd name="connsiteX87" fmla="*/ 130980 w 317452"/>
                <a:gd name="connsiteY87" fmla="*/ 82234 h 328468"/>
                <a:gd name="connsiteX88" fmla="*/ 141482 w 317452"/>
                <a:gd name="connsiteY88" fmla="*/ 75639 h 328468"/>
                <a:gd name="connsiteX89" fmla="*/ 221560 w 317452"/>
                <a:gd name="connsiteY89" fmla="*/ 67725 h 328468"/>
                <a:gd name="connsiteX90" fmla="*/ 276970 w 317452"/>
                <a:gd name="connsiteY90" fmla="*/ 0 h 328468"/>
                <a:gd name="connsiteX91" fmla="*/ 317452 w 317452"/>
                <a:gd name="connsiteY91" fmla="*/ 39688 h 328468"/>
                <a:gd name="connsiteX92" fmla="*/ 276970 w 317452"/>
                <a:gd name="connsiteY92" fmla="*/ 79376 h 328468"/>
                <a:gd name="connsiteX93" fmla="*/ 236488 w 317452"/>
                <a:gd name="connsiteY93" fmla="*/ 39688 h 328468"/>
                <a:gd name="connsiteX94" fmla="*/ 276970 w 317452"/>
                <a:gd name="connsiteY94" fmla="*/ 0 h 32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7452" h="328468">
                  <a:moveTo>
                    <a:pt x="94055" y="135965"/>
                  </a:moveTo>
                  <a:lnTo>
                    <a:pt x="94407" y="136055"/>
                  </a:lnTo>
                  <a:cubicBezTo>
                    <a:pt x="100360" y="148902"/>
                    <a:pt x="103337" y="155325"/>
                    <a:pt x="104825" y="158537"/>
                  </a:cubicBezTo>
                  <a:lnTo>
                    <a:pt x="106109" y="161308"/>
                  </a:lnTo>
                  <a:lnTo>
                    <a:pt x="98162" y="160053"/>
                  </a:lnTo>
                  <a:cubicBezTo>
                    <a:pt x="98162" y="160053"/>
                    <a:pt x="96849" y="160053"/>
                    <a:pt x="96849" y="160053"/>
                  </a:cubicBezTo>
                  <a:cubicBezTo>
                    <a:pt x="90285" y="154777"/>
                    <a:pt x="87660" y="144225"/>
                    <a:pt x="92911" y="137630"/>
                  </a:cubicBezTo>
                  <a:cubicBezTo>
                    <a:pt x="92911" y="137630"/>
                    <a:pt x="92911" y="137630"/>
                    <a:pt x="93506" y="136765"/>
                  </a:cubicBezTo>
                  <a:close/>
                  <a:moveTo>
                    <a:pt x="39496" y="115887"/>
                  </a:moveTo>
                  <a:cubicBezTo>
                    <a:pt x="39496" y="115887"/>
                    <a:pt x="39496" y="115887"/>
                    <a:pt x="51437" y="165488"/>
                  </a:cubicBezTo>
                  <a:cubicBezTo>
                    <a:pt x="51437" y="165488"/>
                    <a:pt x="51437" y="165488"/>
                    <a:pt x="48784" y="166793"/>
                  </a:cubicBezTo>
                  <a:cubicBezTo>
                    <a:pt x="47457" y="166793"/>
                    <a:pt x="47457" y="169403"/>
                    <a:pt x="47457" y="170709"/>
                  </a:cubicBezTo>
                  <a:cubicBezTo>
                    <a:pt x="47457" y="170709"/>
                    <a:pt x="47457" y="170709"/>
                    <a:pt x="48784" y="173319"/>
                  </a:cubicBezTo>
                  <a:cubicBezTo>
                    <a:pt x="50111" y="175930"/>
                    <a:pt x="51437" y="175930"/>
                    <a:pt x="52764" y="175930"/>
                  </a:cubicBezTo>
                  <a:lnTo>
                    <a:pt x="55418" y="174625"/>
                  </a:lnTo>
                  <a:cubicBezTo>
                    <a:pt x="55418" y="174625"/>
                    <a:pt x="55418" y="174625"/>
                    <a:pt x="87263" y="216393"/>
                  </a:cubicBezTo>
                  <a:cubicBezTo>
                    <a:pt x="87263" y="216393"/>
                    <a:pt x="87263" y="216393"/>
                    <a:pt x="55418" y="230752"/>
                  </a:cubicBezTo>
                  <a:cubicBezTo>
                    <a:pt x="48784" y="233362"/>
                    <a:pt x="40823" y="230752"/>
                    <a:pt x="38169" y="224225"/>
                  </a:cubicBezTo>
                  <a:cubicBezTo>
                    <a:pt x="38169" y="224225"/>
                    <a:pt x="38169" y="224225"/>
                    <a:pt x="1017" y="147214"/>
                  </a:cubicBezTo>
                  <a:cubicBezTo>
                    <a:pt x="-1637" y="140687"/>
                    <a:pt x="1017" y="132856"/>
                    <a:pt x="7651" y="128940"/>
                  </a:cubicBezTo>
                  <a:cubicBezTo>
                    <a:pt x="7651" y="128940"/>
                    <a:pt x="7651" y="128940"/>
                    <a:pt x="39496" y="115887"/>
                  </a:cubicBezTo>
                  <a:close/>
                  <a:moveTo>
                    <a:pt x="63900" y="106627"/>
                  </a:moveTo>
                  <a:cubicBezTo>
                    <a:pt x="67524" y="108102"/>
                    <a:pt x="70489" y="111051"/>
                    <a:pt x="71807" y="114982"/>
                  </a:cubicBezTo>
                  <a:cubicBezTo>
                    <a:pt x="71807" y="114982"/>
                    <a:pt x="71807" y="114982"/>
                    <a:pt x="81033" y="133331"/>
                  </a:cubicBezTo>
                  <a:cubicBezTo>
                    <a:pt x="81033" y="133331"/>
                    <a:pt x="81033" y="133331"/>
                    <a:pt x="87623" y="130710"/>
                  </a:cubicBezTo>
                  <a:lnTo>
                    <a:pt x="95803" y="133422"/>
                  </a:lnTo>
                  <a:lnTo>
                    <a:pt x="94055" y="135965"/>
                  </a:lnTo>
                  <a:lnTo>
                    <a:pt x="89115" y="134702"/>
                  </a:lnTo>
                  <a:cubicBezTo>
                    <a:pt x="89115" y="134702"/>
                    <a:pt x="89115" y="134702"/>
                    <a:pt x="83823" y="137407"/>
                  </a:cubicBezTo>
                  <a:cubicBezTo>
                    <a:pt x="83823" y="137407"/>
                    <a:pt x="82500" y="137407"/>
                    <a:pt x="82500" y="137407"/>
                  </a:cubicBezTo>
                  <a:cubicBezTo>
                    <a:pt x="82500" y="137407"/>
                    <a:pt x="82500" y="137407"/>
                    <a:pt x="97053" y="169863"/>
                  </a:cubicBezTo>
                  <a:cubicBezTo>
                    <a:pt x="97053" y="169863"/>
                    <a:pt x="97053" y="169863"/>
                    <a:pt x="98375" y="169863"/>
                  </a:cubicBezTo>
                  <a:lnTo>
                    <a:pt x="103667" y="167158"/>
                  </a:lnTo>
                  <a:cubicBezTo>
                    <a:pt x="106313" y="165806"/>
                    <a:pt x="106313" y="163101"/>
                    <a:pt x="106313" y="161749"/>
                  </a:cubicBezTo>
                  <a:lnTo>
                    <a:pt x="106109" y="161308"/>
                  </a:lnTo>
                  <a:lnTo>
                    <a:pt x="109648" y="161866"/>
                  </a:lnTo>
                  <a:lnTo>
                    <a:pt x="110272" y="161402"/>
                  </a:lnTo>
                  <a:lnTo>
                    <a:pt x="110522" y="164622"/>
                  </a:lnTo>
                  <a:cubicBezTo>
                    <a:pt x="109698" y="166752"/>
                    <a:pt x="108051" y="168718"/>
                    <a:pt x="106074" y="170028"/>
                  </a:cubicBezTo>
                  <a:cubicBezTo>
                    <a:pt x="106074" y="170028"/>
                    <a:pt x="106074" y="170028"/>
                    <a:pt x="99484" y="172650"/>
                  </a:cubicBezTo>
                  <a:cubicBezTo>
                    <a:pt x="99484" y="172650"/>
                    <a:pt x="99484" y="172650"/>
                    <a:pt x="107391" y="192309"/>
                  </a:cubicBezTo>
                  <a:cubicBezTo>
                    <a:pt x="111345" y="198862"/>
                    <a:pt x="107391" y="208036"/>
                    <a:pt x="100802" y="211968"/>
                  </a:cubicBezTo>
                  <a:cubicBezTo>
                    <a:pt x="100802" y="211968"/>
                    <a:pt x="100802" y="211968"/>
                    <a:pt x="91576" y="215900"/>
                  </a:cubicBezTo>
                  <a:cubicBezTo>
                    <a:pt x="91576" y="215900"/>
                    <a:pt x="91576" y="215900"/>
                    <a:pt x="59946" y="172650"/>
                  </a:cubicBezTo>
                  <a:cubicBezTo>
                    <a:pt x="59946" y="172650"/>
                    <a:pt x="59946" y="172650"/>
                    <a:pt x="62582" y="171339"/>
                  </a:cubicBezTo>
                  <a:cubicBezTo>
                    <a:pt x="65218" y="170028"/>
                    <a:pt x="65218" y="167407"/>
                    <a:pt x="63900" y="166097"/>
                  </a:cubicBezTo>
                  <a:cubicBezTo>
                    <a:pt x="63900" y="166097"/>
                    <a:pt x="63900" y="166097"/>
                    <a:pt x="62582" y="163475"/>
                  </a:cubicBezTo>
                  <a:cubicBezTo>
                    <a:pt x="62582" y="162165"/>
                    <a:pt x="59946" y="160854"/>
                    <a:pt x="58628" y="162165"/>
                  </a:cubicBezTo>
                  <a:cubicBezTo>
                    <a:pt x="58628" y="162165"/>
                    <a:pt x="58628" y="162165"/>
                    <a:pt x="54674" y="163475"/>
                  </a:cubicBezTo>
                  <a:cubicBezTo>
                    <a:pt x="54674" y="163475"/>
                    <a:pt x="54674" y="163475"/>
                    <a:pt x="42813" y="111051"/>
                  </a:cubicBezTo>
                  <a:cubicBezTo>
                    <a:pt x="42813" y="111051"/>
                    <a:pt x="42813" y="111051"/>
                    <a:pt x="52038" y="107119"/>
                  </a:cubicBezTo>
                  <a:cubicBezTo>
                    <a:pt x="55992" y="105153"/>
                    <a:pt x="60275" y="105153"/>
                    <a:pt x="63900" y="106627"/>
                  </a:cubicBezTo>
                  <a:close/>
                  <a:moveTo>
                    <a:pt x="221560" y="67725"/>
                  </a:moveTo>
                  <a:cubicBezTo>
                    <a:pt x="226810" y="65087"/>
                    <a:pt x="234687" y="65087"/>
                    <a:pt x="239938" y="67725"/>
                  </a:cubicBezTo>
                  <a:cubicBezTo>
                    <a:pt x="247814" y="73001"/>
                    <a:pt x="250440" y="80915"/>
                    <a:pt x="249127" y="90147"/>
                  </a:cubicBezTo>
                  <a:cubicBezTo>
                    <a:pt x="249127" y="92785"/>
                    <a:pt x="249127" y="96742"/>
                    <a:pt x="249127" y="99380"/>
                  </a:cubicBezTo>
                  <a:cubicBezTo>
                    <a:pt x="249127" y="99380"/>
                    <a:pt x="249127" y="99380"/>
                    <a:pt x="259629" y="162691"/>
                  </a:cubicBezTo>
                  <a:cubicBezTo>
                    <a:pt x="259629" y="162691"/>
                    <a:pt x="259629" y="162691"/>
                    <a:pt x="300324" y="193027"/>
                  </a:cubicBezTo>
                  <a:cubicBezTo>
                    <a:pt x="308200" y="198303"/>
                    <a:pt x="309513" y="207536"/>
                    <a:pt x="304262" y="215450"/>
                  </a:cubicBezTo>
                  <a:cubicBezTo>
                    <a:pt x="299011" y="222045"/>
                    <a:pt x="289822" y="223363"/>
                    <a:pt x="283258" y="219407"/>
                  </a:cubicBezTo>
                  <a:cubicBezTo>
                    <a:pt x="283258" y="219407"/>
                    <a:pt x="281946" y="219407"/>
                    <a:pt x="281946" y="218088"/>
                  </a:cubicBezTo>
                  <a:cubicBezTo>
                    <a:pt x="281946" y="218088"/>
                    <a:pt x="281946" y="218088"/>
                    <a:pt x="236000" y="185113"/>
                  </a:cubicBezTo>
                  <a:cubicBezTo>
                    <a:pt x="232061" y="182475"/>
                    <a:pt x="230749" y="178518"/>
                    <a:pt x="229436" y="174562"/>
                  </a:cubicBezTo>
                  <a:cubicBezTo>
                    <a:pt x="229436" y="174562"/>
                    <a:pt x="229436" y="174562"/>
                    <a:pt x="224185" y="145544"/>
                  </a:cubicBezTo>
                  <a:cubicBezTo>
                    <a:pt x="224185" y="145544"/>
                    <a:pt x="224185" y="145544"/>
                    <a:pt x="196617" y="194346"/>
                  </a:cubicBezTo>
                  <a:cubicBezTo>
                    <a:pt x="196617" y="194346"/>
                    <a:pt x="196617" y="194346"/>
                    <a:pt x="229436" y="243148"/>
                  </a:cubicBezTo>
                  <a:cubicBezTo>
                    <a:pt x="234687" y="249743"/>
                    <a:pt x="234687" y="258976"/>
                    <a:pt x="230749" y="265571"/>
                  </a:cubicBezTo>
                  <a:cubicBezTo>
                    <a:pt x="230749" y="265571"/>
                    <a:pt x="230749" y="265571"/>
                    <a:pt x="195305" y="318329"/>
                  </a:cubicBezTo>
                  <a:cubicBezTo>
                    <a:pt x="188741" y="326243"/>
                    <a:pt x="178239" y="328881"/>
                    <a:pt x="169050" y="323605"/>
                  </a:cubicBezTo>
                  <a:cubicBezTo>
                    <a:pt x="169050" y="323605"/>
                    <a:pt x="169050" y="323605"/>
                    <a:pt x="167737" y="323605"/>
                  </a:cubicBezTo>
                  <a:cubicBezTo>
                    <a:pt x="159861" y="318329"/>
                    <a:pt x="157235" y="305140"/>
                    <a:pt x="162486" y="297226"/>
                  </a:cubicBezTo>
                  <a:cubicBezTo>
                    <a:pt x="162486" y="297226"/>
                    <a:pt x="162486" y="297226"/>
                    <a:pt x="191366" y="255019"/>
                  </a:cubicBezTo>
                  <a:cubicBezTo>
                    <a:pt x="191366" y="255019"/>
                    <a:pt x="191366" y="255019"/>
                    <a:pt x="167737" y="220726"/>
                  </a:cubicBezTo>
                  <a:cubicBezTo>
                    <a:pt x="167737" y="220726"/>
                    <a:pt x="167737" y="220726"/>
                    <a:pt x="70594" y="322286"/>
                  </a:cubicBezTo>
                  <a:cubicBezTo>
                    <a:pt x="65343" y="328881"/>
                    <a:pt x="54841" y="330200"/>
                    <a:pt x="46965" y="326243"/>
                  </a:cubicBezTo>
                  <a:cubicBezTo>
                    <a:pt x="45652" y="324924"/>
                    <a:pt x="44339" y="323605"/>
                    <a:pt x="44339" y="322286"/>
                  </a:cubicBezTo>
                  <a:cubicBezTo>
                    <a:pt x="36463" y="315691"/>
                    <a:pt x="36463" y="303821"/>
                    <a:pt x="43027" y="295907"/>
                  </a:cubicBezTo>
                  <a:cubicBezTo>
                    <a:pt x="43027" y="295907"/>
                    <a:pt x="43027" y="295907"/>
                    <a:pt x="144108" y="189070"/>
                  </a:cubicBezTo>
                  <a:cubicBezTo>
                    <a:pt x="144108" y="185113"/>
                    <a:pt x="145421" y="181156"/>
                    <a:pt x="148046" y="177200"/>
                  </a:cubicBezTo>
                  <a:cubicBezTo>
                    <a:pt x="148046" y="177200"/>
                    <a:pt x="148046" y="177200"/>
                    <a:pt x="190054" y="103337"/>
                  </a:cubicBezTo>
                  <a:cubicBezTo>
                    <a:pt x="190054" y="103337"/>
                    <a:pt x="190054" y="103337"/>
                    <a:pt x="151984" y="107294"/>
                  </a:cubicBezTo>
                  <a:cubicBezTo>
                    <a:pt x="151984" y="107294"/>
                    <a:pt x="151984" y="107294"/>
                    <a:pt x="119166" y="154777"/>
                  </a:cubicBezTo>
                  <a:lnTo>
                    <a:pt x="110272" y="161402"/>
                  </a:lnTo>
                  <a:lnTo>
                    <a:pt x="110027" y="158233"/>
                  </a:lnTo>
                  <a:cubicBezTo>
                    <a:pt x="99484" y="134642"/>
                    <a:pt x="99484" y="134642"/>
                    <a:pt x="99484" y="134642"/>
                  </a:cubicBezTo>
                  <a:lnTo>
                    <a:pt x="95803" y="133422"/>
                  </a:lnTo>
                  <a:lnTo>
                    <a:pt x="97670" y="130706"/>
                  </a:lnTo>
                  <a:cubicBezTo>
                    <a:pt x="102428" y="123781"/>
                    <a:pt x="111946" y="109932"/>
                    <a:pt x="130980" y="82234"/>
                  </a:cubicBezTo>
                  <a:cubicBezTo>
                    <a:pt x="133606" y="78277"/>
                    <a:pt x="137544" y="75639"/>
                    <a:pt x="141482" y="75639"/>
                  </a:cubicBezTo>
                  <a:cubicBezTo>
                    <a:pt x="141482" y="75639"/>
                    <a:pt x="141482" y="75639"/>
                    <a:pt x="221560" y="67725"/>
                  </a:cubicBezTo>
                  <a:close/>
                  <a:moveTo>
                    <a:pt x="276970" y="0"/>
                  </a:moveTo>
                  <a:cubicBezTo>
                    <a:pt x="299328" y="0"/>
                    <a:pt x="317452" y="17769"/>
                    <a:pt x="317452" y="39688"/>
                  </a:cubicBezTo>
                  <a:cubicBezTo>
                    <a:pt x="317452" y="61607"/>
                    <a:pt x="299328" y="79376"/>
                    <a:pt x="276970" y="79376"/>
                  </a:cubicBezTo>
                  <a:cubicBezTo>
                    <a:pt x="254612" y="79376"/>
                    <a:pt x="236488" y="61607"/>
                    <a:pt x="236488" y="39688"/>
                  </a:cubicBezTo>
                  <a:cubicBezTo>
                    <a:pt x="236488" y="17769"/>
                    <a:pt x="254612" y="0"/>
                    <a:pt x="27697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4841874" y="1709058"/>
            <a:ext cx="1543052" cy="1854004"/>
            <a:chOff x="4841874" y="1709058"/>
            <a:chExt cx="1543052" cy="1854004"/>
          </a:xfrm>
        </p:grpSpPr>
        <p:sp>
          <p:nvSpPr>
            <p:cNvPr id="42" name="对角圆角矩形 3"/>
            <p:cNvSpPr/>
            <p:nvPr/>
          </p:nvSpPr>
          <p:spPr>
            <a:xfrm>
              <a:off x="4841876" y="1709058"/>
              <a:ext cx="1543050" cy="1105719"/>
            </a:xfrm>
            <a:prstGeom prst="round2Diag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文本框 7"/>
            <p:cNvSpPr txBox="1"/>
            <p:nvPr/>
          </p:nvSpPr>
          <p:spPr>
            <a:xfrm>
              <a:off x="5253402" y="2410043"/>
              <a:ext cx="715580" cy="300083"/>
            </a:xfrm>
            <a:prstGeom prst="rect">
              <a:avLst/>
            </a:prstGeom>
            <a:noFill/>
          </p:spPr>
          <p:txBody>
            <a:bodyPr wrap="none">
              <a:normAutofit fontScale="77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ULCC</a:t>
              </a:r>
              <a:endParaRPr lang="fa-IR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4" name="文本框 16"/>
            <p:cNvSpPr txBox="1"/>
            <p:nvPr/>
          </p:nvSpPr>
          <p:spPr>
            <a:xfrm>
              <a:off x="4841874" y="2924167"/>
              <a:ext cx="1529507" cy="253916"/>
            </a:xfrm>
            <a:prstGeom prst="rect">
              <a:avLst/>
            </a:prstGeom>
            <a:noFill/>
          </p:spPr>
          <p:txBody>
            <a:bodyPr wrap="square">
              <a:normAutofit fontScale="77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فوق‌کم‌سیمان</a:t>
              </a:r>
              <a:endParaRPr lang="fa-IR" altLang="en-US" sz="1600" b="1" dirty="0">
                <a:cs typeface="+mn-ea"/>
                <a:sym typeface="+mn-lt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4841874" y="3189113"/>
              <a:ext cx="1529507" cy="373949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20000"/>
                </a:lnSpc>
                <a:buClr>
                  <a:srgbClr val="E24848"/>
                </a:buClr>
              </a:pPr>
              <a:r>
                <a:rPr lang="fa-IR" altLang="en-US" sz="1100" noProof="1">
                  <a:cs typeface="+mn-ea"/>
                  <a:sym typeface="+mn-lt"/>
                </a:rPr>
                <a:t>سیمان ۱ تا ۲٪؛ آب ۳ تا ۶٪</a:t>
              </a:r>
              <a:endParaRPr lang="fa-IR" altLang="en-US" sz="1100" noProof="1">
                <a:cs typeface="+mn-ea"/>
                <a:sym typeface="+mn-lt"/>
              </a:endParaRPr>
            </a:p>
          </p:txBody>
        </p:sp>
        <p:sp>
          <p:nvSpPr>
            <p:cNvPr id="46" name="任意多边形 44"/>
            <p:cNvSpPr/>
            <p:nvPr/>
          </p:nvSpPr>
          <p:spPr>
            <a:xfrm>
              <a:off x="5414269" y="1917777"/>
              <a:ext cx="384717" cy="381035"/>
            </a:xfrm>
            <a:custGeom>
              <a:avLst/>
              <a:gdLst>
                <a:gd name="connsiteX0" fmla="*/ 242094 w 331788"/>
                <a:gd name="connsiteY0" fmla="*/ 203585 h 328613"/>
                <a:gd name="connsiteX1" fmla="*/ 214264 w 331788"/>
                <a:gd name="connsiteY1" fmla="*/ 214264 h 328613"/>
                <a:gd name="connsiteX2" fmla="*/ 214264 w 331788"/>
                <a:gd name="connsiteY2" fmla="*/ 269924 h 328613"/>
                <a:gd name="connsiteX3" fmla="*/ 269924 w 331788"/>
                <a:gd name="connsiteY3" fmla="*/ 269924 h 328613"/>
                <a:gd name="connsiteX4" fmla="*/ 269924 w 331788"/>
                <a:gd name="connsiteY4" fmla="*/ 214264 h 328613"/>
                <a:gd name="connsiteX5" fmla="*/ 242094 w 331788"/>
                <a:gd name="connsiteY5" fmla="*/ 203585 h 328613"/>
                <a:gd name="connsiteX6" fmla="*/ 85725 w 331788"/>
                <a:gd name="connsiteY6" fmla="*/ 200752 h 328613"/>
                <a:gd name="connsiteX7" fmla="*/ 136525 w 331788"/>
                <a:gd name="connsiteY7" fmla="*/ 207698 h 328613"/>
                <a:gd name="connsiteX8" fmla="*/ 132667 w 331788"/>
                <a:gd name="connsiteY8" fmla="*/ 222250 h 328613"/>
                <a:gd name="connsiteX9" fmla="*/ 38783 w 331788"/>
                <a:gd name="connsiteY9" fmla="*/ 222250 h 328613"/>
                <a:gd name="connsiteX10" fmla="*/ 34925 w 331788"/>
                <a:gd name="connsiteY10" fmla="*/ 207698 h 328613"/>
                <a:gd name="connsiteX11" fmla="*/ 85725 w 331788"/>
                <a:gd name="connsiteY11" fmla="*/ 200752 h 328613"/>
                <a:gd name="connsiteX12" fmla="*/ 86038 w 331788"/>
                <a:gd name="connsiteY12" fmla="*/ 150283 h 328613"/>
                <a:gd name="connsiteX13" fmla="*/ 136525 w 331788"/>
                <a:gd name="connsiteY13" fmla="*/ 158221 h 328613"/>
                <a:gd name="connsiteX14" fmla="*/ 132678 w 331788"/>
                <a:gd name="connsiteY14" fmla="*/ 171450 h 328613"/>
                <a:gd name="connsiteX15" fmla="*/ 39076 w 331788"/>
                <a:gd name="connsiteY15" fmla="*/ 171450 h 328613"/>
                <a:gd name="connsiteX16" fmla="*/ 36512 w 331788"/>
                <a:gd name="connsiteY16" fmla="*/ 158221 h 328613"/>
                <a:gd name="connsiteX17" fmla="*/ 86038 w 331788"/>
                <a:gd name="connsiteY17" fmla="*/ 150283 h 328613"/>
                <a:gd name="connsiteX18" fmla="*/ 243681 w 331788"/>
                <a:gd name="connsiteY18" fmla="*/ 148724 h 328613"/>
                <a:gd name="connsiteX19" fmla="*/ 295275 w 331788"/>
                <a:gd name="connsiteY19" fmla="*/ 156745 h 328613"/>
                <a:gd name="connsiteX20" fmla="*/ 292663 w 331788"/>
                <a:gd name="connsiteY20" fmla="*/ 171450 h 328613"/>
                <a:gd name="connsiteX21" fmla="*/ 197312 w 331788"/>
                <a:gd name="connsiteY21" fmla="*/ 171450 h 328613"/>
                <a:gd name="connsiteX22" fmla="*/ 192087 w 331788"/>
                <a:gd name="connsiteY22" fmla="*/ 156745 h 328613"/>
                <a:gd name="connsiteX23" fmla="*/ 243681 w 331788"/>
                <a:gd name="connsiteY23" fmla="*/ 148724 h 328613"/>
                <a:gd name="connsiteX24" fmla="*/ 86038 w 331788"/>
                <a:gd name="connsiteY24" fmla="*/ 99483 h 328613"/>
                <a:gd name="connsiteX25" fmla="*/ 136525 w 331788"/>
                <a:gd name="connsiteY25" fmla="*/ 107421 h 328613"/>
                <a:gd name="connsiteX26" fmla="*/ 132678 w 331788"/>
                <a:gd name="connsiteY26" fmla="*/ 120650 h 328613"/>
                <a:gd name="connsiteX27" fmla="*/ 39076 w 331788"/>
                <a:gd name="connsiteY27" fmla="*/ 120650 h 328613"/>
                <a:gd name="connsiteX28" fmla="*/ 36512 w 331788"/>
                <a:gd name="connsiteY28" fmla="*/ 107421 h 328613"/>
                <a:gd name="connsiteX29" fmla="*/ 86038 w 331788"/>
                <a:gd name="connsiteY29" fmla="*/ 99483 h 328613"/>
                <a:gd name="connsiteX30" fmla="*/ 243681 w 331788"/>
                <a:gd name="connsiteY30" fmla="*/ 99152 h 328613"/>
                <a:gd name="connsiteX31" fmla="*/ 295275 w 331788"/>
                <a:gd name="connsiteY31" fmla="*/ 106098 h 328613"/>
                <a:gd name="connsiteX32" fmla="*/ 292663 w 331788"/>
                <a:gd name="connsiteY32" fmla="*/ 120650 h 328613"/>
                <a:gd name="connsiteX33" fmla="*/ 196006 w 331788"/>
                <a:gd name="connsiteY33" fmla="*/ 120650 h 328613"/>
                <a:gd name="connsiteX34" fmla="*/ 192087 w 331788"/>
                <a:gd name="connsiteY34" fmla="*/ 106098 h 328613"/>
                <a:gd name="connsiteX35" fmla="*/ 243681 w 331788"/>
                <a:gd name="connsiteY35" fmla="*/ 99152 h 328613"/>
                <a:gd name="connsiteX36" fmla="*/ 243681 w 331788"/>
                <a:gd name="connsiteY36" fmla="*/ 48711 h 328613"/>
                <a:gd name="connsiteX37" fmla="*/ 295275 w 331788"/>
                <a:gd name="connsiteY37" fmla="*/ 56732 h 328613"/>
                <a:gd name="connsiteX38" fmla="*/ 292663 w 331788"/>
                <a:gd name="connsiteY38" fmla="*/ 71437 h 328613"/>
                <a:gd name="connsiteX39" fmla="*/ 197312 w 331788"/>
                <a:gd name="connsiteY39" fmla="*/ 71437 h 328613"/>
                <a:gd name="connsiteX40" fmla="*/ 192087 w 331788"/>
                <a:gd name="connsiteY40" fmla="*/ 56732 h 328613"/>
                <a:gd name="connsiteX41" fmla="*/ 243681 w 331788"/>
                <a:gd name="connsiteY41" fmla="*/ 48711 h 328613"/>
                <a:gd name="connsiteX42" fmla="*/ 85725 w 331788"/>
                <a:gd name="connsiteY42" fmla="*/ 48683 h 328613"/>
                <a:gd name="connsiteX43" fmla="*/ 136525 w 331788"/>
                <a:gd name="connsiteY43" fmla="*/ 56621 h 328613"/>
                <a:gd name="connsiteX44" fmla="*/ 132667 w 331788"/>
                <a:gd name="connsiteY44" fmla="*/ 69850 h 328613"/>
                <a:gd name="connsiteX45" fmla="*/ 38783 w 331788"/>
                <a:gd name="connsiteY45" fmla="*/ 69850 h 328613"/>
                <a:gd name="connsiteX46" fmla="*/ 34925 w 331788"/>
                <a:gd name="connsiteY46" fmla="*/ 56621 h 328613"/>
                <a:gd name="connsiteX47" fmla="*/ 85725 w 331788"/>
                <a:gd name="connsiteY47" fmla="*/ 48683 h 328613"/>
                <a:gd name="connsiteX48" fmla="*/ 245779 w 331788"/>
                <a:gd name="connsiteY48" fmla="*/ 12700 h 328613"/>
                <a:gd name="connsiteX49" fmla="*/ 171450 w 331788"/>
                <a:gd name="connsiteY49" fmla="*/ 28215 h 328613"/>
                <a:gd name="connsiteX50" fmla="*/ 171450 w 331788"/>
                <a:gd name="connsiteY50" fmla="*/ 263525 h 328613"/>
                <a:gd name="connsiteX51" fmla="*/ 192314 w 331788"/>
                <a:gd name="connsiteY51" fmla="*/ 257061 h 328613"/>
                <a:gd name="connsiteX52" fmla="*/ 205355 w 331788"/>
                <a:gd name="connsiteY52" fmla="*/ 205344 h 328613"/>
                <a:gd name="connsiteX53" fmla="*/ 279684 w 331788"/>
                <a:gd name="connsiteY53" fmla="*/ 205344 h 328613"/>
                <a:gd name="connsiteX54" fmla="*/ 294028 w 331788"/>
                <a:gd name="connsiteY54" fmla="*/ 257061 h 328613"/>
                <a:gd name="connsiteX55" fmla="*/ 317500 w 331788"/>
                <a:gd name="connsiteY55" fmla="*/ 263525 h 328613"/>
                <a:gd name="connsiteX56" fmla="*/ 317500 w 331788"/>
                <a:gd name="connsiteY56" fmla="*/ 28215 h 328613"/>
                <a:gd name="connsiteX57" fmla="*/ 245779 w 331788"/>
                <a:gd name="connsiteY57" fmla="*/ 12700 h 328613"/>
                <a:gd name="connsiteX58" fmla="*/ 84931 w 331788"/>
                <a:gd name="connsiteY58" fmla="*/ 12700 h 328613"/>
                <a:gd name="connsiteX59" fmla="*/ 12700 w 331788"/>
                <a:gd name="connsiteY59" fmla="*/ 28215 h 328613"/>
                <a:gd name="connsiteX60" fmla="*/ 12700 w 331788"/>
                <a:gd name="connsiteY60" fmla="*/ 263525 h 328613"/>
                <a:gd name="connsiteX61" fmla="*/ 84931 w 331788"/>
                <a:gd name="connsiteY61" fmla="*/ 249303 h 328613"/>
                <a:gd name="connsiteX62" fmla="*/ 157163 w 331788"/>
                <a:gd name="connsiteY62" fmla="*/ 263525 h 328613"/>
                <a:gd name="connsiteX63" fmla="*/ 157163 w 331788"/>
                <a:gd name="connsiteY63" fmla="*/ 28215 h 328613"/>
                <a:gd name="connsiteX64" fmla="*/ 84931 w 331788"/>
                <a:gd name="connsiteY64" fmla="*/ 12700 h 328613"/>
                <a:gd name="connsiteX65" fmla="*/ 86835 w 331788"/>
                <a:gd name="connsiteY65" fmla="*/ 0 h 328613"/>
                <a:gd name="connsiteX66" fmla="*/ 165894 w 331788"/>
                <a:gd name="connsiteY66" fmla="*/ 15525 h 328613"/>
                <a:gd name="connsiteX67" fmla="*/ 244953 w 331788"/>
                <a:gd name="connsiteY67" fmla="*/ 0 h 328613"/>
                <a:gd name="connsiteX68" fmla="*/ 326604 w 331788"/>
                <a:gd name="connsiteY68" fmla="*/ 16819 h 328613"/>
                <a:gd name="connsiteX69" fmla="*/ 331788 w 331788"/>
                <a:gd name="connsiteY69" fmla="*/ 23288 h 328613"/>
                <a:gd name="connsiteX70" fmla="*/ 331788 w 331788"/>
                <a:gd name="connsiteY70" fmla="*/ 274276 h 328613"/>
                <a:gd name="connsiteX71" fmla="*/ 322716 w 331788"/>
                <a:gd name="connsiteY71" fmla="*/ 280744 h 328613"/>
                <a:gd name="connsiteX72" fmla="*/ 289019 w 331788"/>
                <a:gd name="connsiteY72" fmla="*/ 269101 h 328613"/>
                <a:gd name="connsiteX73" fmla="*/ 285130 w 331788"/>
                <a:gd name="connsiteY73" fmla="*/ 274276 h 328613"/>
                <a:gd name="connsiteX74" fmla="*/ 329196 w 331788"/>
                <a:gd name="connsiteY74" fmla="*/ 318263 h 328613"/>
                <a:gd name="connsiteX75" fmla="*/ 318828 w 331788"/>
                <a:gd name="connsiteY75" fmla="*/ 328613 h 328613"/>
                <a:gd name="connsiteX76" fmla="*/ 274762 w 331788"/>
                <a:gd name="connsiteY76" fmla="*/ 284626 h 328613"/>
                <a:gd name="connsiteX77" fmla="*/ 206072 w 331788"/>
                <a:gd name="connsiteY77" fmla="*/ 279451 h 328613"/>
                <a:gd name="connsiteX78" fmla="*/ 198295 w 331788"/>
                <a:gd name="connsiteY78" fmla="*/ 270394 h 328613"/>
                <a:gd name="connsiteX79" fmla="*/ 167190 w 331788"/>
                <a:gd name="connsiteY79" fmla="*/ 280744 h 328613"/>
                <a:gd name="connsiteX80" fmla="*/ 163302 w 331788"/>
                <a:gd name="connsiteY80" fmla="*/ 280744 h 328613"/>
                <a:gd name="connsiteX81" fmla="*/ 85539 w 331788"/>
                <a:gd name="connsiteY81" fmla="*/ 263926 h 328613"/>
                <a:gd name="connsiteX82" fmla="*/ 9072 w 331788"/>
                <a:gd name="connsiteY82" fmla="*/ 280744 h 328613"/>
                <a:gd name="connsiteX83" fmla="*/ 0 w 331788"/>
                <a:gd name="connsiteY83" fmla="*/ 274276 h 328613"/>
                <a:gd name="connsiteX84" fmla="*/ 0 w 331788"/>
                <a:gd name="connsiteY84" fmla="*/ 23288 h 328613"/>
                <a:gd name="connsiteX85" fmla="*/ 5184 w 331788"/>
                <a:gd name="connsiteY85" fmla="*/ 16819 h 328613"/>
                <a:gd name="connsiteX86" fmla="*/ 86835 w 331788"/>
                <a:gd name="connsiteY86" fmla="*/ 0 h 32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31788" h="328613">
                  <a:moveTo>
                    <a:pt x="242094" y="203585"/>
                  </a:moveTo>
                  <a:cubicBezTo>
                    <a:pt x="232062" y="203585"/>
                    <a:pt x="222031" y="207145"/>
                    <a:pt x="214264" y="214264"/>
                  </a:cubicBezTo>
                  <a:cubicBezTo>
                    <a:pt x="200025" y="229797"/>
                    <a:pt x="200025" y="254391"/>
                    <a:pt x="214264" y="269924"/>
                  </a:cubicBezTo>
                  <a:cubicBezTo>
                    <a:pt x="229797" y="284163"/>
                    <a:pt x="254391" y="284163"/>
                    <a:pt x="269924" y="269924"/>
                  </a:cubicBezTo>
                  <a:cubicBezTo>
                    <a:pt x="284163" y="254391"/>
                    <a:pt x="284163" y="229797"/>
                    <a:pt x="269924" y="214264"/>
                  </a:cubicBezTo>
                  <a:cubicBezTo>
                    <a:pt x="262158" y="207145"/>
                    <a:pt x="252126" y="203585"/>
                    <a:pt x="242094" y="203585"/>
                  </a:cubicBezTo>
                  <a:close/>
                  <a:moveTo>
                    <a:pt x="85725" y="200752"/>
                  </a:moveTo>
                  <a:cubicBezTo>
                    <a:pt x="102122" y="200752"/>
                    <a:pt x="118520" y="203067"/>
                    <a:pt x="136525" y="207698"/>
                  </a:cubicBezTo>
                  <a:cubicBezTo>
                    <a:pt x="136525" y="207698"/>
                    <a:pt x="136525" y="207698"/>
                    <a:pt x="132667" y="222250"/>
                  </a:cubicBezTo>
                  <a:cubicBezTo>
                    <a:pt x="99229" y="211667"/>
                    <a:pt x="72221" y="211667"/>
                    <a:pt x="38783" y="222250"/>
                  </a:cubicBezTo>
                  <a:cubicBezTo>
                    <a:pt x="38783" y="222250"/>
                    <a:pt x="38783" y="222250"/>
                    <a:pt x="34925" y="207698"/>
                  </a:cubicBezTo>
                  <a:cubicBezTo>
                    <a:pt x="52930" y="203067"/>
                    <a:pt x="69327" y="200752"/>
                    <a:pt x="85725" y="200752"/>
                  </a:cubicBezTo>
                  <a:close/>
                  <a:moveTo>
                    <a:pt x="86038" y="150283"/>
                  </a:moveTo>
                  <a:cubicBezTo>
                    <a:pt x="102226" y="150283"/>
                    <a:pt x="118574" y="152929"/>
                    <a:pt x="136525" y="158221"/>
                  </a:cubicBezTo>
                  <a:cubicBezTo>
                    <a:pt x="136525" y="158221"/>
                    <a:pt x="136525" y="158221"/>
                    <a:pt x="132678" y="171450"/>
                  </a:cubicBezTo>
                  <a:cubicBezTo>
                    <a:pt x="99341" y="162190"/>
                    <a:pt x="72414" y="162190"/>
                    <a:pt x="39076" y="171450"/>
                  </a:cubicBezTo>
                  <a:cubicBezTo>
                    <a:pt x="39076" y="171450"/>
                    <a:pt x="39076" y="171450"/>
                    <a:pt x="36512" y="158221"/>
                  </a:cubicBezTo>
                  <a:cubicBezTo>
                    <a:pt x="53822" y="152929"/>
                    <a:pt x="69850" y="150283"/>
                    <a:pt x="86038" y="150283"/>
                  </a:cubicBezTo>
                  <a:close/>
                  <a:moveTo>
                    <a:pt x="243681" y="148724"/>
                  </a:moveTo>
                  <a:cubicBezTo>
                    <a:pt x="260335" y="148724"/>
                    <a:pt x="276989" y="151398"/>
                    <a:pt x="295275" y="156745"/>
                  </a:cubicBezTo>
                  <a:cubicBezTo>
                    <a:pt x="295275" y="156745"/>
                    <a:pt x="295275" y="156745"/>
                    <a:pt x="292663" y="171450"/>
                  </a:cubicBezTo>
                  <a:cubicBezTo>
                    <a:pt x="257396" y="162092"/>
                    <a:pt x="231272" y="162092"/>
                    <a:pt x="197312" y="171450"/>
                  </a:cubicBezTo>
                  <a:cubicBezTo>
                    <a:pt x="197312" y="171450"/>
                    <a:pt x="197312" y="171450"/>
                    <a:pt x="192087" y="156745"/>
                  </a:cubicBezTo>
                  <a:cubicBezTo>
                    <a:pt x="210374" y="151398"/>
                    <a:pt x="227027" y="148724"/>
                    <a:pt x="243681" y="148724"/>
                  </a:cubicBezTo>
                  <a:close/>
                  <a:moveTo>
                    <a:pt x="86038" y="99483"/>
                  </a:moveTo>
                  <a:cubicBezTo>
                    <a:pt x="102226" y="99483"/>
                    <a:pt x="118574" y="102129"/>
                    <a:pt x="136525" y="107421"/>
                  </a:cubicBezTo>
                  <a:cubicBezTo>
                    <a:pt x="136525" y="107421"/>
                    <a:pt x="136525" y="107421"/>
                    <a:pt x="132678" y="120650"/>
                  </a:cubicBezTo>
                  <a:cubicBezTo>
                    <a:pt x="99341" y="111390"/>
                    <a:pt x="72414" y="111390"/>
                    <a:pt x="39076" y="120650"/>
                  </a:cubicBezTo>
                  <a:cubicBezTo>
                    <a:pt x="39076" y="120650"/>
                    <a:pt x="39076" y="120650"/>
                    <a:pt x="36512" y="107421"/>
                  </a:cubicBezTo>
                  <a:cubicBezTo>
                    <a:pt x="53822" y="102129"/>
                    <a:pt x="69850" y="99483"/>
                    <a:pt x="86038" y="99483"/>
                  </a:cubicBezTo>
                  <a:close/>
                  <a:moveTo>
                    <a:pt x="243681" y="99152"/>
                  </a:moveTo>
                  <a:cubicBezTo>
                    <a:pt x="260335" y="99152"/>
                    <a:pt x="276989" y="101467"/>
                    <a:pt x="295275" y="106098"/>
                  </a:cubicBezTo>
                  <a:cubicBezTo>
                    <a:pt x="295275" y="106098"/>
                    <a:pt x="295275" y="106098"/>
                    <a:pt x="292663" y="120650"/>
                  </a:cubicBezTo>
                  <a:cubicBezTo>
                    <a:pt x="257396" y="111390"/>
                    <a:pt x="231272" y="111390"/>
                    <a:pt x="196006" y="120650"/>
                  </a:cubicBezTo>
                  <a:cubicBezTo>
                    <a:pt x="196006" y="120650"/>
                    <a:pt x="196006" y="120650"/>
                    <a:pt x="192087" y="106098"/>
                  </a:cubicBezTo>
                  <a:cubicBezTo>
                    <a:pt x="210374" y="101467"/>
                    <a:pt x="227027" y="99152"/>
                    <a:pt x="243681" y="99152"/>
                  </a:cubicBezTo>
                  <a:close/>
                  <a:moveTo>
                    <a:pt x="243681" y="48711"/>
                  </a:moveTo>
                  <a:cubicBezTo>
                    <a:pt x="260335" y="48711"/>
                    <a:pt x="276989" y="51385"/>
                    <a:pt x="295275" y="56732"/>
                  </a:cubicBezTo>
                  <a:cubicBezTo>
                    <a:pt x="295275" y="56732"/>
                    <a:pt x="295275" y="56732"/>
                    <a:pt x="292663" y="71437"/>
                  </a:cubicBezTo>
                  <a:cubicBezTo>
                    <a:pt x="257396" y="60742"/>
                    <a:pt x="231272" y="60742"/>
                    <a:pt x="197312" y="71437"/>
                  </a:cubicBezTo>
                  <a:cubicBezTo>
                    <a:pt x="197312" y="71437"/>
                    <a:pt x="197312" y="71437"/>
                    <a:pt x="192087" y="56732"/>
                  </a:cubicBezTo>
                  <a:cubicBezTo>
                    <a:pt x="210374" y="51385"/>
                    <a:pt x="227027" y="48711"/>
                    <a:pt x="243681" y="48711"/>
                  </a:cubicBezTo>
                  <a:close/>
                  <a:moveTo>
                    <a:pt x="85725" y="48683"/>
                  </a:moveTo>
                  <a:cubicBezTo>
                    <a:pt x="102122" y="48683"/>
                    <a:pt x="118520" y="51329"/>
                    <a:pt x="136525" y="56621"/>
                  </a:cubicBezTo>
                  <a:cubicBezTo>
                    <a:pt x="136525" y="56621"/>
                    <a:pt x="136525" y="56621"/>
                    <a:pt x="132667" y="69850"/>
                  </a:cubicBezTo>
                  <a:cubicBezTo>
                    <a:pt x="99229" y="60590"/>
                    <a:pt x="72221" y="60590"/>
                    <a:pt x="38783" y="69850"/>
                  </a:cubicBezTo>
                  <a:lnTo>
                    <a:pt x="34925" y="56621"/>
                  </a:lnTo>
                  <a:cubicBezTo>
                    <a:pt x="52930" y="51329"/>
                    <a:pt x="69327" y="48683"/>
                    <a:pt x="85725" y="48683"/>
                  </a:cubicBezTo>
                  <a:close/>
                  <a:moveTo>
                    <a:pt x="245779" y="12700"/>
                  </a:moveTo>
                  <a:cubicBezTo>
                    <a:pt x="224915" y="12700"/>
                    <a:pt x="201443" y="16579"/>
                    <a:pt x="171450" y="28215"/>
                  </a:cubicBezTo>
                  <a:cubicBezTo>
                    <a:pt x="171450" y="28215"/>
                    <a:pt x="171450" y="28215"/>
                    <a:pt x="171450" y="263525"/>
                  </a:cubicBezTo>
                  <a:cubicBezTo>
                    <a:pt x="176666" y="262232"/>
                    <a:pt x="185794" y="259646"/>
                    <a:pt x="192314" y="257061"/>
                  </a:cubicBezTo>
                  <a:cubicBezTo>
                    <a:pt x="185794" y="238960"/>
                    <a:pt x="191010" y="219566"/>
                    <a:pt x="205355" y="205344"/>
                  </a:cubicBezTo>
                  <a:cubicBezTo>
                    <a:pt x="226219" y="184657"/>
                    <a:pt x="258819" y="184657"/>
                    <a:pt x="279684" y="205344"/>
                  </a:cubicBezTo>
                  <a:cubicBezTo>
                    <a:pt x="294028" y="218273"/>
                    <a:pt x="299244" y="238960"/>
                    <a:pt x="294028" y="257061"/>
                  </a:cubicBezTo>
                  <a:cubicBezTo>
                    <a:pt x="301852" y="258353"/>
                    <a:pt x="312284" y="262232"/>
                    <a:pt x="317500" y="263525"/>
                  </a:cubicBezTo>
                  <a:lnTo>
                    <a:pt x="317500" y="28215"/>
                  </a:lnTo>
                  <a:cubicBezTo>
                    <a:pt x="288812" y="17872"/>
                    <a:pt x="266643" y="12700"/>
                    <a:pt x="245779" y="12700"/>
                  </a:cubicBezTo>
                  <a:close/>
                  <a:moveTo>
                    <a:pt x="84931" y="12700"/>
                  </a:moveTo>
                  <a:cubicBezTo>
                    <a:pt x="63004" y="12700"/>
                    <a:pt x="42366" y="17872"/>
                    <a:pt x="12700" y="28215"/>
                  </a:cubicBezTo>
                  <a:cubicBezTo>
                    <a:pt x="12700" y="28215"/>
                    <a:pt x="12700" y="28215"/>
                    <a:pt x="12700" y="263525"/>
                  </a:cubicBezTo>
                  <a:cubicBezTo>
                    <a:pt x="41077" y="254475"/>
                    <a:pt x="63004" y="249303"/>
                    <a:pt x="84931" y="249303"/>
                  </a:cubicBezTo>
                  <a:cubicBezTo>
                    <a:pt x="106859" y="249303"/>
                    <a:pt x="128786" y="254475"/>
                    <a:pt x="157163" y="263525"/>
                  </a:cubicBezTo>
                  <a:lnTo>
                    <a:pt x="157163" y="28215"/>
                  </a:lnTo>
                  <a:cubicBezTo>
                    <a:pt x="128786" y="17872"/>
                    <a:pt x="106859" y="12700"/>
                    <a:pt x="84931" y="12700"/>
                  </a:cubicBezTo>
                  <a:close/>
                  <a:moveTo>
                    <a:pt x="86835" y="0"/>
                  </a:moveTo>
                  <a:cubicBezTo>
                    <a:pt x="110164" y="0"/>
                    <a:pt x="133493" y="5175"/>
                    <a:pt x="165894" y="15525"/>
                  </a:cubicBezTo>
                  <a:cubicBezTo>
                    <a:pt x="198295" y="5175"/>
                    <a:pt x="221624" y="0"/>
                    <a:pt x="244953" y="0"/>
                  </a:cubicBezTo>
                  <a:cubicBezTo>
                    <a:pt x="269578" y="0"/>
                    <a:pt x="294203" y="5175"/>
                    <a:pt x="326604" y="16819"/>
                  </a:cubicBezTo>
                  <a:cubicBezTo>
                    <a:pt x="329196" y="18113"/>
                    <a:pt x="331788" y="20700"/>
                    <a:pt x="331788" y="23288"/>
                  </a:cubicBezTo>
                  <a:cubicBezTo>
                    <a:pt x="331788" y="23288"/>
                    <a:pt x="331788" y="23288"/>
                    <a:pt x="331788" y="274276"/>
                  </a:cubicBezTo>
                  <a:cubicBezTo>
                    <a:pt x="331788" y="280744"/>
                    <a:pt x="325308" y="280744"/>
                    <a:pt x="322716" y="280744"/>
                  </a:cubicBezTo>
                  <a:cubicBezTo>
                    <a:pt x="313643" y="276863"/>
                    <a:pt x="299387" y="272982"/>
                    <a:pt x="289019" y="269101"/>
                  </a:cubicBezTo>
                  <a:cubicBezTo>
                    <a:pt x="287723" y="271688"/>
                    <a:pt x="286427" y="272982"/>
                    <a:pt x="285130" y="274276"/>
                  </a:cubicBezTo>
                  <a:cubicBezTo>
                    <a:pt x="285130" y="274276"/>
                    <a:pt x="285130" y="274276"/>
                    <a:pt x="329196" y="318263"/>
                  </a:cubicBezTo>
                  <a:cubicBezTo>
                    <a:pt x="329196" y="318263"/>
                    <a:pt x="329196" y="318263"/>
                    <a:pt x="318828" y="328613"/>
                  </a:cubicBezTo>
                  <a:cubicBezTo>
                    <a:pt x="318828" y="328613"/>
                    <a:pt x="318828" y="328613"/>
                    <a:pt x="274762" y="284626"/>
                  </a:cubicBezTo>
                  <a:cubicBezTo>
                    <a:pt x="254025" y="300151"/>
                    <a:pt x="224216" y="298857"/>
                    <a:pt x="206072" y="279451"/>
                  </a:cubicBezTo>
                  <a:cubicBezTo>
                    <a:pt x="202183" y="276863"/>
                    <a:pt x="200887" y="274276"/>
                    <a:pt x="198295" y="270394"/>
                  </a:cubicBezTo>
                  <a:cubicBezTo>
                    <a:pt x="189223" y="272982"/>
                    <a:pt x="174966" y="278157"/>
                    <a:pt x="167190" y="280744"/>
                  </a:cubicBezTo>
                  <a:cubicBezTo>
                    <a:pt x="165894" y="280744"/>
                    <a:pt x="164598" y="280744"/>
                    <a:pt x="163302" y="280744"/>
                  </a:cubicBezTo>
                  <a:cubicBezTo>
                    <a:pt x="130901" y="269101"/>
                    <a:pt x="108868" y="263926"/>
                    <a:pt x="85539" y="263926"/>
                  </a:cubicBezTo>
                  <a:cubicBezTo>
                    <a:pt x="63506" y="263926"/>
                    <a:pt x="40177" y="269101"/>
                    <a:pt x="9072" y="280744"/>
                  </a:cubicBezTo>
                  <a:cubicBezTo>
                    <a:pt x="6480" y="280744"/>
                    <a:pt x="0" y="280744"/>
                    <a:pt x="0" y="274276"/>
                  </a:cubicBezTo>
                  <a:cubicBezTo>
                    <a:pt x="0" y="274276"/>
                    <a:pt x="0" y="274276"/>
                    <a:pt x="0" y="23288"/>
                  </a:cubicBezTo>
                  <a:cubicBezTo>
                    <a:pt x="0" y="20700"/>
                    <a:pt x="2592" y="18113"/>
                    <a:pt x="5184" y="16819"/>
                  </a:cubicBezTo>
                  <a:cubicBezTo>
                    <a:pt x="37585" y="5175"/>
                    <a:pt x="62210" y="0"/>
                    <a:pt x="8683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924672" y="1709058"/>
            <a:ext cx="1543053" cy="1854004"/>
            <a:chOff x="6924672" y="1709058"/>
            <a:chExt cx="1543053" cy="1854004"/>
          </a:xfrm>
        </p:grpSpPr>
        <p:sp>
          <p:nvSpPr>
            <p:cNvPr id="7" name="对角圆角矩形 4"/>
            <p:cNvSpPr/>
            <p:nvPr/>
          </p:nvSpPr>
          <p:spPr>
            <a:xfrm>
              <a:off x="6924675" y="1709058"/>
              <a:ext cx="1543050" cy="1105719"/>
            </a:xfrm>
            <a:prstGeom prst="round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文本框 8"/>
            <p:cNvSpPr txBox="1"/>
            <p:nvPr/>
          </p:nvSpPr>
          <p:spPr>
            <a:xfrm>
              <a:off x="7338411" y="2410043"/>
              <a:ext cx="715580" cy="300083"/>
            </a:xfrm>
            <a:prstGeom prst="rect">
              <a:avLst/>
            </a:prstGeom>
            <a:noFill/>
          </p:spPr>
          <p:txBody>
            <a:bodyPr wrap="none">
              <a:normAutofit fontScale="77500"/>
            </a:bodyPr>
            <a:lstStyle/>
            <a:p>
              <a:pPr algn="ctr" rtl="1"/>
              <a:r>
                <a:rPr lang="fa-IR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NCC</a:t>
              </a:r>
              <a:endParaRPr lang="fa-IR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文本框 19"/>
            <p:cNvSpPr txBox="1"/>
            <p:nvPr/>
          </p:nvSpPr>
          <p:spPr>
            <a:xfrm>
              <a:off x="6924672" y="2924167"/>
              <a:ext cx="1529507" cy="253916"/>
            </a:xfrm>
            <a:prstGeom prst="rect">
              <a:avLst/>
            </a:prstGeom>
            <a:noFill/>
          </p:spPr>
          <p:txBody>
            <a:bodyPr wrap="square">
              <a:normAutofit fontScale="77500"/>
            </a:bodyPr>
            <a:lstStyle/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بدون سیمان</a:t>
              </a:r>
              <a:endParaRPr lang="fa-IR" altLang="en-US" sz="1600" b="1" dirty="0"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924672" y="3189113"/>
              <a:ext cx="1529507" cy="373949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/>
            <a:p>
              <a:pPr algn="ctr" rtl="1">
                <a:lnSpc>
                  <a:spcPct val="120000"/>
                </a:lnSpc>
                <a:buClr>
                  <a:srgbClr val="E24848"/>
                </a:buClr>
              </a:pPr>
              <a:r>
                <a:rPr lang="fa-IR" altLang="en-US" sz="1100" noProof="1">
                  <a:cs typeface="+mn-ea"/>
                  <a:sym typeface="+mn-lt"/>
                </a:rPr>
                <a:t>CaO کمتر از ۰٫۲٪</a:t>
              </a:r>
              <a:endParaRPr lang="fa-IR" altLang="en-US" sz="1100" noProof="1">
                <a:cs typeface="+mn-ea"/>
                <a:sym typeface="+mn-lt"/>
              </a:endParaRPr>
            </a:p>
          </p:txBody>
        </p:sp>
        <p:sp>
          <p:nvSpPr>
            <p:cNvPr id="23" name="任意多边形 45"/>
            <p:cNvSpPr/>
            <p:nvPr/>
          </p:nvSpPr>
          <p:spPr>
            <a:xfrm>
              <a:off x="7512713" y="1915936"/>
              <a:ext cx="353423" cy="384717"/>
            </a:xfrm>
            <a:custGeom>
              <a:avLst/>
              <a:gdLst>
                <a:gd name="connsiteX0" fmla="*/ 141287 w 304800"/>
                <a:gd name="connsiteY0" fmla="*/ 280988 h 331788"/>
                <a:gd name="connsiteX1" fmla="*/ 204787 w 304800"/>
                <a:gd name="connsiteY1" fmla="*/ 305737 h 331788"/>
                <a:gd name="connsiteX2" fmla="*/ 268287 w 304800"/>
                <a:gd name="connsiteY2" fmla="*/ 280988 h 331788"/>
                <a:gd name="connsiteX3" fmla="*/ 268287 w 304800"/>
                <a:gd name="connsiteY3" fmla="*/ 305737 h 331788"/>
                <a:gd name="connsiteX4" fmla="*/ 204787 w 304800"/>
                <a:gd name="connsiteY4" fmla="*/ 331788 h 331788"/>
                <a:gd name="connsiteX5" fmla="*/ 141287 w 304800"/>
                <a:gd name="connsiteY5" fmla="*/ 305737 h 331788"/>
                <a:gd name="connsiteX6" fmla="*/ 141287 w 304800"/>
                <a:gd name="connsiteY6" fmla="*/ 280988 h 331788"/>
                <a:gd name="connsiteX7" fmla="*/ 17462 w 304800"/>
                <a:gd name="connsiteY7" fmla="*/ 249238 h 331788"/>
                <a:gd name="connsiteX8" fmla="*/ 81265 w 304800"/>
                <a:gd name="connsiteY8" fmla="*/ 274638 h 331788"/>
                <a:gd name="connsiteX9" fmla="*/ 133350 w 304800"/>
                <a:gd name="connsiteY9" fmla="*/ 263208 h 331788"/>
                <a:gd name="connsiteX10" fmla="*/ 133350 w 304800"/>
                <a:gd name="connsiteY10" fmla="*/ 288608 h 331788"/>
                <a:gd name="connsiteX11" fmla="*/ 81265 w 304800"/>
                <a:gd name="connsiteY11" fmla="*/ 300038 h 331788"/>
                <a:gd name="connsiteX12" fmla="*/ 17462 w 304800"/>
                <a:gd name="connsiteY12" fmla="*/ 274638 h 331788"/>
                <a:gd name="connsiteX13" fmla="*/ 17462 w 304800"/>
                <a:gd name="connsiteY13" fmla="*/ 249238 h 331788"/>
                <a:gd name="connsiteX14" fmla="*/ 223837 w 304800"/>
                <a:gd name="connsiteY14" fmla="*/ 226394 h 331788"/>
                <a:gd name="connsiteX15" fmla="*/ 236313 w 304800"/>
                <a:gd name="connsiteY15" fmla="*/ 228141 h 331788"/>
                <a:gd name="connsiteX16" fmla="*/ 223837 w 304800"/>
                <a:gd name="connsiteY16" fmla="*/ 255588 h 331788"/>
                <a:gd name="connsiteX17" fmla="*/ 204787 w 304800"/>
                <a:gd name="connsiteY17" fmla="*/ 217488 h 331788"/>
                <a:gd name="connsiteX18" fmla="*/ 223837 w 304800"/>
                <a:gd name="connsiteY18" fmla="*/ 220641 h 331788"/>
                <a:gd name="connsiteX19" fmla="*/ 223837 w 304800"/>
                <a:gd name="connsiteY19" fmla="*/ 226394 h 331788"/>
                <a:gd name="connsiteX20" fmla="*/ 205582 w 304800"/>
                <a:gd name="connsiteY20" fmla="*/ 223838 h 331788"/>
                <a:gd name="connsiteX21" fmla="*/ 149225 w 304800"/>
                <a:gd name="connsiteY21" fmla="*/ 242888 h 331788"/>
                <a:gd name="connsiteX22" fmla="*/ 205582 w 304800"/>
                <a:gd name="connsiteY22" fmla="*/ 261938 h 331788"/>
                <a:gd name="connsiteX23" fmla="*/ 261939 w 304800"/>
                <a:gd name="connsiteY23" fmla="*/ 242888 h 331788"/>
                <a:gd name="connsiteX24" fmla="*/ 245433 w 304800"/>
                <a:gd name="connsiteY24" fmla="*/ 229418 h 331788"/>
                <a:gd name="connsiteX25" fmla="*/ 236313 w 304800"/>
                <a:gd name="connsiteY25" fmla="*/ 228141 h 331788"/>
                <a:gd name="connsiteX26" fmla="*/ 238611 w 304800"/>
                <a:gd name="connsiteY26" fmla="*/ 223086 h 331788"/>
                <a:gd name="connsiteX27" fmla="*/ 249659 w 304800"/>
                <a:gd name="connsiteY27" fmla="*/ 224914 h 331788"/>
                <a:gd name="connsiteX28" fmla="*/ 268287 w 304800"/>
                <a:gd name="connsiteY28" fmla="*/ 242027 h 331788"/>
                <a:gd name="connsiteX29" fmla="*/ 268287 w 304800"/>
                <a:gd name="connsiteY29" fmla="*/ 267858 h 331788"/>
                <a:gd name="connsiteX30" fmla="*/ 204787 w 304800"/>
                <a:gd name="connsiteY30" fmla="*/ 293688 h 331788"/>
                <a:gd name="connsiteX31" fmla="*/ 141287 w 304800"/>
                <a:gd name="connsiteY31" fmla="*/ 267858 h 331788"/>
                <a:gd name="connsiteX32" fmla="*/ 141287 w 304800"/>
                <a:gd name="connsiteY32" fmla="*/ 242027 h 331788"/>
                <a:gd name="connsiteX33" fmla="*/ 204787 w 304800"/>
                <a:gd name="connsiteY33" fmla="*/ 217488 h 331788"/>
                <a:gd name="connsiteX34" fmla="*/ 223837 w 304800"/>
                <a:gd name="connsiteY34" fmla="*/ 195310 h 331788"/>
                <a:gd name="connsiteX35" fmla="*/ 223837 w 304800"/>
                <a:gd name="connsiteY35" fmla="*/ 211770 h 331788"/>
                <a:gd name="connsiteX36" fmla="*/ 192182 w 304800"/>
                <a:gd name="connsiteY36" fmla="*/ 209562 h 331788"/>
                <a:gd name="connsiteX37" fmla="*/ 153115 w 304800"/>
                <a:gd name="connsiteY37" fmla="*/ 219075 h 331788"/>
                <a:gd name="connsiteX38" fmla="*/ 153115 w 304800"/>
                <a:gd name="connsiteY38" fmla="*/ 211336 h 331788"/>
                <a:gd name="connsiteX39" fmla="*/ 149225 w 304800"/>
                <a:gd name="connsiteY39" fmla="*/ 199727 h 331788"/>
                <a:gd name="connsiteX40" fmla="*/ 177755 w 304800"/>
                <a:gd name="connsiteY40" fmla="*/ 203597 h 331788"/>
                <a:gd name="connsiteX41" fmla="*/ 222658 w 304800"/>
                <a:gd name="connsiteY41" fmla="*/ 196019 h 331788"/>
                <a:gd name="connsiteX42" fmla="*/ 80962 w 304800"/>
                <a:gd name="connsiteY42" fmla="*/ 192088 h 331788"/>
                <a:gd name="connsiteX43" fmla="*/ 80963 w 304800"/>
                <a:gd name="connsiteY43" fmla="*/ 192088 h 331788"/>
                <a:gd name="connsiteX44" fmla="*/ 80963 w 304800"/>
                <a:gd name="connsiteY44" fmla="*/ 206375 h 331788"/>
                <a:gd name="connsiteX45" fmla="*/ 74852 w 304800"/>
                <a:gd name="connsiteY45" fmla="*/ 192932 h 331788"/>
                <a:gd name="connsiteX46" fmla="*/ 80963 w 304800"/>
                <a:gd name="connsiteY46" fmla="*/ 185738 h 331788"/>
                <a:gd name="connsiteX47" fmla="*/ 125833 w 304800"/>
                <a:gd name="connsiteY47" fmla="*/ 192800 h 331788"/>
                <a:gd name="connsiteX48" fmla="*/ 144462 w 304800"/>
                <a:gd name="connsiteY48" fmla="*/ 210700 h 331788"/>
                <a:gd name="connsiteX49" fmla="*/ 144462 w 304800"/>
                <a:gd name="connsiteY49" fmla="*/ 223838 h 331788"/>
                <a:gd name="connsiteX50" fmla="*/ 132798 w 304800"/>
                <a:gd name="connsiteY50" fmla="*/ 242231 h 331788"/>
                <a:gd name="connsiteX51" fmla="*/ 132798 w 304800"/>
                <a:gd name="connsiteY51" fmla="*/ 251428 h 331788"/>
                <a:gd name="connsiteX52" fmla="*/ 80962 w 304800"/>
                <a:gd name="connsiteY52" fmla="*/ 261938 h 331788"/>
                <a:gd name="connsiteX53" fmla="*/ 17462 w 304800"/>
                <a:gd name="connsiteY53" fmla="*/ 236976 h 331788"/>
                <a:gd name="connsiteX54" fmla="*/ 17462 w 304800"/>
                <a:gd name="connsiteY54" fmla="*/ 210700 h 331788"/>
                <a:gd name="connsiteX55" fmla="*/ 36091 w 304800"/>
                <a:gd name="connsiteY55" fmla="*/ 192800 h 331788"/>
                <a:gd name="connsiteX56" fmla="*/ 72209 w 304800"/>
                <a:gd name="connsiteY56" fmla="*/ 187116 h 331788"/>
                <a:gd name="connsiteX57" fmla="*/ 74852 w 304800"/>
                <a:gd name="connsiteY57" fmla="*/ 192932 h 331788"/>
                <a:gd name="connsiteX58" fmla="*/ 40551 w 304800"/>
                <a:gd name="connsiteY58" fmla="*/ 197668 h 331788"/>
                <a:gd name="connsiteX59" fmla="*/ 23812 w 304800"/>
                <a:gd name="connsiteY59" fmla="*/ 211138 h 331788"/>
                <a:gd name="connsiteX60" fmla="*/ 80962 w 304800"/>
                <a:gd name="connsiteY60" fmla="*/ 230188 h 331788"/>
                <a:gd name="connsiteX61" fmla="*/ 138112 w 304800"/>
                <a:gd name="connsiteY61" fmla="*/ 211138 h 331788"/>
                <a:gd name="connsiteX62" fmla="*/ 121373 w 304800"/>
                <a:gd name="connsiteY62" fmla="*/ 197668 h 331788"/>
                <a:gd name="connsiteX63" fmla="*/ 80963 w 304800"/>
                <a:gd name="connsiteY63" fmla="*/ 192088 h 331788"/>
                <a:gd name="connsiteX64" fmla="*/ 241300 w 304800"/>
                <a:gd name="connsiteY64" fmla="*/ 157163 h 331788"/>
                <a:gd name="connsiteX65" fmla="*/ 304800 w 304800"/>
                <a:gd name="connsiteY65" fmla="*/ 157163 h 331788"/>
                <a:gd name="connsiteX66" fmla="*/ 304800 w 304800"/>
                <a:gd name="connsiteY66" fmla="*/ 220663 h 331788"/>
                <a:gd name="connsiteX67" fmla="*/ 239712 w 304800"/>
                <a:gd name="connsiteY67" fmla="*/ 220663 h 331788"/>
                <a:gd name="connsiteX68" fmla="*/ 238611 w 304800"/>
                <a:gd name="connsiteY68" fmla="*/ 223086 h 331788"/>
                <a:gd name="connsiteX69" fmla="*/ 223837 w 304800"/>
                <a:gd name="connsiteY69" fmla="*/ 220641 h 331788"/>
                <a:gd name="connsiteX70" fmla="*/ 223837 w 304800"/>
                <a:gd name="connsiteY70" fmla="*/ 211770 h 331788"/>
                <a:gd name="connsiteX71" fmla="*/ 236113 w 304800"/>
                <a:gd name="connsiteY71" fmla="*/ 212626 h 331788"/>
                <a:gd name="connsiteX72" fmla="*/ 241300 w 304800"/>
                <a:gd name="connsiteY72" fmla="*/ 203597 h 331788"/>
                <a:gd name="connsiteX73" fmla="*/ 241300 w 304800"/>
                <a:gd name="connsiteY73" fmla="*/ 177800 h 331788"/>
                <a:gd name="connsiteX74" fmla="*/ 236295 w 304800"/>
                <a:gd name="connsiteY74" fmla="*/ 187816 h 331788"/>
                <a:gd name="connsiteX75" fmla="*/ 223837 w 304800"/>
                <a:gd name="connsiteY75" fmla="*/ 195310 h 331788"/>
                <a:gd name="connsiteX76" fmla="*/ 223837 w 304800"/>
                <a:gd name="connsiteY76" fmla="*/ 182139 h 331788"/>
                <a:gd name="connsiteX77" fmla="*/ 236299 w 304800"/>
                <a:gd name="connsiteY77" fmla="*/ 174564 h 331788"/>
                <a:gd name="connsiteX78" fmla="*/ 241300 w 304800"/>
                <a:gd name="connsiteY78" fmla="*/ 164449 h 331788"/>
                <a:gd name="connsiteX79" fmla="*/ 114300 w 304800"/>
                <a:gd name="connsiteY79" fmla="*/ 139700 h 331788"/>
                <a:gd name="connsiteX80" fmla="*/ 177800 w 304800"/>
                <a:gd name="connsiteY80" fmla="*/ 164449 h 331788"/>
                <a:gd name="connsiteX81" fmla="*/ 241300 w 304800"/>
                <a:gd name="connsiteY81" fmla="*/ 139700 h 331788"/>
                <a:gd name="connsiteX82" fmla="*/ 241300 w 304800"/>
                <a:gd name="connsiteY82" fmla="*/ 150141 h 331788"/>
                <a:gd name="connsiteX83" fmla="*/ 241300 w 304800"/>
                <a:gd name="connsiteY83" fmla="*/ 157163 h 331788"/>
                <a:gd name="connsiteX84" fmla="*/ 223837 w 304800"/>
                <a:gd name="connsiteY84" fmla="*/ 157163 h 331788"/>
                <a:gd name="connsiteX85" fmla="*/ 223837 w 304800"/>
                <a:gd name="connsiteY85" fmla="*/ 182139 h 331788"/>
                <a:gd name="connsiteX86" fmla="*/ 222671 w 304800"/>
                <a:gd name="connsiteY86" fmla="*/ 182847 h 331788"/>
                <a:gd name="connsiteX87" fmla="*/ 177800 w 304800"/>
                <a:gd name="connsiteY87" fmla="*/ 190500 h 331788"/>
                <a:gd name="connsiteX88" fmla="*/ 114300 w 304800"/>
                <a:gd name="connsiteY88" fmla="*/ 164449 h 331788"/>
                <a:gd name="connsiteX89" fmla="*/ 114300 w 304800"/>
                <a:gd name="connsiteY89" fmla="*/ 139700 h 331788"/>
                <a:gd name="connsiteX90" fmla="*/ 0 w 304800"/>
                <a:gd name="connsiteY90" fmla="*/ 107950 h 331788"/>
                <a:gd name="connsiteX91" fmla="*/ 80963 w 304800"/>
                <a:gd name="connsiteY91" fmla="*/ 107950 h 331788"/>
                <a:gd name="connsiteX92" fmla="*/ 80963 w 304800"/>
                <a:gd name="connsiteY92" fmla="*/ 185738 h 331788"/>
                <a:gd name="connsiteX93" fmla="*/ 80962 w 304800"/>
                <a:gd name="connsiteY93" fmla="*/ 185738 h 331788"/>
                <a:gd name="connsiteX94" fmla="*/ 72209 w 304800"/>
                <a:gd name="connsiteY94" fmla="*/ 187116 h 331788"/>
                <a:gd name="connsiteX95" fmla="*/ 65088 w 304800"/>
                <a:gd name="connsiteY95" fmla="*/ 171450 h 331788"/>
                <a:gd name="connsiteX96" fmla="*/ 0 w 304800"/>
                <a:gd name="connsiteY96" fmla="*/ 171450 h 331788"/>
                <a:gd name="connsiteX97" fmla="*/ 174625 w 304800"/>
                <a:gd name="connsiteY97" fmla="*/ 82988 h 331788"/>
                <a:gd name="connsiteX98" fmla="*/ 174625 w 304800"/>
                <a:gd name="connsiteY98" fmla="*/ 98425 h 331788"/>
                <a:gd name="connsiteX99" fmla="*/ 168293 w 304800"/>
                <a:gd name="connsiteY99" fmla="*/ 83863 h 331788"/>
                <a:gd name="connsiteX100" fmla="*/ 177800 w 304800"/>
                <a:gd name="connsiteY100" fmla="*/ 76200 h 331788"/>
                <a:gd name="connsiteX101" fmla="*/ 241300 w 304800"/>
                <a:gd name="connsiteY101" fmla="*/ 100642 h 331788"/>
                <a:gd name="connsiteX102" fmla="*/ 241300 w 304800"/>
                <a:gd name="connsiteY102" fmla="*/ 126371 h 331788"/>
                <a:gd name="connsiteX103" fmla="*/ 177800 w 304800"/>
                <a:gd name="connsiteY103" fmla="*/ 150813 h 331788"/>
                <a:gd name="connsiteX104" fmla="*/ 114300 w 304800"/>
                <a:gd name="connsiteY104" fmla="*/ 126371 h 331788"/>
                <a:gd name="connsiteX105" fmla="*/ 114300 w 304800"/>
                <a:gd name="connsiteY105" fmla="*/ 100642 h 331788"/>
                <a:gd name="connsiteX106" fmla="*/ 132929 w 304800"/>
                <a:gd name="connsiteY106" fmla="*/ 83115 h 331788"/>
                <a:gd name="connsiteX107" fmla="*/ 165768 w 304800"/>
                <a:gd name="connsiteY107" fmla="*/ 78054 h 331788"/>
                <a:gd name="connsiteX108" fmla="*/ 168293 w 304800"/>
                <a:gd name="connsiteY108" fmla="*/ 83863 h 331788"/>
                <a:gd name="connsiteX109" fmla="*/ 137389 w 304800"/>
                <a:gd name="connsiteY109" fmla="*/ 88130 h 331788"/>
                <a:gd name="connsiteX110" fmla="*/ 120650 w 304800"/>
                <a:gd name="connsiteY110" fmla="*/ 101600 h 331788"/>
                <a:gd name="connsiteX111" fmla="*/ 177800 w 304800"/>
                <a:gd name="connsiteY111" fmla="*/ 120650 h 331788"/>
                <a:gd name="connsiteX112" fmla="*/ 234950 w 304800"/>
                <a:gd name="connsiteY112" fmla="*/ 101600 h 331788"/>
                <a:gd name="connsiteX113" fmla="*/ 177800 w 304800"/>
                <a:gd name="connsiteY113" fmla="*/ 82550 h 331788"/>
                <a:gd name="connsiteX114" fmla="*/ 174625 w 304800"/>
                <a:gd name="connsiteY114" fmla="*/ 82988 h 331788"/>
                <a:gd name="connsiteX115" fmla="*/ 174625 w 304800"/>
                <a:gd name="connsiteY115" fmla="*/ 76689 h 331788"/>
                <a:gd name="connsiteX116" fmla="*/ 92075 w 304800"/>
                <a:gd name="connsiteY116" fmla="*/ 0 h 331788"/>
                <a:gd name="connsiteX117" fmla="*/ 174625 w 304800"/>
                <a:gd name="connsiteY117" fmla="*/ 0 h 331788"/>
                <a:gd name="connsiteX118" fmla="*/ 174625 w 304800"/>
                <a:gd name="connsiteY118" fmla="*/ 76689 h 331788"/>
                <a:gd name="connsiteX119" fmla="*/ 165768 w 304800"/>
                <a:gd name="connsiteY119" fmla="*/ 78054 h 331788"/>
                <a:gd name="connsiteX120" fmla="*/ 158750 w 304800"/>
                <a:gd name="connsiteY120" fmla="*/ 61913 h 331788"/>
                <a:gd name="connsiteX121" fmla="*/ 92075 w 304800"/>
                <a:gd name="connsiteY121" fmla="*/ 61913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304800" h="331788">
                  <a:moveTo>
                    <a:pt x="141287" y="280988"/>
                  </a:moveTo>
                  <a:cubicBezTo>
                    <a:pt x="141287" y="295316"/>
                    <a:pt x="169797" y="305737"/>
                    <a:pt x="204787" y="305737"/>
                  </a:cubicBezTo>
                  <a:cubicBezTo>
                    <a:pt x="239777" y="305737"/>
                    <a:pt x="268287" y="295316"/>
                    <a:pt x="268287" y="280988"/>
                  </a:cubicBezTo>
                  <a:cubicBezTo>
                    <a:pt x="268287" y="280988"/>
                    <a:pt x="268287" y="280988"/>
                    <a:pt x="268287" y="305737"/>
                  </a:cubicBezTo>
                  <a:cubicBezTo>
                    <a:pt x="268287" y="320065"/>
                    <a:pt x="239777" y="331788"/>
                    <a:pt x="204787" y="331788"/>
                  </a:cubicBezTo>
                  <a:cubicBezTo>
                    <a:pt x="169797" y="331788"/>
                    <a:pt x="141287" y="320065"/>
                    <a:pt x="141287" y="305737"/>
                  </a:cubicBezTo>
                  <a:cubicBezTo>
                    <a:pt x="141287" y="305737"/>
                    <a:pt x="141287" y="305737"/>
                    <a:pt x="141287" y="280988"/>
                  </a:cubicBezTo>
                  <a:close/>
                  <a:moveTo>
                    <a:pt x="17462" y="249238"/>
                  </a:moveTo>
                  <a:cubicBezTo>
                    <a:pt x="17462" y="263208"/>
                    <a:pt x="46108" y="274638"/>
                    <a:pt x="81265" y="274638"/>
                  </a:cubicBezTo>
                  <a:cubicBezTo>
                    <a:pt x="103401" y="274638"/>
                    <a:pt x="121631" y="270828"/>
                    <a:pt x="133350" y="263208"/>
                  </a:cubicBezTo>
                  <a:lnTo>
                    <a:pt x="133350" y="288608"/>
                  </a:lnTo>
                  <a:cubicBezTo>
                    <a:pt x="121631" y="294958"/>
                    <a:pt x="103401" y="300038"/>
                    <a:pt x="81265" y="300038"/>
                  </a:cubicBezTo>
                  <a:cubicBezTo>
                    <a:pt x="46108" y="300038"/>
                    <a:pt x="17462" y="288608"/>
                    <a:pt x="17462" y="274638"/>
                  </a:cubicBezTo>
                  <a:cubicBezTo>
                    <a:pt x="17462" y="274638"/>
                    <a:pt x="17462" y="274638"/>
                    <a:pt x="17462" y="249238"/>
                  </a:cubicBezTo>
                  <a:close/>
                  <a:moveTo>
                    <a:pt x="223837" y="226394"/>
                  </a:moveTo>
                  <a:lnTo>
                    <a:pt x="236313" y="228141"/>
                  </a:lnTo>
                  <a:lnTo>
                    <a:pt x="223837" y="255588"/>
                  </a:lnTo>
                  <a:close/>
                  <a:moveTo>
                    <a:pt x="204787" y="217488"/>
                  </a:moveTo>
                  <a:lnTo>
                    <a:pt x="223837" y="220641"/>
                  </a:lnTo>
                  <a:lnTo>
                    <a:pt x="223837" y="226394"/>
                  </a:lnTo>
                  <a:lnTo>
                    <a:pt x="205582" y="223838"/>
                  </a:lnTo>
                  <a:cubicBezTo>
                    <a:pt x="174457" y="223838"/>
                    <a:pt x="149225" y="232367"/>
                    <a:pt x="149225" y="242888"/>
                  </a:cubicBezTo>
                  <a:cubicBezTo>
                    <a:pt x="149225" y="253409"/>
                    <a:pt x="174457" y="261938"/>
                    <a:pt x="205582" y="261938"/>
                  </a:cubicBezTo>
                  <a:cubicBezTo>
                    <a:pt x="236707" y="261938"/>
                    <a:pt x="261939" y="253409"/>
                    <a:pt x="261939" y="242888"/>
                  </a:cubicBezTo>
                  <a:cubicBezTo>
                    <a:pt x="261939" y="237628"/>
                    <a:pt x="255631" y="232865"/>
                    <a:pt x="245433" y="229418"/>
                  </a:cubicBezTo>
                  <a:lnTo>
                    <a:pt x="236313" y="228141"/>
                  </a:lnTo>
                  <a:lnTo>
                    <a:pt x="238611" y="223086"/>
                  </a:lnTo>
                  <a:lnTo>
                    <a:pt x="249659" y="224914"/>
                  </a:lnTo>
                  <a:cubicBezTo>
                    <a:pt x="261160" y="229435"/>
                    <a:pt x="268287" y="235569"/>
                    <a:pt x="268287" y="242027"/>
                  </a:cubicBezTo>
                  <a:cubicBezTo>
                    <a:pt x="268287" y="242027"/>
                    <a:pt x="268287" y="242027"/>
                    <a:pt x="268287" y="267858"/>
                  </a:cubicBezTo>
                  <a:cubicBezTo>
                    <a:pt x="268287" y="282064"/>
                    <a:pt x="239777" y="293688"/>
                    <a:pt x="204787" y="293688"/>
                  </a:cubicBezTo>
                  <a:cubicBezTo>
                    <a:pt x="169797" y="293688"/>
                    <a:pt x="141287" y="282064"/>
                    <a:pt x="141287" y="267858"/>
                  </a:cubicBezTo>
                  <a:cubicBezTo>
                    <a:pt x="141287" y="267858"/>
                    <a:pt x="141287" y="267858"/>
                    <a:pt x="141287" y="242027"/>
                  </a:cubicBezTo>
                  <a:cubicBezTo>
                    <a:pt x="141287" y="229112"/>
                    <a:pt x="169797" y="217488"/>
                    <a:pt x="204787" y="217488"/>
                  </a:cubicBezTo>
                  <a:close/>
                  <a:moveTo>
                    <a:pt x="223837" y="195310"/>
                  </a:moveTo>
                  <a:lnTo>
                    <a:pt x="223837" y="211770"/>
                  </a:lnTo>
                  <a:lnTo>
                    <a:pt x="192182" y="209562"/>
                  </a:lnTo>
                  <a:cubicBezTo>
                    <a:pt x="177431" y="210691"/>
                    <a:pt x="163490" y="213916"/>
                    <a:pt x="153115" y="219075"/>
                  </a:cubicBezTo>
                  <a:lnTo>
                    <a:pt x="153115" y="211336"/>
                  </a:lnTo>
                  <a:cubicBezTo>
                    <a:pt x="153115" y="207466"/>
                    <a:pt x="150522" y="203597"/>
                    <a:pt x="149225" y="199727"/>
                  </a:cubicBezTo>
                  <a:cubicBezTo>
                    <a:pt x="157006" y="202307"/>
                    <a:pt x="167380" y="203597"/>
                    <a:pt x="177755" y="203597"/>
                  </a:cubicBezTo>
                  <a:cubicBezTo>
                    <a:pt x="195262" y="203597"/>
                    <a:pt x="211148" y="200695"/>
                    <a:pt x="222658" y="196019"/>
                  </a:cubicBezTo>
                  <a:close/>
                  <a:moveTo>
                    <a:pt x="80962" y="192088"/>
                  </a:moveTo>
                  <a:lnTo>
                    <a:pt x="80963" y="192088"/>
                  </a:lnTo>
                  <a:lnTo>
                    <a:pt x="80963" y="206375"/>
                  </a:lnTo>
                  <a:lnTo>
                    <a:pt x="74852" y="192932"/>
                  </a:lnTo>
                  <a:close/>
                  <a:moveTo>
                    <a:pt x="80963" y="185738"/>
                  </a:moveTo>
                  <a:lnTo>
                    <a:pt x="125833" y="192800"/>
                  </a:lnTo>
                  <a:cubicBezTo>
                    <a:pt x="137334" y="197234"/>
                    <a:pt x="144462" y="203474"/>
                    <a:pt x="144462" y="210700"/>
                  </a:cubicBezTo>
                  <a:cubicBezTo>
                    <a:pt x="144462" y="210700"/>
                    <a:pt x="144462" y="210700"/>
                    <a:pt x="144462" y="223838"/>
                  </a:cubicBezTo>
                  <a:cubicBezTo>
                    <a:pt x="137982" y="229093"/>
                    <a:pt x="132798" y="235662"/>
                    <a:pt x="132798" y="242231"/>
                  </a:cubicBezTo>
                  <a:lnTo>
                    <a:pt x="132798" y="251428"/>
                  </a:lnTo>
                  <a:cubicBezTo>
                    <a:pt x="121135" y="257997"/>
                    <a:pt x="102992" y="261938"/>
                    <a:pt x="80962" y="261938"/>
                  </a:cubicBezTo>
                  <a:cubicBezTo>
                    <a:pt x="45972" y="261938"/>
                    <a:pt x="17462" y="251428"/>
                    <a:pt x="17462" y="236976"/>
                  </a:cubicBezTo>
                  <a:cubicBezTo>
                    <a:pt x="17462" y="236976"/>
                    <a:pt x="17462" y="236976"/>
                    <a:pt x="17462" y="210700"/>
                  </a:cubicBezTo>
                  <a:cubicBezTo>
                    <a:pt x="17462" y="203474"/>
                    <a:pt x="24589" y="197234"/>
                    <a:pt x="36091" y="192800"/>
                  </a:cubicBezTo>
                  <a:lnTo>
                    <a:pt x="72209" y="187116"/>
                  </a:lnTo>
                  <a:lnTo>
                    <a:pt x="74852" y="192932"/>
                  </a:lnTo>
                  <a:lnTo>
                    <a:pt x="40551" y="197668"/>
                  </a:lnTo>
                  <a:cubicBezTo>
                    <a:pt x="30209" y="201115"/>
                    <a:pt x="23812" y="205878"/>
                    <a:pt x="23812" y="211138"/>
                  </a:cubicBezTo>
                  <a:cubicBezTo>
                    <a:pt x="23812" y="221659"/>
                    <a:pt x="49399" y="230188"/>
                    <a:pt x="80962" y="230188"/>
                  </a:cubicBezTo>
                  <a:cubicBezTo>
                    <a:pt x="112525" y="230188"/>
                    <a:pt x="138112" y="221659"/>
                    <a:pt x="138112" y="211138"/>
                  </a:cubicBezTo>
                  <a:cubicBezTo>
                    <a:pt x="138112" y="205878"/>
                    <a:pt x="131715" y="201115"/>
                    <a:pt x="121373" y="197668"/>
                  </a:cubicBezTo>
                  <a:lnTo>
                    <a:pt x="80963" y="192088"/>
                  </a:lnTo>
                  <a:close/>
                  <a:moveTo>
                    <a:pt x="241300" y="157163"/>
                  </a:moveTo>
                  <a:lnTo>
                    <a:pt x="304800" y="157163"/>
                  </a:lnTo>
                  <a:lnTo>
                    <a:pt x="304800" y="220663"/>
                  </a:lnTo>
                  <a:lnTo>
                    <a:pt x="239712" y="220663"/>
                  </a:lnTo>
                  <a:lnTo>
                    <a:pt x="238611" y="223086"/>
                  </a:lnTo>
                  <a:lnTo>
                    <a:pt x="223837" y="220641"/>
                  </a:lnTo>
                  <a:lnTo>
                    <a:pt x="223837" y="211770"/>
                  </a:lnTo>
                  <a:lnTo>
                    <a:pt x="236113" y="212626"/>
                  </a:lnTo>
                  <a:cubicBezTo>
                    <a:pt x="238707" y="208756"/>
                    <a:pt x="241300" y="206177"/>
                    <a:pt x="241300" y="203597"/>
                  </a:cubicBezTo>
                  <a:cubicBezTo>
                    <a:pt x="241300" y="177800"/>
                    <a:pt x="241300" y="177800"/>
                    <a:pt x="241300" y="177800"/>
                  </a:cubicBezTo>
                  <a:cubicBezTo>
                    <a:pt x="241300" y="181347"/>
                    <a:pt x="239517" y="184733"/>
                    <a:pt x="236295" y="187816"/>
                  </a:cubicBezTo>
                  <a:lnTo>
                    <a:pt x="223837" y="195310"/>
                  </a:lnTo>
                  <a:lnTo>
                    <a:pt x="223837" y="182139"/>
                  </a:lnTo>
                  <a:lnTo>
                    <a:pt x="236299" y="174564"/>
                  </a:lnTo>
                  <a:cubicBezTo>
                    <a:pt x="239518" y="171450"/>
                    <a:pt x="241300" y="168031"/>
                    <a:pt x="241300" y="164449"/>
                  </a:cubicBezTo>
                  <a:close/>
                  <a:moveTo>
                    <a:pt x="114300" y="139700"/>
                  </a:moveTo>
                  <a:cubicBezTo>
                    <a:pt x="114300" y="152726"/>
                    <a:pt x="142810" y="164449"/>
                    <a:pt x="177800" y="164449"/>
                  </a:cubicBezTo>
                  <a:cubicBezTo>
                    <a:pt x="212790" y="164449"/>
                    <a:pt x="241300" y="152726"/>
                    <a:pt x="241300" y="139700"/>
                  </a:cubicBezTo>
                  <a:cubicBezTo>
                    <a:pt x="241300" y="139700"/>
                    <a:pt x="241300" y="139700"/>
                    <a:pt x="241300" y="150141"/>
                  </a:cubicBezTo>
                  <a:lnTo>
                    <a:pt x="241300" y="157163"/>
                  </a:lnTo>
                  <a:lnTo>
                    <a:pt x="223837" y="157163"/>
                  </a:lnTo>
                  <a:lnTo>
                    <a:pt x="223837" y="182139"/>
                  </a:lnTo>
                  <a:lnTo>
                    <a:pt x="222671" y="182847"/>
                  </a:lnTo>
                  <a:cubicBezTo>
                    <a:pt x="211170" y="187569"/>
                    <a:pt x="195295" y="190500"/>
                    <a:pt x="177800" y="190500"/>
                  </a:cubicBezTo>
                  <a:cubicBezTo>
                    <a:pt x="142810" y="190500"/>
                    <a:pt x="114300" y="178777"/>
                    <a:pt x="114300" y="164449"/>
                  </a:cubicBezTo>
                  <a:cubicBezTo>
                    <a:pt x="114300" y="164449"/>
                    <a:pt x="114300" y="164449"/>
                    <a:pt x="114300" y="139700"/>
                  </a:cubicBezTo>
                  <a:close/>
                  <a:moveTo>
                    <a:pt x="0" y="107950"/>
                  </a:moveTo>
                  <a:lnTo>
                    <a:pt x="80963" y="107950"/>
                  </a:lnTo>
                  <a:lnTo>
                    <a:pt x="80963" y="185738"/>
                  </a:lnTo>
                  <a:lnTo>
                    <a:pt x="80962" y="185738"/>
                  </a:lnTo>
                  <a:lnTo>
                    <a:pt x="72209" y="187116"/>
                  </a:lnTo>
                  <a:lnTo>
                    <a:pt x="65088" y="171450"/>
                  </a:lnTo>
                  <a:lnTo>
                    <a:pt x="0" y="171450"/>
                  </a:lnTo>
                  <a:close/>
                  <a:moveTo>
                    <a:pt x="174625" y="82988"/>
                  </a:moveTo>
                  <a:lnTo>
                    <a:pt x="174625" y="98425"/>
                  </a:lnTo>
                  <a:lnTo>
                    <a:pt x="168293" y="83863"/>
                  </a:lnTo>
                  <a:close/>
                  <a:moveTo>
                    <a:pt x="177800" y="76200"/>
                  </a:moveTo>
                  <a:cubicBezTo>
                    <a:pt x="212790" y="76200"/>
                    <a:pt x="241300" y="86491"/>
                    <a:pt x="241300" y="100642"/>
                  </a:cubicBezTo>
                  <a:cubicBezTo>
                    <a:pt x="241300" y="100642"/>
                    <a:pt x="241300" y="100642"/>
                    <a:pt x="241300" y="126371"/>
                  </a:cubicBezTo>
                  <a:cubicBezTo>
                    <a:pt x="241300" y="140522"/>
                    <a:pt x="212790" y="150813"/>
                    <a:pt x="177800" y="150813"/>
                  </a:cubicBezTo>
                  <a:cubicBezTo>
                    <a:pt x="142810" y="150813"/>
                    <a:pt x="114300" y="140522"/>
                    <a:pt x="114300" y="126371"/>
                  </a:cubicBezTo>
                  <a:cubicBezTo>
                    <a:pt x="114300" y="126371"/>
                    <a:pt x="114300" y="126371"/>
                    <a:pt x="114300" y="100642"/>
                  </a:cubicBezTo>
                  <a:cubicBezTo>
                    <a:pt x="114300" y="93567"/>
                    <a:pt x="121427" y="87456"/>
                    <a:pt x="132929" y="83115"/>
                  </a:cubicBezTo>
                  <a:lnTo>
                    <a:pt x="165768" y="78054"/>
                  </a:lnTo>
                  <a:lnTo>
                    <a:pt x="168293" y="83863"/>
                  </a:lnTo>
                  <a:lnTo>
                    <a:pt x="137389" y="88130"/>
                  </a:lnTo>
                  <a:cubicBezTo>
                    <a:pt x="127047" y="91577"/>
                    <a:pt x="120650" y="96340"/>
                    <a:pt x="120650" y="101600"/>
                  </a:cubicBezTo>
                  <a:cubicBezTo>
                    <a:pt x="120650" y="112121"/>
                    <a:pt x="146237" y="120650"/>
                    <a:pt x="177800" y="120650"/>
                  </a:cubicBezTo>
                  <a:cubicBezTo>
                    <a:pt x="209363" y="120650"/>
                    <a:pt x="234950" y="112121"/>
                    <a:pt x="234950" y="101600"/>
                  </a:cubicBezTo>
                  <a:cubicBezTo>
                    <a:pt x="234950" y="91079"/>
                    <a:pt x="209363" y="82550"/>
                    <a:pt x="177800" y="82550"/>
                  </a:cubicBezTo>
                  <a:lnTo>
                    <a:pt x="174625" y="82988"/>
                  </a:lnTo>
                  <a:lnTo>
                    <a:pt x="174625" y="76689"/>
                  </a:lnTo>
                  <a:close/>
                  <a:moveTo>
                    <a:pt x="92075" y="0"/>
                  </a:moveTo>
                  <a:lnTo>
                    <a:pt x="174625" y="0"/>
                  </a:lnTo>
                  <a:lnTo>
                    <a:pt x="174625" y="76689"/>
                  </a:lnTo>
                  <a:lnTo>
                    <a:pt x="165768" y="78054"/>
                  </a:lnTo>
                  <a:lnTo>
                    <a:pt x="158750" y="61913"/>
                  </a:lnTo>
                  <a:lnTo>
                    <a:pt x="92075" y="619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24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رده‌بندی جرم‌ها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619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9"/>
          <p:cNvCxnSpPr>
            <a:cxnSpLocks/>
          </p:cNvCxnSpPr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4490991" y="1597071"/>
            <a:ext cx="2102433" cy="704984"/>
            <a:chOff x="4490991" y="1597071"/>
            <a:chExt cx="2102433" cy="704984"/>
          </a:xfrm>
        </p:grpSpPr>
        <p:sp>
          <p:nvSpPr>
            <p:cNvPr id="23" name="Oval 11"/>
            <p:cNvSpPr/>
            <p:nvPr/>
          </p:nvSpPr>
          <p:spPr bwMode="auto">
            <a:xfrm>
              <a:off x="4490991" y="1597071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grpSp>
          <p:nvGrpSpPr>
            <p:cNvPr id="24" name="Group 19"/>
            <p:cNvGrpSpPr/>
            <p:nvPr/>
          </p:nvGrpSpPr>
          <p:grpSpPr>
            <a:xfrm>
              <a:off x="4653009" y="1597071"/>
              <a:ext cx="1940415" cy="704984"/>
              <a:chOff x="6204012" y="2167144"/>
              <a:chExt cx="2587220" cy="939978"/>
            </a:xfrm>
          </p:grpSpPr>
          <p:sp>
            <p:nvSpPr>
              <p:cNvPr id="25" name="Rectangle 17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+mn-ea"/>
                    <a:sym typeface="+mn-lt"/>
                  </a:rPr>
                  <a:t>C₃A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26" name="Rectangle 18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+mn-ea"/>
                    <a:sym typeface="+mn-lt"/>
                  </a:rPr>
                  <a:t>واکنش‌پذیرترین؛ گیرش بسیار سریع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4490991" y="2826993"/>
            <a:ext cx="2102433" cy="704984"/>
            <a:chOff x="4490991" y="2826993"/>
            <a:chExt cx="2102433" cy="704984"/>
          </a:xfrm>
        </p:grpSpPr>
        <p:sp>
          <p:nvSpPr>
            <p:cNvPr id="28" name="Oval 13"/>
            <p:cNvSpPr/>
            <p:nvPr/>
          </p:nvSpPr>
          <p:spPr bwMode="auto">
            <a:xfrm>
              <a:off x="4490991" y="2826993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grpSp>
          <p:nvGrpSpPr>
            <p:cNvPr id="29" name="Group 20"/>
            <p:cNvGrpSpPr/>
            <p:nvPr/>
          </p:nvGrpSpPr>
          <p:grpSpPr>
            <a:xfrm>
              <a:off x="4653009" y="2826993"/>
              <a:ext cx="1940415" cy="704984"/>
              <a:chOff x="6204012" y="2167144"/>
              <a:chExt cx="2587220" cy="939978"/>
            </a:xfrm>
          </p:grpSpPr>
          <p:sp>
            <p:nvSpPr>
              <p:cNvPr id="30" name="Rectangle 21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+mn-ea"/>
                    <a:sym typeface="+mn-lt"/>
                  </a:rPr>
                  <a:t>CA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31" name="Rectangle 22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+mn-ea"/>
                    <a:sym typeface="+mn-lt"/>
                  </a:rPr>
                  <a:t>فاز هیدرولیکی اصلی؛ استحکام اولیه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4490991" y="4056915"/>
            <a:ext cx="2102433" cy="704984"/>
            <a:chOff x="4490991" y="4056915"/>
            <a:chExt cx="2102433" cy="704984"/>
          </a:xfrm>
        </p:grpSpPr>
        <p:sp>
          <p:nvSpPr>
            <p:cNvPr id="33" name="Oval 15"/>
            <p:cNvSpPr/>
            <p:nvPr/>
          </p:nvSpPr>
          <p:spPr bwMode="auto">
            <a:xfrm>
              <a:off x="4490991" y="4056915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grpSp>
          <p:nvGrpSpPr>
            <p:cNvPr id="34" name="Group 23"/>
            <p:cNvGrpSpPr/>
            <p:nvPr/>
          </p:nvGrpSpPr>
          <p:grpSpPr>
            <a:xfrm>
              <a:off x="4653009" y="4056915"/>
              <a:ext cx="1940415" cy="704984"/>
              <a:chOff x="6204012" y="2167144"/>
              <a:chExt cx="2587220" cy="939978"/>
            </a:xfrm>
          </p:grpSpPr>
          <p:sp>
            <p:nvSpPr>
              <p:cNvPr id="35" name="Rectangle 24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+mn-ea"/>
                    <a:sym typeface="+mn-lt"/>
                  </a:rPr>
                  <a:t>CA₆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36" name="Rectangle 25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+mn-ea"/>
                    <a:sym typeface="+mn-lt"/>
                  </a:rPr>
                  <a:t>فاز دمای بالا؛ واکنش‌پذیری ناچیز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2550576" y="2183745"/>
            <a:ext cx="2102433" cy="704984"/>
            <a:chOff x="2550576" y="2183745"/>
            <a:chExt cx="2102433" cy="704984"/>
          </a:xfrm>
        </p:grpSpPr>
        <p:sp>
          <p:nvSpPr>
            <p:cNvPr id="38" name="Oval 12"/>
            <p:cNvSpPr/>
            <p:nvPr/>
          </p:nvSpPr>
          <p:spPr bwMode="auto">
            <a:xfrm>
              <a:off x="4490991" y="2212032"/>
              <a:ext cx="162018" cy="162018"/>
            </a:xfrm>
            <a:prstGeom prst="ellipse">
              <a:avLst/>
            </a:prstGeom>
            <a:solidFill>
              <a:srgbClr val="39425D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solidFill>
                  <a:srgbClr val="39425D"/>
                </a:solidFill>
                <a:latin typeface="+mj-lt"/>
                <a:cs typeface="+mn-ea"/>
                <a:sym typeface="+mn-lt"/>
              </a:endParaRPr>
            </a:p>
          </p:txBody>
        </p:sp>
        <p:grpSp>
          <p:nvGrpSpPr>
            <p:cNvPr id="39" name="Group 26"/>
            <p:cNvGrpSpPr/>
            <p:nvPr/>
          </p:nvGrpSpPr>
          <p:grpSpPr>
            <a:xfrm>
              <a:off x="2550576" y="2183745"/>
              <a:ext cx="1940415" cy="704984"/>
              <a:chOff x="6204012" y="2167144"/>
              <a:chExt cx="2587220" cy="939978"/>
            </a:xfrm>
          </p:grpSpPr>
          <p:sp>
            <p:nvSpPr>
              <p:cNvPr id="40" name="Rectangle 27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algn="r" rtl="1"/>
                <a:r>
                  <a:rPr lang="fa-IR" altLang="en-US" sz="1600" b="1" dirty="0">
                    <a:solidFill>
                      <a:srgbClr val="39425D"/>
                    </a:solidFill>
                    <a:latin typeface="+mj-lt"/>
                    <a:cs typeface="+mn-ea"/>
                    <a:sym typeface="+mn-lt"/>
                  </a:rPr>
                  <a:t>C₁₂A₇ (ماینیت)</a:t>
                </a:r>
                <a:endParaRPr lang="fa-IR" altLang="en-US" sz="1600" b="1" dirty="0">
                  <a:solidFill>
                    <a:srgbClr val="39425D"/>
                  </a:solidFill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41" name="Rectangle 28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rgbClr val="39425D"/>
                    </a:solidFill>
                    <a:latin typeface="+mj-lt"/>
                    <a:cs typeface="+mn-ea"/>
                    <a:sym typeface="+mn-lt"/>
                  </a:rPr>
                  <a:t>اندکی کم‌واکنش‌تر از C₃A؛ گیرش را کوتاه می‌کند</a:t>
                </a:r>
                <a:endParaRPr lang="fa-IR" altLang="en-US" sz="1100" dirty="0">
                  <a:solidFill>
                    <a:srgbClr val="39425D"/>
                  </a:solidFill>
                  <a:latin typeface="+mj-lt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2550576" y="3413667"/>
            <a:ext cx="2102433" cy="704984"/>
            <a:chOff x="2550576" y="3413667"/>
            <a:chExt cx="2102433" cy="704984"/>
          </a:xfrm>
        </p:grpSpPr>
        <p:sp>
          <p:nvSpPr>
            <p:cNvPr id="43" name="Oval 14"/>
            <p:cNvSpPr/>
            <p:nvPr/>
          </p:nvSpPr>
          <p:spPr bwMode="auto">
            <a:xfrm>
              <a:off x="4490991" y="3441954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grpSp>
          <p:nvGrpSpPr>
            <p:cNvPr id="44" name="Group 29"/>
            <p:cNvGrpSpPr/>
            <p:nvPr/>
          </p:nvGrpSpPr>
          <p:grpSpPr>
            <a:xfrm>
              <a:off x="2550576" y="3413667"/>
              <a:ext cx="1940415" cy="704984"/>
              <a:chOff x="6204012" y="2167144"/>
              <a:chExt cx="2587220" cy="939978"/>
            </a:xfrm>
          </p:grpSpPr>
          <p:sp>
            <p:nvSpPr>
              <p:cNvPr id="45" name="Rectangle 30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/>
              </a:bodyPr>
              <a:lstStyle/>
              <a:p>
                <a:pPr algn="r" rtl="1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+mn-ea"/>
                    <a:sym typeface="+mn-lt"/>
                  </a:rPr>
                  <a:t>CA₂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46" name="Rectangle 31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+mn-ea"/>
                    <a:sym typeface="+mn-lt"/>
                  </a:rPr>
                  <a:t>کندتر؛ استحکام تدریجی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latin typeface="+mj-lt"/>
                  <a:cs typeface="+mn-ea"/>
                  <a:sym typeface="+mn-lt"/>
                </a:endParaRPr>
              </a:p>
            </p:txBody>
          </p:sp>
        </p:grpSp>
      </p:grp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32D586A2-2F69-4045-AC9F-E890DB29EC1B}"/>
              </a:ext>
            </a:extLst>
          </p:cNvPr>
          <p:cNvSpPr/>
          <p:nvPr/>
        </p:nvSpPr>
        <p:spPr>
          <a:xfrm rot="2675650">
            <a:off x="-3422855" y="2090189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4A03EC14-3C23-41B8-A19A-00625E850749}"/>
              </a:ext>
            </a:extLst>
          </p:cNvPr>
          <p:cNvSpPr/>
          <p:nvPr/>
        </p:nvSpPr>
        <p:spPr>
          <a:xfrm rot="2675650">
            <a:off x="8507581" y="277663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7442D2D3-86FF-471F-93C4-CB3CBCDD23D5}"/>
              </a:ext>
            </a:extLst>
          </p:cNvPr>
          <p:cNvSpPr/>
          <p:nvPr/>
        </p:nvSpPr>
        <p:spPr>
          <a:xfrm rot="2675650">
            <a:off x="8939627" y="-1684674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556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5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250"/>
                            </p:stCondLst>
                            <p:childTnLst>
                              <p:par>
                                <p:cTn id="5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 animBg="1"/>
      <p:bldP spid="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857304" y="2971745"/>
            <a:ext cx="3235061" cy="1169220"/>
            <a:chOff x="857304" y="2971745"/>
            <a:chExt cx="3235061" cy="116922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7AA54ED0-5CAD-49A9-8632-C6AEE58908DD}"/>
                </a:ext>
              </a:extLst>
            </p:cNvPr>
            <p:cNvSpPr/>
            <p:nvPr/>
          </p:nvSpPr>
          <p:spPr>
            <a:xfrm>
              <a:off x="857304" y="3343109"/>
              <a:ext cx="1952295" cy="79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8751" y="0"/>
                  </a:lnTo>
                  <a:lnTo>
                    <a:pt x="0" y="21600"/>
                  </a:lnTo>
                  <a:lnTo>
                    <a:pt x="1402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alpha val="93405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382FF65D-8B32-43F1-9C8A-C12A7E9D5352}"/>
                </a:ext>
              </a:extLst>
            </p:cNvPr>
            <p:cNvSpPr/>
            <p:nvPr/>
          </p:nvSpPr>
          <p:spPr>
            <a:xfrm>
              <a:off x="2130384" y="2971745"/>
              <a:ext cx="1961981" cy="1062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865" y="21600"/>
                  </a:moveTo>
                  <a:cubicBezTo>
                    <a:pt x="15986" y="21600"/>
                    <a:pt x="16105" y="21513"/>
                    <a:pt x="16210" y="21347"/>
                  </a:cubicBezTo>
                  <a:lnTo>
                    <a:pt x="21600" y="10793"/>
                  </a:lnTo>
                  <a:lnTo>
                    <a:pt x="16208" y="237"/>
                  </a:lnTo>
                  <a:cubicBezTo>
                    <a:pt x="16110" y="83"/>
                    <a:pt x="15996" y="0"/>
                    <a:pt x="15880" y="0"/>
                  </a:cubicBezTo>
                  <a:cubicBezTo>
                    <a:pt x="15616" y="0"/>
                    <a:pt x="15391" y="416"/>
                    <a:pt x="15377" y="920"/>
                  </a:cubicBezTo>
                  <a:lnTo>
                    <a:pt x="15382" y="3373"/>
                  </a:lnTo>
                  <a:lnTo>
                    <a:pt x="10620" y="3373"/>
                  </a:lnTo>
                  <a:cubicBezTo>
                    <a:pt x="10261" y="3372"/>
                    <a:pt x="9818" y="3433"/>
                    <a:pt x="9416" y="3585"/>
                  </a:cubicBezTo>
                  <a:cubicBezTo>
                    <a:pt x="9014" y="3737"/>
                    <a:pt x="8652" y="3981"/>
                    <a:pt x="8455" y="4347"/>
                  </a:cubicBezTo>
                  <a:cubicBezTo>
                    <a:pt x="8387" y="4483"/>
                    <a:pt x="834" y="18287"/>
                    <a:pt x="517" y="19016"/>
                  </a:cubicBezTo>
                  <a:cubicBezTo>
                    <a:pt x="224" y="19690"/>
                    <a:pt x="48" y="20667"/>
                    <a:pt x="0" y="21293"/>
                  </a:cubicBezTo>
                  <a:cubicBezTo>
                    <a:pt x="181" y="20284"/>
                    <a:pt x="554" y="19528"/>
                    <a:pt x="1048" y="19024"/>
                  </a:cubicBezTo>
                  <a:cubicBezTo>
                    <a:pt x="1541" y="18521"/>
                    <a:pt x="2154" y="18269"/>
                    <a:pt x="2814" y="18269"/>
                  </a:cubicBezTo>
                  <a:lnTo>
                    <a:pt x="15383" y="18257"/>
                  </a:lnTo>
                  <a:lnTo>
                    <a:pt x="15377" y="20664"/>
                  </a:lnTo>
                  <a:cubicBezTo>
                    <a:pt x="15390" y="21192"/>
                    <a:pt x="15600" y="21600"/>
                    <a:pt x="15865" y="21600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F0D3660-0ABD-4EB0-A840-233E87FCDEE8}"/>
                </a:ext>
              </a:extLst>
            </p:cNvPr>
            <p:cNvSpPr/>
            <p:nvPr/>
          </p:nvSpPr>
          <p:spPr>
            <a:xfrm>
              <a:off x="2969717" y="3371787"/>
              <a:ext cx="364605" cy="2638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p14="http://schemas.microsoft.com/office/powerpoint/2010/main" xmlns:a16="http://schemas.microsoft.com/office/drawing/2014/main" xmlns:lc="http://schemas.openxmlformats.org/drawingml/2006/lockedCanvas" xmlns="" val="1"/>
              </a:ext>
            </a:extLst>
          </p:spPr>
          <p:txBody>
            <a:bodyPr lIns="25400" tIns="25400" rIns="25400" bIns="25400" anchor="ctr">
              <a:normAutofit fontScale="47500"/>
            </a:bodyPr>
            <a:lstStyle/>
            <a:p>
              <a:pPr algn="ctr" rtl="1"/>
              <a:r>
                <a:rPr lang="fa-IR" altLang="en-US" sz="3200">
                  <a:solidFill>
                    <a:schemeClr val="bg1"/>
                  </a:solidFill>
                  <a:cs typeface="+mn-ea"/>
                  <a:sym typeface="+mn-lt"/>
                </a:rPr>
                <a:t>۱</a:t>
              </a: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905AF0C-5900-494A-AFDC-034485AA0B0F}"/>
                </a:ext>
              </a:extLst>
            </p:cNvPr>
            <p:cNvSpPr/>
            <p:nvPr/>
          </p:nvSpPr>
          <p:spPr>
            <a:xfrm flipH="1">
              <a:off x="1545689" y="3442844"/>
              <a:ext cx="598387" cy="598387"/>
            </a:xfrm>
            <a:prstGeom prst="ellipse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427C14D5-8DDD-4F00-A26E-E1B966C79494}"/>
                </a:ext>
              </a:extLst>
            </p:cNvPr>
            <p:cNvSpPr/>
            <p:nvPr/>
          </p:nvSpPr>
          <p:spPr>
            <a:xfrm>
              <a:off x="1737931" y="3665516"/>
              <a:ext cx="195450" cy="171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0706"/>
                  </a:moveTo>
                  <a:cubicBezTo>
                    <a:pt x="9461" y="19774"/>
                    <a:pt x="675" y="13396"/>
                    <a:pt x="675" y="6539"/>
                  </a:cubicBezTo>
                  <a:cubicBezTo>
                    <a:pt x="675" y="3703"/>
                    <a:pt x="2442" y="769"/>
                    <a:pt x="5400" y="769"/>
                  </a:cubicBezTo>
                  <a:cubicBezTo>
                    <a:pt x="7835" y="769"/>
                    <a:pt x="10462" y="2681"/>
                    <a:pt x="10462" y="5770"/>
                  </a:cubicBezTo>
                  <a:lnTo>
                    <a:pt x="11138" y="5770"/>
                  </a:lnTo>
                  <a:cubicBezTo>
                    <a:pt x="11138" y="2681"/>
                    <a:pt x="13765" y="769"/>
                    <a:pt x="16200" y="769"/>
                  </a:cubicBezTo>
                  <a:cubicBezTo>
                    <a:pt x="19158" y="769"/>
                    <a:pt x="20925" y="3703"/>
                    <a:pt x="20925" y="6539"/>
                  </a:cubicBezTo>
                  <a:cubicBezTo>
                    <a:pt x="20925" y="13393"/>
                    <a:pt x="12139" y="19774"/>
                    <a:pt x="10800" y="20706"/>
                  </a:cubicBezTo>
                  <a:close/>
                  <a:moveTo>
                    <a:pt x="16200" y="0"/>
                  </a:moveTo>
                  <a:cubicBezTo>
                    <a:pt x="13717" y="0"/>
                    <a:pt x="11597" y="1595"/>
                    <a:pt x="10800" y="3819"/>
                  </a:cubicBezTo>
                  <a:cubicBezTo>
                    <a:pt x="10003" y="1595"/>
                    <a:pt x="7883" y="0"/>
                    <a:pt x="5400" y="0"/>
                  </a:cubicBezTo>
                  <a:cubicBezTo>
                    <a:pt x="2020" y="0"/>
                    <a:pt x="0" y="3325"/>
                    <a:pt x="0" y="6539"/>
                  </a:cubicBezTo>
                  <a:cubicBezTo>
                    <a:pt x="0" y="9843"/>
                    <a:pt x="1798" y="13368"/>
                    <a:pt x="5343" y="17017"/>
                  </a:cubicBezTo>
                  <a:cubicBezTo>
                    <a:pt x="7954" y="19705"/>
                    <a:pt x="10604" y="21470"/>
                    <a:pt x="10631" y="21488"/>
                  </a:cubicBezTo>
                  <a:lnTo>
                    <a:pt x="10800" y="21600"/>
                  </a:lnTo>
                  <a:lnTo>
                    <a:pt x="10969" y="21488"/>
                  </a:lnTo>
                  <a:cubicBezTo>
                    <a:pt x="10996" y="21470"/>
                    <a:pt x="13646" y="19705"/>
                    <a:pt x="16257" y="17017"/>
                  </a:cubicBezTo>
                  <a:cubicBezTo>
                    <a:pt x="19802" y="13368"/>
                    <a:pt x="21600" y="9843"/>
                    <a:pt x="21600" y="6539"/>
                  </a:cubicBezTo>
                  <a:cubicBezTo>
                    <a:pt x="21600" y="3325"/>
                    <a:pt x="19580" y="0"/>
                    <a:pt x="16200" y="0"/>
                  </a:cubicBezTo>
                  <a:close/>
                </a:path>
              </a:pathLst>
            </a:custGeom>
            <a:solidFill>
              <a:srgbClr val="282828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644525" y="2176148"/>
            <a:ext cx="3250034" cy="1169220"/>
            <a:chOff x="1644525" y="2176148"/>
            <a:chExt cx="3250034" cy="116922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A727DC76-422C-41CD-AAF7-414D05DA6302}"/>
                </a:ext>
              </a:extLst>
            </p:cNvPr>
            <p:cNvSpPr/>
            <p:nvPr/>
          </p:nvSpPr>
          <p:spPr>
            <a:xfrm>
              <a:off x="1644525" y="2547512"/>
              <a:ext cx="1950052" cy="79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8762" y="0"/>
                  </a:lnTo>
                  <a:lnTo>
                    <a:pt x="0" y="21600"/>
                  </a:lnTo>
                  <a:lnTo>
                    <a:pt x="1268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>
                <a:alpha val="93405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3AE344F0-3B67-486E-A8D2-A3F26A12C9BF}"/>
                </a:ext>
              </a:extLst>
            </p:cNvPr>
            <p:cNvSpPr/>
            <p:nvPr/>
          </p:nvSpPr>
          <p:spPr>
            <a:xfrm>
              <a:off x="2932578" y="2176148"/>
              <a:ext cx="1961981" cy="1062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865" y="21600"/>
                  </a:moveTo>
                  <a:cubicBezTo>
                    <a:pt x="15986" y="21600"/>
                    <a:pt x="16105" y="21513"/>
                    <a:pt x="16210" y="21347"/>
                  </a:cubicBezTo>
                  <a:lnTo>
                    <a:pt x="21600" y="10793"/>
                  </a:lnTo>
                  <a:lnTo>
                    <a:pt x="16208" y="237"/>
                  </a:lnTo>
                  <a:cubicBezTo>
                    <a:pt x="16110" y="83"/>
                    <a:pt x="15996" y="0"/>
                    <a:pt x="15880" y="0"/>
                  </a:cubicBezTo>
                  <a:cubicBezTo>
                    <a:pt x="15616" y="0"/>
                    <a:pt x="15391" y="416"/>
                    <a:pt x="15377" y="920"/>
                  </a:cubicBezTo>
                  <a:lnTo>
                    <a:pt x="15382" y="3373"/>
                  </a:lnTo>
                  <a:lnTo>
                    <a:pt x="10620" y="3373"/>
                  </a:lnTo>
                  <a:cubicBezTo>
                    <a:pt x="10261" y="3372"/>
                    <a:pt x="9818" y="3433"/>
                    <a:pt x="9416" y="3585"/>
                  </a:cubicBezTo>
                  <a:cubicBezTo>
                    <a:pt x="9014" y="3737"/>
                    <a:pt x="8652" y="3981"/>
                    <a:pt x="8455" y="4347"/>
                  </a:cubicBezTo>
                  <a:cubicBezTo>
                    <a:pt x="8387" y="4483"/>
                    <a:pt x="834" y="18287"/>
                    <a:pt x="517" y="19016"/>
                  </a:cubicBezTo>
                  <a:cubicBezTo>
                    <a:pt x="224" y="19690"/>
                    <a:pt x="48" y="20667"/>
                    <a:pt x="0" y="21293"/>
                  </a:cubicBezTo>
                  <a:cubicBezTo>
                    <a:pt x="181" y="20284"/>
                    <a:pt x="554" y="19528"/>
                    <a:pt x="1048" y="19024"/>
                  </a:cubicBezTo>
                  <a:cubicBezTo>
                    <a:pt x="1541" y="18521"/>
                    <a:pt x="2154" y="18269"/>
                    <a:pt x="2814" y="18269"/>
                  </a:cubicBezTo>
                  <a:lnTo>
                    <a:pt x="15383" y="18257"/>
                  </a:lnTo>
                  <a:lnTo>
                    <a:pt x="15377" y="20664"/>
                  </a:lnTo>
                  <a:cubicBezTo>
                    <a:pt x="15390" y="21192"/>
                    <a:pt x="15600" y="21600"/>
                    <a:pt x="15865" y="21600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DAE6059-14CF-4F0B-8499-DD9E0741DF3C}"/>
                </a:ext>
              </a:extLst>
            </p:cNvPr>
            <p:cNvSpPr/>
            <p:nvPr/>
          </p:nvSpPr>
          <p:spPr>
            <a:xfrm>
              <a:off x="3870574" y="2586687"/>
              <a:ext cx="364605" cy="2638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p14="http://schemas.microsoft.com/office/powerpoint/2010/main" xmlns:a16="http://schemas.microsoft.com/office/drawing/2014/main" xmlns:lc="http://schemas.openxmlformats.org/drawingml/2006/lockedCanvas" xmlns="" val="1"/>
              </a:ext>
            </a:extLst>
          </p:spPr>
          <p:txBody>
            <a:bodyPr lIns="25400" tIns="25400" rIns="25400" bIns="25400" anchor="ctr">
              <a:normAutofit fontScale="47500"/>
            </a:bodyPr>
            <a:lstStyle/>
            <a:p>
              <a:pPr algn="ctr" rtl="1"/>
              <a:r>
                <a:rPr lang="fa-IR" altLang="en-US" sz="3200">
                  <a:solidFill>
                    <a:schemeClr val="bg1"/>
                  </a:solidFill>
                  <a:cs typeface="+mn-ea"/>
                  <a:sym typeface="+mn-lt"/>
                </a:rPr>
                <a:t>۲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542FFBB-9BE7-42D9-A51F-93A47B8005B1}"/>
                </a:ext>
              </a:extLst>
            </p:cNvPr>
            <p:cNvSpPr/>
            <p:nvPr/>
          </p:nvSpPr>
          <p:spPr>
            <a:xfrm flipH="1">
              <a:off x="2322519" y="2649409"/>
              <a:ext cx="594064" cy="594063"/>
            </a:xfrm>
            <a:prstGeom prst="ellipse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FA1BFC80-0CD8-48A2-861D-5FE39F857FE5}"/>
                </a:ext>
              </a:extLst>
            </p:cNvPr>
            <p:cNvSpPr/>
            <p:nvPr/>
          </p:nvSpPr>
          <p:spPr>
            <a:xfrm>
              <a:off x="2508371" y="2835260"/>
              <a:ext cx="222360" cy="222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7915" y="0"/>
                    <a:pt x="5204" y="1124"/>
                    <a:pt x="3164" y="3164"/>
                  </a:cubicBezTo>
                  <a:cubicBezTo>
                    <a:pt x="1124" y="5203"/>
                    <a:pt x="0" y="7915"/>
                    <a:pt x="0" y="10800"/>
                  </a:cubicBezTo>
                  <a:cubicBezTo>
                    <a:pt x="0" y="13685"/>
                    <a:pt x="1124" y="16396"/>
                    <a:pt x="3164" y="18436"/>
                  </a:cubicBezTo>
                  <a:cubicBezTo>
                    <a:pt x="5204" y="20476"/>
                    <a:pt x="7915" y="21600"/>
                    <a:pt x="10800" y="21600"/>
                  </a:cubicBezTo>
                  <a:cubicBezTo>
                    <a:pt x="13685" y="21600"/>
                    <a:pt x="16396" y="20476"/>
                    <a:pt x="18436" y="18436"/>
                  </a:cubicBezTo>
                  <a:cubicBezTo>
                    <a:pt x="20476" y="16397"/>
                    <a:pt x="21600" y="13685"/>
                    <a:pt x="21600" y="10800"/>
                  </a:cubicBezTo>
                  <a:cubicBezTo>
                    <a:pt x="21600" y="7915"/>
                    <a:pt x="20476" y="5204"/>
                    <a:pt x="18436" y="3164"/>
                  </a:cubicBezTo>
                  <a:cubicBezTo>
                    <a:pt x="16396" y="1124"/>
                    <a:pt x="13685" y="0"/>
                    <a:pt x="10800" y="0"/>
                  </a:cubicBezTo>
                  <a:close/>
                  <a:moveTo>
                    <a:pt x="10800" y="675"/>
                  </a:moveTo>
                  <a:cubicBezTo>
                    <a:pt x="13505" y="675"/>
                    <a:pt x="16049" y="1726"/>
                    <a:pt x="17961" y="3639"/>
                  </a:cubicBezTo>
                  <a:cubicBezTo>
                    <a:pt x="19874" y="5551"/>
                    <a:pt x="20925" y="8096"/>
                    <a:pt x="20925" y="10800"/>
                  </a:cubicBezTo>
                  <a:cubicBezTo>
                    <a:pt x="20925" y="13505"/>
                    <a:pt x="19874" y="16049"/>
                    <a:pt x="17961" y="17961"/>
                  </a:cubicBezTo>
                  <a:cubicBezTo>
                    <a:pt x="16049" y="19874"/>
                    <a:pt x="13505" y="20925"/>
                    <a:pt x="10800" y="20925"/>
                  </a:cubicBezTo>
                  <a:cubicBezTo>
                    <a:pt x="8096" y="20925"/>
                    <a:pt x="5551" y="19874"/>
                    <a:pt x="3639" y="17961"/>
                  </a:cubicBezTo>
                  <a:cubicBezTo>
                    <a:pt x="1726" y="16049"/>
                    <a:pt x="675" y="13505"/>
                    <a:pt x="675" y="10800"/>
                  </a:cubicBezTo>
                  <a:cubicBezTo>
                    <a:pt x="675" y="8096"/>
                    <a:pt x="1726" y="5551"/>
                    <a:pt x="3639" y="3639"/>
                  </a:cubicBezTo>
                  <a:cubicBezTo>
                    <a:pt x="5551" y="1726"/>
                    <a:pt x="8095" y="675"/>
                    <a:pt x="10800" y="675"/>
                  </a:cubicBezTo>
                  <a:close/>
                  <a:moveTo>
                    <a:pt x="10462" y="1350"/>
                  </a:moveTo>
                  <a:cubicBezTo>
                    <a:pt x="10462" y="1350"/>
                    <a:pt x="10462" y="2700"/>
                    <a:pt x="10462" y="2700"/>
                  </a:cubicBezTo>
                  <a:lnTo>
                    <a:pt x="11138" y="2700"/>
                  </a:lnTo>
                  <a:lnTo>
                    <a:pt x="11138" y="1350"/>
                  </a:lnTo>
                  <a:lnTo>
                    <a:pt x="10462" y="1350"/>
                  </a:lnTo>
                  <a:close/>
                  <a:moveTo>
                    <a:pt x="10462" y="4050"/>
                  </a:moveTo>
                  <a:lnTo>
                    <a:pt x="10462" y="10937"/>
                  </a:lnTo>
                  <a:lnTo>
                    <a:pt x="13595" y="14080"/>
                  </a:lnTo>
                  <a:lnTo>
                    <a:pt x="14080" y="13595"/>
                  </a:lnTo>
                  <a:lnTo>
                    <a:pt x="11138" y="10663"/>
                  </a:lnTo>
                  <a:cubicBezTo>
                    <a:pt x="11138" y="10663"/>
                    <a:pt x="11138" y="4050"/>
                    <a:pt x="11138" y="4050"/>
                  </a:cubicBezTo>
                  <a:lnTo>
                    <a:pt x="10462" y="4050"/>
                  </a:lnTo>
                  <a:close/>
                  <a:moveTo>
                    <a:pt x="1350" y="10462"/>
                  </a:moveTo>
                  <a:cubicBezTo>
                    <a:pt x="1350" y="10462"/>
                    <a:pt x="1350" y="11138"/>
                    <a:pt x="1350" y="11138"/>
                  </a:cubicBezTo>
                  <a:lnTo>
                    <a:pt x="2700" y="11138"/>
                  </a:lnTo>
                  <a:lnTo>
                    <a:pt x="2700" y="10462"/>
                  </a:lnTo>
                  <a:lnTo>
                    <a:pt x="1350" y="10462"/>
                  </a:lnTo>
                  <a:close/>
                  <a:moveTo>
                    <a:pt x="18900" y="10462"/>
                  </a:moveTo>
                  <a:cubicBezTo>
                    <a:pt x="18900" y="10462"/>
                    <a:pt x="18900" y="11138"/>
                    <a:pt x="18900" y="11138"/>
                  </a:cubicBezTo>
                  <a:lnTo>
                    <a:pt x="20250" y="11138"/>
                  </a:lnTo>
                  <a:lnTo>
                    <a:pt x="20250" y="10462"/>
                  </a:lnTo>
                  <a:lnTo>
                    <a:pt x="18900" y="10462"/>
                  </a:lnTo>
                  <a:close/>
                  <a:moveTo>
                    <a:pt x="10462" y="18900"/>
                  </a:moveTo>
                  <a:cubicBezTo>
                    <a:pt x="10462" y="18900"/>
                    <a:pt x="10462" y="20250"/>
                    <a:pt x="10462" y="20250"/>
                  </a:cubicBezTo>
                  <a:lnTo>
                    <a:pt x="11138" y="20250"/>
                  </a:lnTo>
                  <a:lnTo>
                    <a:pt x="11138" y="18900"/>
                  </a:lnTo>
                  <a:lnTo>
                    <a:pt x="10462" y="18900"/>
                  </a:lnTo>
                  <a:close/>
                </a:path>
              </a:pathLst>
            </a:custGeom>
            <a:solidFill>
              <a:srgbClr val="282828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426097" y="1383619"/>
            <a:ext cx="3267588" cy="1169220"/>
            <a:chOff x="2426097" y="1383619"/>
            <a:chExt cx="3267588" cy="1169220"/>
          </a:xfrm>
        </p:grpSpPr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69EBA65D-14C2-4C29-BDFB-2B580793F77B}"/>
                </a:ext>
              </a:extLst>
            </p:cNvPr>
            <p:cNvSpPr/>
            <p:nvPr/>
          </p:nvSpPr>
          <p:spPr>
            <a:xfrm>
              <a:off x="2426097" y="1754983"/>
              <a:ext cx="1950391" cy="7978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8760" y="0"/>
                  </a:lnTo>
                  <a:lnTo>
                    <a:pt x="0" y="21600"/>
                  </a:lnTo>
                  <a:lnTo>
                    <a:pt x="13172" y="21600"/>
                  </a:lnTo>
                  <a:cubicBezTo>
                    <a:pt x="14174" y="18627"/>
                    <a:pt x="15207" y="15731"/>
                    <a:pt x="16266" y="12900"/>
                  </a:cubicBezTo>
                  <a:cubicBezTo>
                    <a:pt x="17950" y="8401"/>
                    <a:pt x="19728" y="4093"/>
                    <a:pt x="21600" y="0"/>
                  </a:cubicBezTo>
                  <a:close/>
                </a:path>
              </a:pathLst>
            </a:custGeom>
            <a:solidFill>
              <a:schemeClr val="accent1">
                <a:alpha val="93405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E4C32EE0-A4BE-410C-90BA-2C37BB818BED}"/>
                </a:ext>
              </a:extLst>
            </p:cNvPr>
            <p:cNvSpPr/>
            <p:nvPr/>
          </p:nvSpPr>
          <p:spPr>
            <a:xfrm>
              <a:off x="3731704" y="1383619"/>
              <a:ext cx="1961981" cy="1062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865" y="21600"/>
                  </a:moveTo>
                  <a:cubicBezTo>
                    <a:pt x="15986" y="21600"/>
                    <a:pt x="16105" y="21513"/>
                    <a:pt x="16210" y="21347"/>
                  </a:cubicBezTo>
                  <a:lnTo>
                    <a:pt x="21600" y="10793"/>
                  </a:lnTo>
                  <a:lnTo>
                    <a:pt x="16208" y="237"/>
                  </a:lnTo>
                  <a:cubicBezTo>
                    <a:pt x="16110" y="83"/>
                    <a:pt x="15996" y="0"/>
                    <a:pt x="15880" y="0"/>
                  </a:cubicBezTo>
                  <a:cubicBezTo>
                    <a:pt x="15616" y="0"/>
                    <a:pt x="15391" y="416"/>
                    <a:pt x="15377" y="920"/>
                  </a:cubicBezTo>
                  <a:lnTo>
                    <a:pt x="15382" y="3373"/>
                  </a:lnTo>
                  <a:lnTo>
                    <a:pt x="10620" y="3373"/>
                  </a:lnTo>
                  <a:cubicBezTo>
                    <a:pt x="10261" y="3372"/>
                    <a:pt x="9818" y="3433"/>
                    <a:pt x="9416" y="3585"/>
                  </a:cubicBezTo>
                  <a:cubicBezTo>
                    <a:pt x="9014" y="3737"/>
                    <a:pt x="8652" y="3981"/>
                    <a:pt x="8455" y="4347"/>
                  </a:cubicBezTo>
                  <a:cubicBezTo>
                    <a:pt x="8387" y="4483"/>
                    <a:pt x="834" y="18287"/>
                    <a:pt x="517" y="19016"/>
                  </a:cubicBezTo>
                  <a:cubicBezTo>
                    <a:pt x="224" y="19690"/>
                    <a:pt x="48" y="20667"/>
                    <a:pt x="0" y="21293"/>
                  </a:cubicBezTo>
                  <a:cubicBezTo>
                    <a:pt x="181" y="20284"/>
                    <a:pt x="554" y="19528"/>
                    <a:pt x="1048" y="19024"/>
                  </a:cubicBezTo>
                  <a:cubicBezTo>
                    <a:pt x="1541" y="18521"/>
                    <a:pt x="2154" y="18269"/>
                    <a:pt x="2814" y="18269"/>
                  </a:cubicBezTo>
                  <a:lnTo>
                    <a:pt x="15383" y="18257"/>
                  </a:lnTo>
                  <a:lnTo>
                    <a:pt x="15377" y="20664"/>
                  </a:lnTo>
                  <a:cubicBezTo>
                    <a:pt x="15390" y="21192"/>
                    <a:pt x="15600" y="21600"/>
                    <a:pt x="15865" y="21600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8538A27-3527-4D63-8B0F-B8AB4591421F}"/>
                </a:ext>
              </a:extLst>
            </p:cNvPr>
            <p:cNvSpPr/>
            <p:nvPr/>
          </p:nvSpPr>
          <p:spPr>
            <a:xfrm>
              <a:off x="4712912" y="1777131"/>
              <a:ext cx="364605" cy="2638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p14="http://schemas.microsoft.com/office/powerpoint/2010/main" xmlns:a16="http://schemas.microsoft.com/office/drawing/2014/main" xmlns:lc="http://schemas.openxmlformats.org/drawingml/2006/lockedCanvas" xmlns="" val="1"/>
              </a:ext>
            </a:extLst>
          </p:spPr>
          <p:txBody>
            <a:bodyPr lIns="25400" tIns="25400" rIns="25400" bIns="25400" anchor="ctr">
              <a:normAutofit fontScale="47500"/>
            </a:bodyPr>
            <a:lstStyle/>
            <a:p>
              <a:pPr algn="ctr" rtl="1"/>
              <a:r>
                <a:rPr lang="fa-IR" altLang="en-US" sz="3200">
                  <a:solidFill>
                    <a:schemeClr val="bg1"/>
                  </a:solidFill>
                  <a:cs typeface="+mn-ea"/>
                  <a:sym typeface="+mn-lt"/>
                </a:rPr>
                <a:t>۳</a:t>
              </a:r>
              <a:endParaRPr lang="fa-IR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6C058BC-B8A3-48F7-B357-BDA751C69C96}"/>
                </a:ext>
              </a:extLst>
            </p:cNvPr>
            <p:cNvSpPr/>
            <p:nvPr/>
          </p:nvSpPr>
          <p:spPr>
            <a:xfrm flipH="1">
              <a:off x="3070638" y="1823729"/>
              <a:ext cx="598387" cy="598387"/>
            </a:xfrm>
            <a:prstGeom prst="ellipse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82BD3B64-2DEA-4469-9ABC-3795C0CE1EC3}"/>
                </a:ext>
              </a:extLst>
            </p:cNvPr>
            <p:cNvSpPr/>
            <p:nvPr/>
          </p:nvSpPr>
          <p:spPr>
            <a:xfrm>
              <a:off x="3258651" y="2056908"/>
              <a:ext cx="222360" cy="132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63" y="20463"/>
                  </a:moveTo>
                  <a:lnTo>
                    <a:pt x="3712" y="20463"/>
                  </a:lnTo>
                  <a:cubicBezTo>
                    <a:pt x="2009" y="20463"/>
                    <a:pt x="675" y="18216"/>
                    <a:pt x="675" y="15347"/>
                  </a:cubicBezTo>
                  <a:cubicBezTo>
                    <a:pt x="675" y="12526"/>
                    <a:pt x="2088" y="10232"/>
                    <a:pt x="3825" y="10232"/>
                  </a:cubicBezTo>
                  <a:lnTo>
                    <a:pt x="4666" y="10232"/>
                  </a:lnTo>
                  <a:lnTo>
                    <a:pt x="4719" y="9771"/>
                  </a:lnTo>
                  <a:cubicBezTo>
                    <a:pt x="5287" y="4849"/>
                    <a:pt x="8201" y="1137"/>
                    <a:pt x="11497" y="1137"/>
                  </a:cubicBezTo>
                  <a:cubicBezTo>
                    <a:pt x="15207" y="1137"/>
                    <a:pt x="18225" y="5981"/>
                    <a:pt x="18225" y="11937"/>
                  </a:cubicBezTo>
                  <a:lnTo>
                    <a:pt x="18225" y="12505"/>
                  </a:lnTo>
                  <a:lnTo>
                    <a:pt x="18563" y="12505"/>
                  </a:lnTo>
                  <a:cubicBezTo>
                    <a:pt x="19887" y="12505"/>
                    <a:pt x="20925" y="14253"/>
                    <a:pt x="20925" y="16484"/>
                  </a:cubicBezTo>
                  <a:cubicBezTo>
                    <a:pt x="20925" y="18715"/>
                    <a:pt x="19887" y="20463"/>
                    <a:pt x="18563" y="20463"/>
                  </a:cubicBezTo>
                  <a:close/>
                  <a:moveTo>
                    <a:pt x="18893" y="11397"/>
                  </a:moveTo>
                  <a:cubicBezTo>
                    <a:pt x="18717" y="5064"/>
                    <a:pt x="15467" y="0"/>
                    <a:pt x="11497" y="0"/>
                  </a:cubicBezTo>
                  <a:cubicBezTo>
                    <a:pt x="7986" y="0"/>
                    <a:pt x="4866" y="3878"/>
                    <a:pt x="4115" y="9095"/>
                  </a:cubicBezTo>
                  <a:lnTo>
                    <a:pt x="3825" y="9095"/>
                  </a:lnTo>
                  <a:cubicBezTo>
                    <a:pt x="1716" y="9095"/>
                    <a:pt x="0" y="11900"/>
                    <a:pt x="0" y="15347"/>
                  </a:cubicBezTo>
                  <a:cubicBezTo>
                    <a:pt x="0" y="18853"/>
                    <a:pt x="1631" y="21600"/>
                    <a:pt x="3712" y="21600"/>
                  </a:cubicBezTo>
                  <a:lnTo>
                    <a:pt x="18563" y="21600"/>
                  </a:lnTo>
                  <a:cubicBezTo>
                    <a:pt x="20266" y="21600"/>
                    <a:pt x="21600" y="19353"/>
                    <a:pt x="21600" y="16484"/>
                  </a:cubicBezTo>
                  <a:cubicBezTo>
                    <a:pt x="21600" y="13804"/>
                    <a:pt x="20435" y="11666"/>
                    <a:pt x="18893" y="11397"/>
                  </a:cubicBezTo>
                  <a:close/>
                </a:path>
              </a:pathLst>
            </a:custGeom>
            <a:solidFill>
              <a:srgbClr val="282828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9" name="文本框 16">
            <a:extLst>
              <a:ext uri="{FF2B5EF4-FFF2-40B4-BE49-F238E27FC236}">
                <a16:creationId xmlns:a16="http://schemas.microsoft.com/office/drawing/2014/main" id="{DB54CE7A-E509-433C-9120-94F577E0B8FF}"/>
              </a:ext>
            </a:extLst>
          </p:cNvPr>
          <p:cNvSpPr txBox="1"/>
          <p:nvPr/>
        </p:nvSpPr>
        <p:spPr>
          <a:xfrm>
            <a:off x="6063339" y="1858672"/>
            <a:ext cx="2223357" cy="444569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100" dirty="0">
                <a:cs typeface="+mn-ea"/>
                <a:sym typeface="+mn-lt"/>
              </a:rPr>
              <a:t>میکروسیلیس و آلومینا؛ نیاز آب بسیار کم می‌شود</a:t>
            </a:r>
            <a:endParaRPr lang="fa-IR" altLang="en-US" sz="1100" dirty="0">
              <a:cs typeface="+mn-ea"/>
              <a:sym typeface="+mn-lt"/>
            </a:endParaRPr>
          </a:p>
        </p:txBody>
      </p:sp>
      <p:sp>
        <p:nvSpPr>
          <p:cNvPr id="20" name="文本框 17">
            <a:extLst>
              <a:ext uri="{FF2B5EF4-FFF2-40B4-BE49-F238E27FC236}">
                <a16:creationId xmlns:a16="http://schemas.microsoft.com/office/drawing/2014/main" id="{0FA4C536-0FAB-4F7B-A2E8-AD098BAFF710}"/>
              </a:ext>
            </a:extLst>
          </p:cNvPr>
          <p:cNvSpPr txBox="1"/>
          <p:nvPr/>
        </p:nvSpPr>
        <p:spPr>
          <a:xfrm>
            <a:off x="6063339" y="1601497"/>
            <a:ext cx="830997" cy="207749"/>
          </a:xfrm>
          <a:prstGeom prst="rect">
            <a:avLst/>
          </a:prstGeom>
          <a:noFill/>
        </p:spPr>
        <p:txBody>
          <a:bodyPr wrap="none" lIns="0" tIns="0" rIns="0" bIns="0">
            <a:normAutofit fontScale="92500"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400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فوق‌ریز</a:t>
            </a:r>
            <a:endParaRPr lang="fa-IR" altLang="en-US" sz="1400" b="1" dirty="0">
              <a:solidFill>
                <a:schemeClr val="accent1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18">
            <a:extLst>
              <a:ext uri="{FF2B5EF4-FFF2-40B4-BE49-F238E27FC236}">
                <a16:creationId xmlns:a16="http://schemas.microsoft.com/office/drawing/2014/main" id="{C6B87BE8-744D-451E-A3C4-1086AD7B958E}"/>
              </a:ext>
            </a:extLst>
          </p:cNvPr>
          <p:cNvSpPr txBox="1"/>
          <p:nvPr/>
        </p:nvSpPr>
        <p:spPr>
          <a:xfrm>
            <a:off x="5262826" y="2802708"/>
            <a:ext cx="2223357" cy="444569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100" dirty="0">
                <a:cs typeface="+mn-ea"/>
                <a:sym typeface="+mn-lt"/>
              </a:rPr>
              <a:t>فضای میان سنگدانه‌ها را پر می‌کنند</a:t>
            </a:r>
            <a:endParaRPr lang="fa-IR" altLang="en-US" sz="1100" dirty="0">
              <a:cs typeface="+mn-ea"/>
              <a:sym typeface="+mn-lt"/>
            </a:endParaRPr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5949D83C-C3D8-4F4B-B5EB-52841BDF06E3}"/>
              </a:ext>
            </a:extLst>
          </p:cNvPr>
          <p:cNvSpPr txBox="1"/>
          <p:nvPr/>
        </p:nvSpPr>
        <p:spPr>
          <a:xfrm>
            <a:off x="5262826" y="2545534"/>
            <a:ext cx="830997" cy="207749"/>
          </a:xfrm>
          <a:prstGeom prst="rect">
            <a:avLst/>
          </a:prstGeom>
          <a:noFill/>
        </p:spPr>
        <p:txBody>
          <a:bodyPr wrap="none" lIns="0" tIns="0" rIns="0" bIns="0">
            <a:normAutofit fontScale="92500"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400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rPr>
              <a:t>ذرات ریز</a:t>
            </a:r>
            <a:endParaRPr lang="fa-IR" altLang="en-US" sz="1400" b="1" dirty="0">
              <a:solidFill>
                <a:schemeClr val="accent2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1C29F02-D294-4230-A824-757E2FF29697}"/>
              </a:ext>
            </a:extLst>
          </p:cNvPr>
          <p:cNvSpPr txBox="1"/>
          <p:nvPr/>
        </p:nvSpPr>
        <p:spPr>
          <a:xfrm>
            <a:off x="4453672" y="3808521"/>
            <a:ext cx="2223357" cy="444569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100" dirty="0">
                <a:cs typeface="+mn-ea"/>
                <a:sym typeface="+mn-lt"/>
              </a:rPr>
              <a:t>۳۰۰ میکرومتر تا ۲۰ میلی‌متر؛ بار را تحمل می‌کند</a:t>
            </a:r>
            <a:endParaRPr lang="fa-IR" altLang="en-US" sz="1100" dirty="0">
              <a:cs typeface="+mn-ea"/>
              <a:sym typeface="+mn-lt"/>
            </a:endParaRPr>
          </a:p>
        </p:txBody>
      </p:sp>
      <p:sp>
        <p:nvSpPr>
          <p:cNvPr id="24" name="文本框 21">
            <a:extLst>
              <a:ext uri="{FF2B5EF4-FFF2-40B4-BE49-F238E27FC236}">
                <a16:creationId xmlns:a16="http://schemas.microsoft.com/office/drawing/2014/main" id="{147EAC1D-1366-4516-B91F-607906D06824}"/>
              </a:ext>
            </a:extLst>
          </p:cNvPr>
          <p:cNvSpPr txBox="1"/>
          <p:nvPr/>
        </p:nvSpPr>
        <p:spPr>
          <a:xfrm>
            <a:off x="4453672" y="3551346"/>
            <a:ext cx="830997" cy="207749"/>
          </a:xfrm>
          <a:prstGeom prst="rect">
            <a:avLst/>
          </a:prstGeom>
          <a:noFill/>
        </p:spPr>
        <p:txBody>
          <a:bodyPr wrap="none" lIns="0" tIns="0" rIns="0" bIns="0">
            <a:normAutofit fontScale="92500"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1400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rPr>
              <a:t>سنگدانه</a:t>
            </a:r>
            <a:endParaRPr lang="fa-IR" altLang="en-US" sz="1400" b="1" dirty="0">
              <a:solidFill>
                <a:schemeClr val="accent3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بسته‌بندی ذرات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823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组合 188"/>
          <p:cNvGrpSpPr/>
          <p:nvPr/>
        </p:nvGrpSpPr>
        <p:grpSpPr>
          <a:xfrm>
            <a:off x="3497643" y="2537479"/>
            <a:ext cx="2282775" cy="1735412"/>
            <a:chOff x="3497643" y="2537479"/>
            <a:chExt cx="2282775" cy="1735412"/>
          </a:xfrm>
        </p:grpSpPr>
        <p:grpSp>
          <p:nvGrpSpPr>
            <p:cNvPr id="4" name="Group 3"/>
            <p:cNvGrpSpPr/>
            <p:nvPr/>
          </p:nvGrpSpPr>
          <p:grpSpPr>
            <a:xfrm rot="19385170">
              <a:off x="4341892" y="2586507"/>
              <a:ext cx="153388" cy="220155"/>
              <a:chOff x="18561758" y="2385889"/>
              <a:chExt cx="2160750" cy="3102509"/>
            </a:xfrm>
          </p:grpSpPr>
          <p:sp>
            <p:nvSpPr>
              <p:cNvPr id="164" name="Freeform: Shape 4"/>
              <p:cNvSpPr>
                <a:spLocks/>
              </p:cNvSpPr>
              <p:nvPr/>
            </p:nvSpPr>
            <p:spPr bwMode="auto">
              <a:xfrm>
                <a:off x="18561758" y="2385889"/>
                <a:ext cx="2160750" cy="3102509"/>
              </a:xfrm>
              <a:custGeom>
                <a:avLst/>
                <a:gdLst>
                  <a:gd name="T0" fmla="*/ 0 w 366"/>
                  <a:gd name="T1" fmla="*/ 494 h 527"/>
                  <a:gd name="T2" fmla="*/ 34 w 366"/>
                  <a:gd name="T3" fmla="*/ 527 h 527"/>
                  <a:gd name="T4" fmla="*/ 333 w 366"/>
                  <a:gd name="T5" fmla="*/ 527 h 527"/>
                  <a:gd name="T6" fmla="*/ 366 w 366"/>
                  <a:gd name="T7" fmla="*/ 494 h 527"/>
                  <a:gd name="T8" fmla="*/ 366 w 366"/>
                  <a:gd name="T9" fmla="*/ 34 h 527"/>
                  <a:gd name="T10" fmla="*/ 333 w 366"/>
                  <a:gd name="T11" fmla="*/ 0 h 527"/>
                  <a:gd name="T12" fmla="*/ 34 w 366"/>
                  <a:gd name="T13" fmla="*/ 0 h 527"/>
                  <a:gd name="T14" fmla="*/ 0 w 366"/>
                  <a:gd name="T15" fmla="*/ 34 h 527"/>
                  <a:gd name="T16" fmla="*/ 0 w 366"/>
                  <a:gd name="T17" fmla="*/ 494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6" h="527">
                    <a:moveTo>
                      <a:pt x="0" y="494"/>
                    </a:moveTo>
                    <a:cubicBezTo>
                      <a:pt x="0" y="512"/>
                      <a:pt x="15" y="527"/>
                      <a:pt x="34" y="527"/>
                    </a:cubicBezTo>
                    <a:cubicBezTo>
                      <a:pt x="333" y="527"/>
                      <a:pt x="333" y="527"/>
                      <a:pt x="333" y="527"/>
                    </a:cubicBezTo>
                    <a:cubicBezTo>
                      <a:pt x="351" y="527"/>
                      <a:pt x="366" y="512"/>
                      <a:pt x="366" y="494"/>
                    </a:cubicBezTo>
                    <a:cubicBezTo>
                      <a:pt x="366" y="34"/>
                      <a:pt x="366" y="34"/>
                      <a:pt x="366" y="34"/>
                    </a:cubicBezTo>
                    <a:cubicBezTo>
                      <a:pt x="366" y="15"/>
                      <a:pt x="351" y="0"/>
                      <a:pt x="333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5" y="0"/>
                      <a:pt x="0" y="15"/>
                      <a:pt x="0" y="34"/>
                    </a:cubicBezTo>
                    <a:lnTo>
                      <a:pt x="0" y="494"/>
                    </a:lnTo>
                    <a:close/>
                  </a:path>
                </a:pathLst>
              </a:custGeom>
              <a:solidFill>
                <a:srgbClr val="2D35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5" name="Rectangle 5"/>
              <p:cNvSpPr>
                <a:spLocks/>
              </p:cNvSpPr>
              <p:nvPr/>
            </p:nvSpPr>
            <p:spPr bwMode="auto">
              <a:xfrm>
                <a:off x="18721666" y="2532620"/>
                <a:ext cx="1842254" cy="272047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6" name="Freeform: Shape 6"/>
              <p:cNvSpPr>
                <a:spLocks/>
              </p:cNvSpPr>
              <p:nvPr/>
            </p:nvSpPr>
            <p:spPr bwMode="auto">
              <a:xfrm>
                <a:off x="18815497" y="3457953"/>
                <a:ext cx="1671773" cy="1718475"/>
              </a:xfrm>
              <a:custGeom>
                <a:avLst/>
                <a:gdLst>
                  <a:gd name="T0" fmla="*/ 278 w 283"/>
                  <a:gd name="T1" fmla="*/ 292 h 292"/>
                  <a:gd name="T2" fmla="*/ 5 w 283"/>
                  <a:gd name="T3" fmla="*/ 292 h 292"/>
                  <a:gd name="T4" fmla="*/ 0 w 283"/>
                  <a:gd name="T5" fmla="*/ 287 h 292"/>
                  <a:gd name="T6" fmla="*/ 5 w 283"/>
                  <a:gd name="T7" fmla="*/ 283 h 292"/>
                  <a:gd name="T8" fmla="*/ 274 w 283"/>
                  <a:gd name="T9" fmla="*/ 283 h 292"/>
                  <a:gd name="T10" fmla="*/ 274 w 283"/>
                  <a:gd name="T11" fmla="*/ 5 h 292"/>
                  <a:gd name="T12" fmla="*/ 278 w 283"/>
                  <a:gd name="T13" fmla="*/ 0 h 292"/>
                  <a:gd name="T14" fmla="*/ 283 w 283"/>
                  <a:gd name="T15" fmla="*/ 5 h 292"/>
                  <a:gd name="T16" fmla="*/ 283 w 283"/>
                  <a:gd name="T17" fmla="*/ 287 h 292"/>
                  <a:gd name="T18" fmla="*/ 278 w 283"/>
                  <a:gd name="T19" fmla="*/ 292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3" h="292">
                    <a:moveTo>
                      <a:pt x="278" y="292"/>
                    </a:moveTo>
                    <a:cubicBezTo>
                      <a:pt x="5" y="292"/>
                      <a:pt x="5" y="292"/>
                      <a:pt x="5" y="292"/>
                    </a:cubicBezTo>
                    <a:cubicBezTo>
                      <a:pt x="2" y="292"/>
                      <a:pt x="0" y="290"/>
                      <a:pt x="0" y="287"/>
                    </a:cubicBezTo>
                    <a:cubicBezTo>
                      <a:pt x="0" y="285"/>
                      <a:pt x="2" y="283"/>
                      <a:pt x="5" y="283"/>
                    </a:cubicBezTo>
                    <a:cubicBezTo>
                      <a:pt x="274" y="283"/>
                      <a:pt x="274" y="283"/>
                      <a:pt x="274" y="283"/>
                    </a:cubicBezTo>
                    <a:cubicBezTo>
                      <a:pt x="274" y="5"/>
                      <a:pt x="274" y="5"/>
                      <a:pt x="274" y="5"/>
                    </a:cubicBezTo>
                    <a:cubicBezTo>
                      <a:pt x="274" y="2"/>
                      <a:pt x="276" y="0"/>
                      <a:pt x="278" y="0"/>
                    </a:cubicBezTo>
                    <a:cubicBezTo>
                      <a:pt x="281" y="0"/>
                      <a:pt x="283" y="2"/>
                      <a:pt x="283" y="5"/>
                    </a:cubicBezTo>
                    <a:cubicBezTo>
                      <a:pt x="283" y="287"/>
                      <a:pt x="283" y="287"/>
                      <a:pt x="283" y="287"/>
                    </a:cubicBezTo>
                    <a:cubicBezTo>
                      <a:pt x="283" y="290"/>
                      <a:pt x="281" y="292"/>
                      <a:pt x="278" y="292"/>
                    </a:cubicBezTo>
                    <a:close/>
                  </a:path>
                </a:pathLst>
              </a:custGeom>
              <a:solidFill>
                <a:srgbClr val="BCB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7" name="Freeform: Shape 7"/>
              <p:cNvSpPr>
                <a:spLocks/>
              </p:cNvSpPr>
              <p:nvPr/>
            </p:nvSpPr>
            <p:spPr bwMode="auto">
              <a:xfrm>
                <a:off x="18857787" y="2822118"/>
                <a:ext cx="1433892" cy="70061"/>
              </a:xfrm>
              <a:custGeom>
                <a:avLst/>
                <a:gdLst>
                  <a:gd name="T0" fmla="*/ 243 w 243"/>
                  <a:gd name="T1" fmla="*/ 6 h 12"/>
                  <a:gd name="T2" fmla="*/ 237 w 243"/>
                  <a:gd name="T3" fmla="*/ 12 h 12"/>
                  <a:gd name="T4" fmla="*/ 6 w 243"/>
                  <a:gd name="T5" fmla="*/ 12 h 12"/>
                  <a:gd name="T6" fmla="*/ 0 w 243"/>
                  <a:gd name="T7" fmla="*/ 6 h 12"/>
                  <a:gd name="T8" fmla="*/ 0 w 243"/>
                  <a:gd name="T9" fmla="*/ 6 h 12"/>
                  <a:gd name="T10" fmla="*/ 6 w 243"/>
                  <a:gd name="T11" fmla="*/ 0 h 12"/>
                  <a:gd name="T12" fmla="*/ 237 w 243"/>
                  <a:gd name="T13" fmla="*/ 0 h 12"/>
                  <a:gd name="T14" fmla="*/ 243 w 243"/>
                  <a:gd name="T1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3" h="12">
                    <a:moveTo>
                      <a:pt x="243" y="6"/>
                    </a:moveTo>
                    <a:cubicBezTo>
                      <a:pt x="243" y="10"/>
                      <a:pt x="240" y="12"/>
                      <a:pt x="23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10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40" y="0"/>
                      <a:pt x="243" y="3"/>
                      <a:pt x="243" y="6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8" name="Freeform: Shape 8"/>
              <p:cNvSpPr>
                <a:spLocks/>
              </p:cNvSpPr>
              <p:nvPr/>
            </p:nvSpPr>
            <p:spPr bwMode="auto">
              <a:xfrm>
                <a:off x="18851179" y="2939767"/>
                <a:ext cx="796900" cy="70061"/>
              </a:xfrm>
              <a:custGeom>
                <a:avLst/>
                <a:gdLst>
                  <a:gd name="T0" fmla="*/ 129 w 135"/>
                  <a:gd name="T1" fmla="*/ 0 h 12"/>
                  <a:gd name="T2" fmla="*/ 6 w 135"/>
                  <a:gd name="T3" fmla="*/ 0 h 12"/>
                  <a:gd name="T4" fmla="*/ 0 w 135"/>
                  <a:gd name="T5" fmla="*/ 6 h 12"/>
                  <a:gd name="T6" fmla="*/ 6 w 135"/>
                  <a:gd name="T7" fmla="*/ 12 h 12"/>
                  <a:gd name="T8" fmla="*/ 129 w 135"/>
                  <a:gd name="T9" fmla="*/ 12 h 12"/>
                  <a:gd name="T10" fmla="*/ 135 w 135"/>
                  <a:gd name="T11" fmla="*/ 6 h 12"/>
                  <a:gd name="T12" fmla="*/ 129 w 135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12">
                    <a:moveTo>
                      <a:pt x="12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32" y="12"/>
                      <a:pt x="135" y="9"/>
                      <a:pt x="135" y="6"/>
                    </a:cubicBezTo>
                    <a:cubicBezTo>
                      <a:pt x="135" y="3"/>
                      <a:pt x="132" y="0"/>
                      <a:pt x="129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9" name="Freeform: Shape 9"/>
              <p:cNvSpPr>
                <a:spLocks/>
              </p:cNvSpPr>
              <p:nvPr/>
            </p:nvSpPr>
            <p:spPr bwMode="auto">
              <a:xfrm>
                <a:off x="19712836" y="2945054"/>
                <a:ext cx="377966" cy="64773"/>
              </a:xfrm>
              <a:custGeom>
                <a:avLst/>
                <a:gdLst>
                  <a:gd name="T0" fmla="*/ 59 w 64"/>
                  <a:gd name="T1" fmla="*/ 0 h 11"/>
                  <a:gd name="T2" fmla="*/ 6 w 64"/>
                  <a:gd name="T3" fmla="*/ 0 h 11"/>
                  <a:gd name="T4" fmla="*/ 0 w 64"/>
                  <a:gd name="T5" fmla="*/ 5 h 11"/>
                  <a:gd name="T6" fmla="*/ 6 w 64"/>
                  <a:gd name="T7" fmla="*/ 11 h 11"/>
                  <a:gd name="T8" fmla="*/ 59 w 64"/>
                  <a:gd name="T9" fmla="*/ 11 h 11"/>
                  <a:gd name="T10" fmla="*/ 64 w 64"/>
                  <a:gd name="T11" fmla="*/ 5 h 11"/>
                  <a:gd name="T12" fmla="*/ 59 w 6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5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5"/>
                    </a:cubicBezTo>
                    <a:cubicBezTo>
                      <a:pt x="0" y="8"/>
                      <a:pt x="3" y="11"/>
                      <a:pt x="6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2" y="11"/>
                      <a:pt x="64" y="8"/>
                      <a:pt x="64" y="5"/>
                    </a:cubicBezTo>
                    <a:cubicBezTo>
                      <a:pt x="64" y="2"/>
                      <a:pt x="62" y="0"/>
                      <a:pt x="59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0" name="Freeform: Shape 10"/>
              <p:cNvSpPr>
                <a:spLocks/>
              </p:cNvSpPr>
              <p:nvPr/>
            </p:nvSpPr>
            <p:spPr bwMode="auto">
              <a:xfrm>
                <a:off x="18857787" y="3057417"/>
                <a:ext cx="1433892" cy="70061"/>
              </a:xfrm>
              <a:custGeom>
                <a:avLst/>
                <a:gdLst>
                  <a:gd name="T0" fmla="*/ 243 w 243"/>
                  <a:gd name="T1" fmla="*/ 6 h 12"/>
                  <a:gd name="T2" fmla="*/ 237 w 243"/>
                  <a:gd name="T3" fmla="*/ 12 h 12"/>
                  <a:gd name="T4" fmla="*/ 6 w 243"/>
                  <a:gd name="T5" fmla="*/ 12 h 12"/>
                  <a:gd name="T6" fmla="*/ 0 w 243"/>
                  <a:gd name="T7" fmla="*/ 6 h 12"/>
                  <a:gd name="T8" fmla="*/ 0 w 243"/>
                  <a:gd name="T9" fmla="*/ 6 h 12"/>
                  <a:gd name="T10" fmla="*/ 6 w 243"/>
                  <a:gd name="T11" fmla="*/ 0 h 12"/>
                  <a:gd name="T12" fmla="*/ 237 w 243"/>
                  <a:gd name="T13" fmla="*/ 0 h 12"/>
                  <a:gd name="T14" fmla="*/ 243 w 243"/>
                  <a:gd name="T1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3" h="12">
                    <a:moveTo>
                      <a:pt x="243" y="6"/>
                    </a:moveTo>
                    <a:cubicBezTo>
                      <a:pt x="243" y="10"/>
                      <a:pt x="241" y="12"/>
                      <a:pt x="23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41" y="0"/>
                      <a:pt x="243" y="3"/>
                      <a:pt x="243" y="6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1" name="Freeform: Shape 11"/>
              <p:cNvSpPr>
                <a:spLocks/>
              </p:cNvSpPr>
              <p:nvPr/>
            </p:nvSpPr>
            <p:spPr bwMode="auto">
              <a:xfrm>
                <a:off x="19282008" y="3192251"/>
                <a:ext cx="377966" cy="59485"/>
              </a:xfrm>
              <a:custGeom>
                <a:avLst/>
                <a:gdLst>
                  <a:gd name="T0" fmla="*/ 64 w 64"/>
                  <a:gd name="T1" fmla="*/ 5 h 10"/>
                  <a:gd name="T2" fmla="*/ 58 w 64"/>
                  <a:gd name="T3" fmla="*/ 10 h 10"/>
                  <a:gd name="T4" fmla="*/ 6 w 64"/>
                  <a:gd name="T5" fmla="*/ 10 h 10"/>
                  <a:gd name="T6" fmla="*/ 0 w 64"/>
                  <a:gd name="T7" fmla="*/ 5 h 10"/>
                  <a:gd name="T8" fmla="*/ 0 w 64"/>
                  <a:gd name="T9" fmla="*/ 5 h 10"/>
                  <a:gd name="T10" fmla="*/ 6 w 64"/>
                  <a:gd name="T11" fmla="*/ 0 h 10"/>
                  <a:gd name="T12" fmla="*/ 58 w 64"/>
                  <a:gd name="T13" fmla="*/ 0 h 10"/>
                  <a:gd name="T14" fmla="*/ 64 w 64"/>
                  <a:gd name="T15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10">
                    <a:moveTo>
                      <a:pt x="64" y="5"/>
                    </a:moveTo>
                    <a:cubicBezTo>
                      <a:pt x="64" y="8"/>
                      <a:pt x="61" y="10"/>
                      <a:pt x="58" y="10"/>
                    </a:cubicBezTo>
                    <a:cubicBezTo>
                      <a:pt x="6" y="10"/>
                      <a:pt x="6" y="10"/>
                      <a:pt x="6" y="10"/>
                    </a:cubicBezTo>
                    <a:cubicBezTo>
                      <a:pt x="3" y="10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1" y="0"/>
                      <a:pt x="64" y="2"/>
                      <a:pt x="64" y="5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2" name="Freeform: Shape 12"/>
              <p:cNvSpPr>
                <a:spLocks/>
              </p:cNvSpPr>
              <p:nvPr/>
            </p:nvSpPr>
            <p:spPr bwMode="auto">
              <a:xfrm>
                <a:off x="18857787" y="3192251"/>
                <a:ext cx="371358" cy="59485"/>
              </a:xfrm>
              <a:custGeom>
                <a:avLst/>
                <a:gdLst>
                  <a:gd name="T0" fmla="*/ 58 w 63"/>
                  <a:gd name="T1" fmla="*/ 0 h 10"/>
                  <a:gd name="T2" fmla="*/ 5 w 63"/>
                  <a:gd name="T3" fmla="*/ 0 h 10"/>
                  <a:gd name="T4" fmla="*/ 0 w 63"/>
                  <a:gd name="T5" fmla="*/ 5 h 10"/>
                  <a:gd name="T6" fmla="*/ 5 w 63"/>
                  <a:gd name="T7" fmla="*/ 10 h 10"/>
                  <a:gd name="T8" fmla="*/ 58 w 63"/>
                  <a:gd name="T9" fmla="*/ 10 h 10"/>
                  <a:gd name="T10" fmla="*/ 63 w 63"/>
                  <a:gd name="T11" fmla="*/ 5 h 10"/>
                  <a:gd name="T12" fmla="*/ 58 w 63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" h="10">
                    <a:moveTo>
                      <a:pt x="58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8"/>
                      <a:pt x="2" y="10"/>
                      <a:pt x="5" y="10"/>
                    </a:cubicBezTo>
                    <a:cubicBezTo>
                      <a:pt x="58" y="10"/>
                      <a:pt x="58" y="10"/>
                      <a:pt x="58" y="10"/>
                    </a:cubicBezTo>
                    <a:cubicBezTo>
                      <a:pt x="61" y="10"/>
                      <a:pt x="63" y="8"/>
                      <a:pt x="63" y="5"/>
                    </a:cubicBezTo>
                    <a:cubicBezTo>
                      <a:pt x="63" y="2"/>
                      <a:pt x="61" y="0"/>
                      <a:pt x="58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3" name="Freeform: Shape 13"/>
              <p:cNvSpPr>
                <a:spLocks/>
              </p:cNvSpPr>
              <p:nvPr/>
            </p:nvSpPr>
            <p:spPr bwMode="auto">
              <a:xfrm>
                <a:off x="18845893" y="3357488"/>
                <a:ext cx="1433892" cy="70061"/>
              </a:xfrm>
              <a:custGeom>
                <a:avLst/>
                <a:gdLst>
                  <a:gd name="T0" fmla="*/ 243 w 243"/>
                  <a:gd name="T1" fmla="*/ 6 h 12"/>
                  <a:gd name="T2" fmla="*/ 237 w 243"/>
                  <a:gd name="T3" fmla="*/ 12 h 12"/>
                  <a:gd name="T4" fmla="*/ 6 w 243"/>
                  <a:gd name="T5" fmla="*/ 12 h 12"/>
                  <a:gd name="T6" fmla="*/ 0 w 243"/>
                  <a:gd name="T7" fmla="*/ 6 h 12"/>
                  <a:gd name="T8" fmla="*/ 0 w 243"/>
                  <a:gd name="T9" fmla="*/ 6 h 12"/>
                  <a:gd name="T10" fmla="*/ 6 w 243"/>
                  <a:gd name="T11" fmla="*/ 0 h 12"/>
                  <a:gd name="T12" fmla="*/ 237 w 243"/>
                  <a:gd name="T13" fmla="*/ 0 h 12"/>
                  <a:gd name="T14" fmla="*/ 243 w 243"/>
                  <a:gd name="T1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3" h="12">
                    <a:moveTo>
                      <a:pt x="243" y="6"/>
                    </a:moveTo>
                    <a:cubicBezTo>
                      <a:pt x="243" y="9"/>
                      <a:pt x="241" y="12"/>
                      <a:pt x="23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41" y="0"/>
                      <a:pt x="243" y="3"/>
                      <a:pt x="243" y="6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4" name="Freeform: Shape 14"/>
              <p:cNvSpPr>
                <a:spLocks/>
              </p:cNvSpPr>
              <p:nvPr/>
            </p:nvSpPr>
            <p:spPr bwMode="auto">
              <a:xfrm>
                <a:off x="18839286" y="3475138"/>
                <a:ext cx="796900" cy="64773"/>
              </a:xfrm>
              <a:custGeom>
                <a:avLst/>
                <a:gdLst>
                  <a:gd name="T0" fmla="*/ 130 w 135"/>
                  <a:gd name="T1" fmla="*/ 0 h 11"/>
                  <a:gd name="T2" fmla="*/ 6 w 135"/>
                  <a:gd name="T3" fmla="*/ 0 h 11"/>
                  <a:gd name="T4" fmla="*/ 0 w 135"/>
                  <a:gd name="T5" fmla="*/ 6 h 11"/>
                  <a:gd name="T6" fmla="*/ 6 w 135"/>
                  <a:gd name="T7" fmla="*/ 11 h 11"/>
                  <a:gd name="T8" fmla="*/ 130 w 135"/>
                  <a:gd name="T9" fmla="*/ 11 h 11"/>
                  <a:gd name="T10" fmla="*/ 135 w 135"/>
                  <a:gd name="T11" fmla="*/ 6 h 11"/>
                  <a:gd name="T12" fmla="*/ 130 w 135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11">
                    <a:moveTo>
                      <a:pt x="130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cubicBezTo>
                      <a:pt x="0" y="9"/>
                      <a:pt x="3" y="11"/>
                      <a:pt x="6" y="11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3" y="11"/>
                      <a:pt x="135" y="9"/>
                      <a:pt x="135" y="6"/>
                    </a:cubicBezTo>
                    <a:cubicBezTo>
                      <a:pt x="135" y="2"/>
                      <a:pt x="133" y="0"/>
                      <a:pt x="130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5" name="Freeform: Shape 15"/>
              <p:cNvSpPr>
                <a:spLocks/>
              </p:cNvSpPr>
              <p:nvPr/>
            </p:nvSpPr>
            <p:spPr bwMode="auto">
              <a:xfrm>
                <a:off x="19707550" y="3475138"/>
                <a:ext cx="371358" cy="64773"/>
              </a:xfrm>
              <a:custGeom>
                <a:avLst/>
                <a:gdLst>
                  <a:gd name="T0" fmla="*/ 58 w 63"/>
                  <a:gd name="T1" fmla="*/ 0 h 11"/>
                  <a:gd name="T2" fmla="*/ 5 w 63"/>
                  <a:gd name="T3" fmla="*/ 0 h 11"/>
                  <a:gd name="T4" fmla="*/ 0 w 63"/>
                  <a:gd name="T5" fmla="*/ 6 h 11"/>
                  <a:gd name="T6" fmla="*/ 5 w 63"/>
                  <a:gd name="T7" fmla="*/ 11 h 11"/>
                  <a:gd name="T8" fmla="*/ 58 w 63"/>
                  <a:gd name="T9" fmla="*/ 11 h 11"/>
                  <a:gd name="T10" fmla="*/ 63 w 63"/>
                  <a:gd name="T11" fmla="*/ 6 h 11"/>
                  <a:gd name="T12" fmla="*/ 58 w 63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" h="11">
                    <a:moveTo>
                      <a:pt x="58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2" y="11"/>
                      <a:pt x="5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1" y="11"/>
                      <a:pt x="63" y="9"/>
                      <a:pt x="63" y="6"/>
                    </a:cubicBezTo>
                    <a:cubicBezTo>
                      <a:pt x="63" y="3"/>
                      <a:pt x="61" y="0"/>
                      <a:pt x="58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6" name="Freeform: Shape 16"/>
              <p:cNvSpPr>
                <a:spLocks/>
              </p:cNvSpPr>
              <p:nvPr/>
            </p:nvSpPr>
            <p:spPr bwMode="auto">
              <a:xfrm>
                <a:off x="18851179" y="3592787"/>
                <a:ext cx="1435214" cy="71383"/>
              </a:xfrm>
              <a:custGeom>
                <a:avLst/>
                <a:gdLst>
                  <a:gd name="T0" fmla="*/ 243 w 243"/>
                  <a:gd name="T1" fmla="*/ 6 h 12"/>
                  <a:gd name="T2" fmla="*/ 237 w 243"/>
                  <a:gd name="T3" fmla="*/ 12 h 12"/>
                  <a:gd name="T4" fmla="*/ 6 w 243"/>
                  <a:gd name="T5" fmla="*/ 12 h 12"/>
                  <a:gd name="T6" fmla="*/ 0 w 243"/>
                  <a:gd name="T7" fmla="*/ 6 h 12"/>
                  <a:gd name="T8" fmla="*/ 0 w 243"/>
                  <a:gd name="T9" fmla="*/ 6 h 12"/>
                  <a:gd name="T10" fmla="*/ 6 w 243"/>
                  <a:gd name="T11" fmla="*/ 0 h 12"/>
                  <a:gd name="T12" fmla="*/ 237 w 243"/>
                  <a:gd name="T13" fmla="*/ 0 h 12"/>
                  <a:gd name="T14" fmla="*/ 243 w 243"/>
                  <a:gd name="T1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3" h="12">
                    <a:moveTo>
                      <a:pt x="243" y="6"/>
                    </a:moveTo>
                    <a:cubicBezTo>
                      <a:pt x="243" y="9"/>
                      <a:pt x="240" y="12"/>
                      <a:pt x="23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40" y="0"/>
                      <a:pt x="243" y="3"/>
                      <a:pt x="243" y="6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7" name="Freeform: Shape 17"/>
              <p:cNvSpPr>
                <a:spLocks/>
              </p:cNvSpPr>
              <p:nvPr/>
            </p:nvSpPr>
            <p:spPr bwMode="auto">
              <a:xfrm>
                <a:off x="19276721" y="3722334"/>
                <a:ext cx="371358" cy="64773"/>
              </a:xfrm>
              <a:custGeom>
                <a:avLst/>
                <a:gdLst>
                  <a:gd name="T0" fmla="*/ 63 w 63"/>
                  <a:gd name="T1" fmla="*/ 6 h 11"/>
                  <a:gd name="T2" fmla="*/ 58 w 63"/>
                  <a:gd name="T3" fmla="*/ 11 h 11"/>
                  <a:gd name="T4" fmla="*/ 5 w 63"/>
                  <a:gd name="T5" fmla="*/ 11 h 11"/>
                  <a:gd name="T6" fmla="*/ 0 w 63"/>
                  <a:gd name="T7" fmla="*/ 6 h 11"/>
                  <a:gd name="T8" fmla="*/ 0 w 63"/>
                  <a:gd name="T9" fmla="*/ 6 h 11"/>
                  <a:gd name="T10" fmla="*/ 5 w 63"/>
                  <a:gd name="T11" fmla="*/ 0 h 11"/>
                  <a:gd name="T12" fmla="*/ 58 w 63"/>
                  <a:gd name="T13" fmla="*/ 0 h 11"/>
                  <a:gd name="T14" fmla="*/ 63 w 63"/>
                  <a:gd name="T15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" h="11">
                    <a:moveTo>
                      <a:pt x="63" y="6"/>
                    </a:moveTo>
                    <a:cubicBezTo>
                      <a:pt x="63" y="9"/>
                      <a:pt x="61" y="11"/>
                      <a:pt x="58" y="11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2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1" y="0"/>
                      <a:pt x="63" y="3"/>
                      <a:pt x="63" y="6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8" name="Freeform: Shape 18"/>
              <p:cNvSpPr>
                <a:spLocks/>
              </p:cNvSpPr>
              <p:nvPr/>
            </p:nvSpPr>
            <p:spPr bwMode="auto">
              <a:xfrm>
                <a:off x="18845893" y="3722334"/>
                <a:ext cx="377966" cy="64773"/>
              </a:xfrm>
              <a:custGeom>
                <a:avLst/>
                <a:gdLst>
                  <a:gd name="T0" fmla="*/ 58 w 64"/>
                  <a:gd name="T1" fmla="*/ 0 h 11"/>
                  <a:gd name="T2" fmla="*/ 5 w 64"/>
                  <a:gd name="T3" fmla="*/ 0 h 11"/>
                  <a:gd name="T4" fmla="*/ 0 w 64"/>
                  <a:gd name="T5" fmla="*/ 6 h 11"/>
                  <a:gd name="T6" fmla="*/ 5 w 64"/>
                  <a:gd name="T7" fmla="*/ 11 h 11"/>
                  <a:gd name="T8" fmla="*/ 58 w 64"/>
                  <a:gd name="T9" fmla="*/ 11 h 11"/>
                  <a:gd name="T10" fmla="*/ 64 w 64"/>
                  <a:gd name="T11" fmla="*/ 6 h 11"/>
                  <a:gd name="T12" fmla="*/ 58 w 6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58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2" y="11"/>
                      <a:pt x="5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1" y="11"/>
                      <a:pt x="64" y="9"/>
                      <a:pt x="64" y="6"/>
                    </a:cubicBezTo>
                    <a:cubicBezTo>
                      <a:pt x="64" y="3"/>
                      <a:pt x="61" y="0"/>
                      <a:pt x="58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79" name="Freeform: Shape 19"/>
              <p:cNvSpPr>
                <a:spLocks/>
              </p:cNvSpPr>
              <p:nvPr/>
            </p:nvSpPr>
            <p:spPr bwMode="auto">
              <a:xfrm>
                <a:off x="18839286" y="4576284"/>
                <a:ext cx="1435214" cy="70061"/>
              </a:xfrm>
              <a:custGeom>
                <a:avLst/>
                <a:gdLst>
                  <a:gd name="T0" fmla="*/ 243 w 243"/>
                  <a:gd name="T1" fmla="*/ 6 h 12"/>
                  <a:gd name="T2" fmla="*/ 237 w 243"/>
                  <a:gd name="T3" fmla="*/ 12 h 12"/>
                  <a:gd name="T4" fmla="*/ 6 w 243"/>
                  <a:gd name="T5" fmla="*/ 12 h 12"/>
                  <a:gd name="T6" fmla="*/ 0 w 243"/>
                  <a:gd name="T7" fmla="*/ 6 h 12"/>
                  <a:gd name="T8" fmla="*/ 0 w 243"/>
                  <a:gd name="T9" fmla="*/ 6 h 12"/>
                  <a:gd name="T10" fmla="*/ 6 w 243"/>
                  <a:gd name="T11" fmla="*/ 0 h 12"/>
                  <a:gd name="T12" fmla="*/ 237 w 243"/>
                  <a:gd name="T13" fmla="*/ 0 h 12"/>
                  <a:gd name="T14" fmla="*/ 243 w 243"/>
                  <a:gd name="T1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3" h="12">
                    <a:moveTo>
                      <a:pt x="243" y="6"/>
                    </a:moveTo>
                    <a:cubicBezTo>
                      <a:pt x="243" y="9"/>
                      <a:pt x="240" y="12"/>
                      <a:pt x="23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40" y="0"/>
                      <a:pt x="243" y="2"/>
                      <a:pt x="243" y="6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80" name="Freeform: Shape 20"/>
              <p:cNvSpPr>
                <a:spLocks/>
              </p:cNvSpPr>
              <p:nvPr/>
            </p:nvSpPr>
            <p:spPr bwMode="auto">
              <a:xfrm>
                <a:off x="18833999" y="4693934"/>
                <a:ext cx="796900" cy="64773"/>
              </a:xfrm>
              <a:custGeom>
                <a:avLst/>
                <a:gdLst>
                  <a:gd name="T0" fmla="*/ 129 w 135"/>
                  <a:gd name="T1" fmla="*/ 0 h 11"/>
                  <a:gd name="T2" fmla="*/ 6 w 135"/>
                  <a:gd name="T3" fmla="*/ 0 h 11"/>
                  <a:gd name="T4" fmla="*/ 0 w 135"/>
                  <a:gd name="T5" fmla="*/ 5 h 11"/>
                  <a:gd name="T6" fmla="*/ 6 w 135"/>
                  <a:gd name="T7" fmla="*/ 11 h 11"/>
                  <a:gd name="T8" fmla="*/ 129 w 135"/>
                  <a:gd name="T9" fmla="*/ 11 h 11"/>
                  <a:gd name="T10" fmla="*/ 135 w 135"/>
                  <a:gd name="T11" fmla="*/ 5 h 11"/>
                  <a:gd name="T12" fmla="*/ 129 w 135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11">
                    <a:moveTo>
                      <a:pt x="12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9"/>
                      <a:pt x="2" y="11"/>
                      <a:pt x="6" y="11"/>
                    </a:cubicBezTo>
                    <a:cubicBezTo>
                      <a:pt x="129" y="11"/>
                      <a:pt x="129" y="11"/>
                      <a:pt x="129" y="11"/>
                    </a:cubicBezTo>
                    <a:cubicBezTo>
                      <a:pt x="132" y="11"/>
                      <a:pt x="135" y="9"/>
                      <a:pt x="135" y="5"/>
                    </a:cubicBezTo>
                    <a:cubicBezTo>
                      <a:pt x="135" y="2"/>
                      <a:pt x="132" y="0"/>
                      <a:pt x="129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81" name="Freeform: Shape 21"/>
              <p:cNvSpPr>
                <a:spLocks/>
              </p:cNvSpPr>
              <p:nvPr/>
            </p:nvSpPr>
            <p:spPr bwMode="auto">
              <a:xfrm>
                <a:off x="19695656" y="4693934"/>
                <a:ext cx="377966" cy="64773"/>
              </a:xfrm>
              <a:custGeom>
                <a:avLst/>
                <a:gdLst>
                  <a:gd name="T0" fmla="*/ 59 w 64"/>
                  <a:gd name="T1" fmla="*/ 0 h 11"/>
                  <a:gd name="T2" fmla="*/ 6 w 64"/>
                  <a:gd name="T3" fmla="*/ 0 h 11"/>
                  <a:gd name="T4" fmla="*/ 0 w 64"/>
                  <a:gd name="T5" fmla="*/ 6 h 11"/>
                  <a:gd name="T6" fmla="*/ 6 w 64"/>
                  <a:gd name="T7" fmla="*/ 11 h 11"/>
                  <a:gd name="T8" fmla="*/ 59 w 64"/>
                  <a:gd name="T9" fmla="*/ 11 h 11"/>
                  <a:gd name="T10" fmla="*/ 64 w 64"/>
                  <a:gd name="T11" fmla="*/ 6 h 11"/>
                  <a:gd name="T12" fmla="*/ 59 w 6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4" h="11">
                    <a:moveTo>
                      <a:pt x="59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1"/>
                      <a:pt x="6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2" y="11"/>
                      <a:pt x="64" y="9"/>
                      <a:pt x="64" y="6"/>
                    </a:cubicBezTo>
                    <a:cubicBezTo>
                      <a:pt x="64" y="3"/>
                      <a:pt x="62" y="0"/>
                      <a:pt x="59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82" name="Freeform: Shape 22"/>
              <p:cNvSpPr>
                <a:spLocks/>
              </p:cNvSpPr>
              <p:nvPr/>
            </p:nvSpPr>
            <p:spPr bwMode="auto">
              <a:xfrm>
                <a:off x="18839286" y="4811583"/>
                <a:ext cx="1435214" cy="71383"/>
              </a:xfrm>
              <a:custGeom>
                <a:avLst/>
                <a:gdLst>
                  <a:gd name="T0" fmla="*/ 243 w 243"/>
                  <a:gd name="T1" fmla="*/ 6 h 12"/>
                  <a:gd name="T2" fmla="*/ 237 w 243"/>
                  <a:gd name="T3" fmla="*/ 12 h 12"/>
                  <a:gd name="T4" fmla="*/ 6 w 243"/>
                  <a:gd name="T5" fmla="*/ 12 h 12"/>
                  <a:gd name="T6" fmla="*/ 0 w 243"/>
                  <a:gd name="T7" fmla="*/ 6 h 12"/>
                  <a:gd name="T8" fmla="*/ 0 w 243"/>
                  <a:gd name="T9" fmla="*/ 6 h 12"/>
                  <a:gd name="T10" fmla="*/ 6 w 243"/>
                  <a:gd name="T11" fmla="*/ 0 h 12"/>
                  <a:gd name="T12" fmla="*/ 237 w 243"/>
                  <a:gd name="T13" fmla="*/ 0 h 12"/>
                  <a:gd name="T14" fmla="*/ 243 w 243"/>
                  <a:gd name="T15" fmla="*/ 6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3" h="12">
                    <a:moveTo>
                      <a:pt x="243" y="6"/>
                    </a:moveTo>
                    <a:cubicBezTo>
                      <a:pt x="243" y="9"/>
                      <a:pt x="241" y="12"/>
                      <a:pt x="237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3" y="12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cubicBezTo>
                      <a:pt x="237" y="0"/>
                      <a:pt x="237" y="0"/>
                      <a:pt x="237" y="0"/>
                    </a:cubicBezTo>
                    <a:cubicBezTo>
                      <a:pt x="241" y="0"/>
                      <a:pt x="243" y="2"/>
                      <a:pt x="243" y="6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83" name="Freeform: Shape 23"/>
              <p:cNvSpPr>
                <a:spLocks/>
              </p:cNvSpPr>
              <p:nvPr/>
            </p:nvSpPr>
            <p:spPr bwMode="auto">
              <a:xfrm>
                <a:off x="19264828" y="4941130"/>
                <a:ext cx="377966" cy="64773"/>
              </a:xfrm>
              <a:custGeom>
                <a:avLst/>
                <a:gdLst>
                  <a:gd name="T0" fmla="*/ 64 w 64"/>
                  <a:gd name="T1" fmla="*/ 6 h 11"/>
                  <a:gd name="T2" fmla="*/ 58 w 64"/>
                  <a:gd name="T3" fmla="*/ 11 h 11"/>
                  <a:gd name="T4" fmla="*/ 6 w 64"/>
                  <a:gd name="T5" fmla="*/ 11 h 11"/>
                  <a:gd name="T6" fmla="*/ 0 w 64"/>
                  <a:gd name="T7" fmla="*/ 6 h 11"/>
                  <a:gd name="T8" fmla="*/ 0 w 64"/>
                  <a:gd name="T9" fmla="*/ 6 h 11"/>
                  <a:gd name="T10" fmla="*/ 6 w 64"/>
                  <a:gd name="T11" fmla="*/ 0 h 11"/>
                  <a:gd name="T12" fmla="*/ 58 w 64"/>
                  <a:gd name="T13" fmla="*/ 0 h 11"/>
                  <a:gd name="T14" fmla="*/ 64 w 64"/>
                  <a:gd name="T15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11">
                    <a:moveTo>
                      <a:pt x="64" y="6"/>
                    </a:moveTo>
                    <a:cubicBezTo>
                      <a:pt x="64" y="9"/>
                      <a:pt x="61" y="11"/>
                      <a:pt x="58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3" y="11"/>
                      <a:pt x="0" y="9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1" y="0"/>
                      <a:pt x="64" y="3"/>
                      <a:pt x="64" y="6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84" name="Freeform: Shape 24"/>
              <p:cNvSpPr>
                <a:spLocks/>
              </p:cNvSpPr>
              <p:nvPr/>
            </p:nvSpPr>
            <p:spPr bwMode="auto">
              <a:xfrm>
                <a:off x="18839286" y="4941130"/>
                <a:ext cx="372680" cy="64773"/>
              </a:xfrm>
              <a:custGeom>
                <a:avLst/>
                <a:gdLst>
                  <a:gd name="T0" fmla="*/ 58 w 63"/>
                  <a:gd name="T1" fmla="*/ 0 h 11"/>
                  <a:gd name="T2" fmla="*/ 5 w 63"/>
                  <a:gd name="T3" fmla="*/ 0 h 11"/>
                  <a:gd name="T4" fmla="*/ 0 w 63"/>
                  <a:gd name="T5" fmla="*/ 6 h 11"/>
                  <a:gd name="T6" fmla="*/ 5 w 63"/>
                  <a:gd name="T7" fmla="*/ 11 h 11"/>
                  <a:gd name="T8" fmla="*/ 58 w 63"/>
                  <a:gd name="T9" fmla="*/ 11 h 11"/>
                  <a:gd name="T10" fmla="*/ 63 w 63"/>
                  <a:gd name="T11" fmla="*/ 6 h 11"/>
                  <a:gd name="T12" fmla="*/ 58 w 63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" h="11">
                    <a:moveTo>
                      <a:pt x="58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9"/>
                      <a:pt x="2" y="11"/>
                      <a:pt x="5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61" y="11"/>
                      <a:pt x="63" y="9"/>
                      <a:pt x="63" y="6"/>
                    </a:cubicBezTo>
                    <a:cubicBezTo>
                      <a:pt x="63" y="3"/>
                      <a:pt x="61" y="0"/>
                      <a:pt x="58" y="0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85" name="Freeform: Shape 25"/>
              <p:cNvSpPr>
                <a:spLocks/>
              </p:cNvSpPr>
              <p:nvPr/>
            </p:nvSpPr>
            <p:spPr bwMode="auto">
              <a:xfrm>
                <a:off x="18869681" y="3875675"/>
                <a:ext cx="1392924" cy="606754"/>
              </a:xfrm>
              <a:custGeom>
                <a:avLst/>
                <a:gdLst>
                  <a:gd name="T0" fmla="*/ 5 w 236"/>
                  <a:gd name="T1" fmla="*/ 103 h 103"/>
                  <a:gd name="T2" fmla="*/ 2 w 236"/>
                  <a:gd name="T3" fmla="*/ 102 h 103"/>
                  <a:gd name="T4" fmla="*/ 2 w 236"/>
                  <a:gd name="T5" fmla="*/ 95 h 103"/>
                  <a:gd name="T6" fmla="*/ 63 w 236"/>
                  <a:gd name="T7" fmla="*/ 29 h 103"/>
                  <a:gd name="T8" fmla="*/ 69 w 236"/>
                  <a:gd name="T9" fmla="*/ 28 h 103"/>
                  <a:gd name="T10" fmla="*/ 145 w 236"/>
                  <a:gd name="T11" fmla="*/ 80 h 103"/>
                  <a:gd name="T12" fmla="*/ 228 w 236"/>
                  <a:gd name="T13" fmla="*/ 1 h 103"/>
                  <a:gd name="T14" fmla="*/ 235 w 236"/>
                  <a:gd name="T15" fmla="*/ 2 h 103"/>
                  <a:gd name="T16" fmla="*/ 235 w 236"/>
                  <a:gd name="T17" fmla="*/ 8 h 103"/>
                  <a:gd name="T18" fmla="*/ 148 w 236"/>
                  <a:gd name="T19" fmla="*/ 90 h 103"/>
                  <a:gd name="T20" fmla="*/ 143 w 236"/>
                  <a:gd name="T21" fmla="*/ 90 h 103"/>
                  <a:gd name="T22" fmla="*/ 67 w 236"/>
                  <a:gd name="T23" fmla="*/ 38 h 103"/>
                  <a:gd name="T24" fmla="*/ 8 w 236"/>
                  <a:gd name="T25" fmla="*/ 101 h 103"/>
                  <a:gd name="T26" fmla="*/ 5 w 236"/>
                  <a:gd name="T27" fmla="*/ 10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6" h="103">
                    <a:moveTo>
                      <a:pt x="5" y="103"/>
                    </a:moveTo>
                    <a:cubicBezTo>
                      <a:pt x="4" y="103"/>
                      <a:pt x="3" y="102"/>
                      <a:pt x="2" y="102"/>
                    </a:cubicBezTo>
                    <a:cubicBezTo>
                      <a:pt x="0" y="100"/>
                      <a:pt x="0" y="97"/>
                      <a:pt x="2" y="95"/>
                    </a:cubicBezTo>
                    <a:cubicBezTo>
                      <a:pt x="63" y="29"/>
                      <a:pt x="63" y="29"/>
                      <a:pt x="63" y="29"/>
                    </a:cubicBezTo>
                    <a:cubicBezTo>
                      <a:pt x="65" y="27"/>
                      <a:pt x="68" y="27"/>
                      <a:pt x="69" y="28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228" y="1"/>
                      <a:pt x="228" y="1"/>
                      <a:pt x="228" y="1"/>
                    </a:cubicBezTo>
                    <a:cubicBezTo>
                      <a:pt x="230" y="0"/>
                      <a:pt x="233" y="0"/>
                      <a:pt x="235" y="2"/>
                    </a:cubicBezTo>
                    <a:cubicBezTo>
                      <a:pt x="236" y="3"/>
                      <a:pt x="236" y="6"/>
                      <a:pt x="235" y="8"/>
                    </a:cubicBezTo>
                    <a:cubicBezTo>
                      <a:pt x="148" y="90"/>
                      <a:pt x="148" y="90"/>
                      <a:pt x="148" y="90"/>
                    </a:cubicBezTo>
                    <a:cubicBezTo>
                      <a:pt x="147" y="91"/>
                      <a:pt x="145" y="91"/>
                      <a:pt x="143" y="90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8" y="101"/>
                      <a:pt x="8" y="101"/>
                      <a:pt x="8" y="101"/>
                    </a:cubicBezTo>
                    <a:cubicBezTo>
                      <a:pt x="7" y="102"/>
                      <a:pt x="6" y="103"/>
                      <a:pt x="5" y="103"/>
                    </a:cubicBezTo>
                    <a:close/>
                  </a:path>
                </a:pathLst>
              </a:custGeom>
              <a:solidFill>
                <a:srgbClr val="FF73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86" name="Oval 26"/>
              <p:cNvSpPr>
                <a:spLocks/>
              </p:cNvSpPr>
              <p:nvPr/>
            </p:nvSpPr>
            <p:spPr bwMode="auto">
              <a:xfrm>
                <a:off x="19181569" y="3993325"/>
                <a:ext cx="171803" cy="165238"/>
              </a:xfrm>
              <a:prstGeom prst="ellipse">
                <a:avLst/>
              </a:prstGeom>
              <a:solidFill>
                <a:srgbClr val="FF73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87" name="Oval 27"/>
              <p:cNvSpPr>
                <a:spLocks/>
              </p:cNvSpPr>
              <p:nvPr/>
            </p:nvSpPr>
            <p:spPr bwMode="auto">
              <a:xfrm>
                <a:off x="19659974" y="4276212"/>
                <a:ext cx="171803" cy="163916"/>
              </a:xfrm>
              <a:prstGeom prst="ellipse">
                <a:avLst/>
              </a:prstGeom>
              <a:solidFill>
                <a:srgbClr val="FF73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Group 28"/>
            <p:cNvGrpSpPr/>
            <p:nvPr/>
          </p:nvGrpSpPr>
          <p:grpSpPr>
            <a:xfrm rot="291304">
              <a:off x="3497643" y="3208662"/>
              <a:ext cx="461833" cy="460229"/>
              <a:chOff x="131763" y="111125"/>
              <a:chExt cx="3802063" cy="3789363"/>
            </a:xfrm>
          </p:grpSpPr>
          <p:sp>
            <p:nvSpPr>
              <p:cNvPr id="156" name="Freeform: Shape 29"/>
              <p:cNvSpPr>
                <a:spLocks/>
              </p:cNvSpPr>
              <p:nvPr/>
            </p:nvSpPr>
            <p:spPr bwMode="auto">
              <a:xfrm>
                <a:off x="1874838" y="1930400"/>
                <a:ext cx="447675" cy="460375"/>
              </a:xfrm>
              <a:custGeom>
                <a:avLst/>
                <a:gdLst>
                  <a:gd name="T0" fmla="*/ 11 w 65"/>
                  <a:gd name="T1" fmla="*/ 0 h 67"/>
                  <a:gd name="T2" fmla="*/ 2 w 65"/>
                  <a:gd name="T3" fmla="*/ 8 h 67"/>
                  <a:gd name="T4" fmla="*/ 2 w 65"/>
                  <a:gd name="T5" fmla="*/ 18 h 67"/>
                  <a:gd name="T6" fmla="*/ 52 w 65"/>
                  <a:gd name="T7" fmla="*/ 67 h 67"/>
                  <a:gd name="T8" fmla="*/ 65 w 65"/>
                  <a:gd name="T9" fmla="*/ 54 h 67"/>
                  <a:gd name="T10" fmla="*/ 11 w 65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67">
                    <a:moveTo>
                      <a:pt x="11" y="0"/>
                    </a:moveTo>
                    <a:cubicBezTo>
                      <a:pt x="2" y="8"/>
                      <a:pt x="2" y="8"/>
                      <a:pt x="2" y="8"/>
                    </a:cubicBezTo>
                    <a:cubicBezTo>
                      <a:pt x="0" y="11"/>
                      <a:pt x="0" y="15"/>
                      <a:pt x="2" y="18"/>
                    </a:cubicBezTo>
                    <a:cubicBezTo>
                      <a:pt x="52" y="67"/>
                      <a:pt x="52" y="67"/>
                      <a:pt x="52" y="67"/>
                    </a:cubicBezTo>
                    <a:cubicBezTo>
                      <a:pt x="65" y="54"/>
                      <a:pt x="65" y="54"/>
                      <a:pt x="65" y="54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73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7" name="Freeform: Shape 30"/>
              <p:cNvSpPr>
                <a:spLocks/>
              </p:cNvSpPr>
              <p:nvPr/>
            </p:nvSpPr>
            <p:spPr bwMode="auto">
              <a:xfrm>
                <a:off x="2116138" y="2301875"/>
                <a:ext cx="1597025" cy="1598613"/>
              </a:xfrm>
              <a:custGeom>
                <a:avLst/>
                <a:gdLst>
                  <a:gd name="T0" fmla="*/ 17 w 232"/>
                  <a:gd name="T1" fmla="*/ 13 h 232"/>
                  <a:gd name="T2" fmla="*/ 2 w 232"/>
                  <a:gd name="T3" fmla="*/ 28 h 232"/>
                  <a:gd name="T4" fmla="*/ 2 w 232"/>
                  <a:gd name="T5" fmla="*/ 37 h 232"/>
                  <a:gd name="T6" fmla="*/ 194 w 232"/>
                  <a:gd name="T7" fmla="*/ 229 h 232"/>
                  <a:gd name="T8" fmla="*/ 204 w 232"/>
                  <a:gd name="T9" fmla="*/ 229 h 232"/>
                  <a:gd name="T10" fmla="*/ 232 w 232"/>
                  <a:gd name="T11" fmla="*/ 201 h 232"/>
                  <a:gd name="T12" fmla="*/ 38 w 232"/>
                  <a:gd name="T13" fmla="*/ 8 h 232"/>
                  <a:gd name="T14" fmla="*/ 30 w 232"/>
                  <a:gd name="T15" fmla="*/ 0 h 232"/>
                  <a:gd name="T16" fmla="*/ 17 w 232"/>
                  <a:gd name="T17" fmla="*/ 1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2" h="232">
                    <a:moveTo>
                      <a:pt x="17" y="13"/>
                    </a:moveTo>
                    <a:cubicBezTo>
                      <a:pt x="2" y="28"/>
                      <a:pt x="2" y="28"/>
                      <a:pt x="2" y="28"/>
                    </a:cubicBezTo>
                    <a:cubicBezTo>
                      <a:pt x="0" y="31"/>
                      <a:pt x="0" y="35"/>
                      <a:pt x="2" y="37"/>
                    </a:cubicBezTo>
                    <a:cubicBezTo>
                      <a:pt x="194" y="229"/>
                      <a:pt x="194" y="229"/>
                      <a:pt x="194" y="229"/>
                    </a:cubicBezTo>
                    <a:cubicBezTo>
                      <a:pt x="197" y="232"/>
                      <a:pt x="201" y="232"/>
                      <a:pt x="204" y="229"/>
                    </a:cubicBezTo>
                    <a:cubicBezTo>
                      <a:pt x="232" y="201"/>
                      <a:pt x="232" y="201"/>
                      <a:pt x="232" y="201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0" y="0"/>
                      <a:pt x="30" y="0"/>
                      <a:pt x="30" y="0"/>
                    </a:cubicBezTo>
                    <a:lnTo>
                      <a:pt x="17" y="13"/>
                    </a:lnTo>
                    <a:close/>
                  </a:path>
                </a:pathLst>
              </a:custGeom>
              <a:solidFill>
                <a:srgbClr val="0005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8" name="Freeform: Shape 31"/>
              <p:cNvSpPr>
                <a:spLocks/>
              </p:cNvSpPr>
              <p:nvPr/>
            </p:nvSpPr>
            <p:spPr bwMode="auto">
              <a:xfrm>
                <a:off x="1951038" y="1839913"/>
                <a:ext cx="474663" cy="461963"/>
              </a:xfrm>
              <a:custGeom>
                <a:avLst/>
                <a:gdLst>
                  <a:gd name="T0" fmla="*/ 69 w 69"/>
                  <a:gd name="T1" fmla="*/ 52 h 67"/>
                  <a:gd name="T2" fmla="*/ 20 w 69"/>
                  <a:gd name="T3" fmla="*/ 2 h 67"/>
                  <a:gd name="T4" fmla="*/ 10 w 69"/>
                  <a:gd name="T5" fmla="*/ 2 h 67"/>
                  <a:gd name="T6" fmla="*/ 0 w 69"/>
                  <a:gd name="T7" fmla="*/ 13 h 67"/>
                  <a:gd name="T8" fmla="*/ 54 w 69"/>
                  <a:gd name="T9" fmla="*/ 67 h 67"/>
                  <a:gd name="T10" fmla="*/ 69 w 69"/>
                  <a:gd name="T11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" h="67">
                    <a:moveTo>
                      <a:pt x="69" y="52"/>
                    </a:moveTo>
                    <a:cubicBezTo>
                      <a:pt x="20" y="2"/>
                      <a:pt x="20" y="2"/>
                      <a:pt x="20" y="2"/>
                    </a:cubicBezTo>
                    <a:cubicBezTo>
                      <a:pt x="17" y="0"/>
                      <a:pt x="13" y="0"/>
                      <a:pt x="10" y="2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4" y="67"/>
                      <a:pt x="54" y="67"/>
                      <a:pt x="54" y="67"/>
                    </a:cubicBezTo>
                    <a:lnTo>
                      <a:pt x="69" y="52"/>
                    </a:lnTo>
                    <a:close/>
                  </a:path>
                </a:pathLst>
              </a:custGeom>
              <a:solidFill>
                <a:srgbClr val="FF99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9" name="Freeform: Shape 32"/>
              <p:cNvSpPr>
                <a:spLocks/>
              </p:cNvSpPr>
              <p:nvPr/>
            </p:nvSpPr>
            <p:spPr bwMode="auto">
              <a:xfrm>
                <a:off x="2322513" y="2074863"/>
                <a:ext cx="1611313" cy="1611313"/>
              </a:xfrm>
              <a:custGeom>
                <a:avLst/>
                <a:gdLst>
                  <a:gd name="T0" fmla="*/ 30 w 234"/>
                  <a:gd name="T1" fmla="*/ 3 h 234"/>
                  <a:gd name="T2" fmla="*/ 15 w 234"/>
                  <a:gd name="T3" fmla="*/ 18 h 234"/>
                  <a:gd name="T4" fmla="*/ 0 w 234"/>
                  <a:gd name="T5" fmla="*/ 33 h 234"/>
                  <a:gd name="T6" fmla="*/ 8 w 234"/>
                  <a:gd name="T7" fmla="*/ 41 h 234"/>
                  <a:gd name="T8" fmla="*/ 202 w 234"/>
                  <a:gd name="T9" fmla="*/ 234 h 234"/>
                  <a:gd name="T10" fmla="*/ 232 w 234"/>
                  <a:gd name="T11" fmla="*/ 204 h 234"/>
                  <a:gd name="T12" fmla="*/ 232 w 234"/>
                  <a:gd name="T13" fmla="*/ 195 h 234"/>
                  <a:gd name="T14" fmla="*/ 40 w 234"/>
                  <a:gd name="T15" fmla="*/ 3 h 234"/>
                  <a:gd name="T16" fmla="*/ 30 w 234"/>
                  <a:gd name="T17" fmla="*/ 3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4" h="234">
                    <a:moveTo>
                      <a:pt x="30" y="3"/>
                    </a:moveTo>
                    <a:cubicBezTo>
                      <a:pt x="15" y="18"/>
                      <a:pt x="15" y="18"/>
                      <a:pt x="15" y="18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202" y="234"/>
                      <a:pt x="202" y="234"/>
                      <a:pt x="202" y="234"/>
                    </a:cubicBezTo>
                    <a:cubicBezTo>
                      <a:pt x="232" y="204"/>
                      <a:pt x="232" y="204"/>
                      <a:pt x="232" y="204"/>
                    </a:cubicBezTo>
                    <a:cubicBezTo>
                      <a:pt x="234" y="202"/>
                      <a:pt x="234" y="197"/>
                      <a:pt x="232" y="195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7" y="0"/>
                      <a:pt x="33" y="0"/>
                      <a:pt x="30" y="3"/>
                    </a:cubicBezTo>
                    <a:close/>
                  </a:path>
                </a:pathLst>
              </a:custGeom>
              <a:solidFill>
                <a:srgbClr val="3337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0" name="Freeform: Shape 33"/>
              <p:cNvSpPr>
                <a:spLocks/>
              </p:cNvSpPr>
              <p:nvPr/>
            </p:nvSpPr>
            <p:spPr bwMode="auto">
              <a:xfrm>
                <a:off x="131763" y="111125"/>
                <a:ext cx="2355850" cy="2355850"/>
              </a:xfrm>
              <a:custGeom>
                <a:avLst/>
                <a:gdLst>
                  <a:gd name="T0" fmla="*/ 281 w 342"/>
                  <a:gd name="T1" fmla="*/ 61 h 342"/>
                  <a:gd name="T2" fmla="*/ 281 w 342"/>
                  <a:gd name="T3" fmla="*/ 282 h 342"/>
                  <a:gd name="T4" fmla="*/ 61 w 342"/>
                  <a:gd name="T5" fmla="*/ 282 h 342"/>
                  <a:gd name="T6" fmla="*/ 61 w 342"/>
                  <a:gd name="T7" fmla="*/ 61 h 342"/>
                  <a:gd name="T8" fmla="*/ 281 w 342"/>
                  <a:gd name="T9" fmla="*/ 61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2" h="342">
                    <a:moveTo>
                      <a:pt x="281" y="61"/>
                    </a:moveTo>
                    <a:cubicBezTo>
                      <a:pt x="342" y="122"/>
                      <a:pt x="342" y="221"/>
                      <a:pt x="281" y="282"/>
                    </a:cubicBezTo>
                    <a:cubicBezTo>
                      <a:pt x="220" y="342"/>
                      <a:pt x="122" y="342"/>
                      <a:pt x="61" y="282"/>
                    </a:cubicBezTo>
                    <a:cubicBezTo>
                      <a:pt x="0" y="221"/>
                      <a:pt x="0" y="122"/>
                      <a:pt x="61" y="61"/>
                    </a:cubicBezTo>
                    <a:cubicBezTo>
                      <a:pt x="122" y="0"/>
                      <a:pt x="220" y="0"/>
                      <a:pt x="281" y="61"/>
                    </a:cubicBezTo>
                    <a:close/>
                  </a:path>
                </a:pathLst>
              </a:custGeom>
              <a:solidFill>
                <a:srgbClr val="0005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1" name="Freeform: Shape 34"/>
              <p:cNvSpPr>
                <a:spLocks/>
              </p:cNvSpPr>
              <p:nvPr/>
            </p:nvSpPr>
            <p:spPr bwMode="auto">
              <a:xfrm>
                <a:off x="393700" y="379413"/>
                <a:ext cx="1831975" cy="1825625"/>
              </a:xfrm>
              <a:custGeom>
                <a:avLst/>
                <a:gdLst>
                  <a:gd name="T0" fmla="*/ 218 w 266"/>
                  <a:gd name="T1" fmla="*/ 47 h 265"/>
                  <a:gd name="T2" fmla="*/ 218 w 266"/>
                  <a:gd name="T3" fmla="*/ 218 h 265"/>
                  <a:gd name="T4" fmla="*/ 48 w 266"/>
                  <a:gd name="T5" fmla="*/ 218 h 265"/>
                  <a:gd name="T6" fmla="*/ 48 w 266"/>
                  <a:gd name="T7" fmla="*/ 47 h 265"/>
                  <a:gd name="T8" fmla="*/ 218 w 266"/>
                  <a:gd name="T9" fmla="*/ 47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6" h="265">
                    <a:moveTo>
                      <a:pt x="218" y="47"/>
                    </a:moveTo>
                    <a:cubicBezTo>
                      <a:pt x="266" y="94"/>
                      <a:pt x="266" y="171"/>
                      <a:pt x="218" y="218"/>
                    </a:cubicBezTo>
                    <a:cubicBezTo>
                      <a:pt x="171" y="265"/>
                      <a:pt x="95" y="265"/>
                      <a:pt x="48" y="218"/>
                    </a:cubicBezTo>
                    <a:cubicBezTo>
                      <a:pt x="0" y="171"/>
                      <a:pt x="0" y="94"/>
                      <a:pt x="48" y="47"/>
                    </a:cubicBezTo>
                    <a:cubicBezTo>
                      <a:pt x="95" y="0"/>
                      <a:pt x="171" y="0"/>
                      <a:pt x="218" y="47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2" name="Freeform: Shape 35"/>
              <p:cNvSpPr>
                <a:spLocks/>
              </p:cNvSpPr>
              <p:nvPr/>
            </p:nvSpPr>
            <p:spPr bwMode="auto">
              <a:xfrm>
                <a:off x="558800" y="758825"/>
                <a:ext cx="371475" cy="1033463"/>
              </a:xfrm>
              <a:custGeom>
                <a:avLst/>
                <a:gdLst>
                  <a:gd name="T0" fmla="*/ 51 w 54"/>
                  <a:gd name="T1" fmla="*/ 147 h 150"/>
                  <a:gd name="T2" fmla="*/ 40 w 54"/>
                  <a:gd name="T3" fmla="*/ 147 h 150"/>
                  <a:gd name="T4" fmla="*/ 40 w 54"/>
                  <a:gd name="T5" fmla="*/ 3 h 150"/>
                  <a:gd name="T6" fmla="*/ 51 w 54"/>
                  <a:gd name="T7" fmla="*/ 3 h 150"/>
                  <a:gd name="T8" fmla="*/ 51 w 54"/>
                  <a:gd name="T9" fmla="*/ 14 h 150"/>
                  <a:gd name="T10" fmla="*/ 51 w 54"/>
                  <a:gd name="T11" fmla="*/ 136 h 150"/>
                  <a:gd name="T12" fmla="*/ 51 w 54"/>
                  <a:gd name="T13" fmla="*/ 147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150">
                    <a:moveTo>
                      <a:pt x="51" y="147"/>
                    </a:moveTo>
                    <a:cubicBezTo>
                      <a:pt x="48" y="150"/>
                      <a:pt x="43" y="150"/>
                      <a:pt x="40" y="147"/>
                    </a:cubicBezTo>
                    <a:cubicBezTo>
                      <a:pt x="0" y="107"/>
                      <a:pt x="0" y="43"/>
                      <a:pt x="40" y="3"/>
                    </a:cubicBezTo>
                    <a:cubicBezTo>
                      <a:pt x="43" y="0"/>
                      <a:pt x="48" y="0"/>
                      <a:pt x="51" y="3"/>
                    </a:cubicBezTo>
                    <a:cubicBezTo>
                      <a:pt x="54" y="6"/>
                      <a:pt x="54" y="11"/>
                      <a:pt x="51" y="14"/>
                    </a:cubicBezTo>
                    <a:cubicBezTo>
                      <a:pt x="17" y="47"/>
                      <a:pt x="17" y="102"/>
                      <a:pt x="51" y="136"/>
                    </a:cubicBezTo>
                    <a:cubicBezTo>
                      <a:pt x="54" y="139"/>
                      <a:pt x="54" y="144"/>
                      <a:pt x="51" y="14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63" name="Freeform: Shape 36"/>
              <p:cNvSpPr>
                <a:spLocks/>
              </p:cNvSpPr>
              <p:nvPr/>
            </p:nvSpPr>
            <p:spPr bwMode="auto">
              <a:xfrm>
                <a:off x="1041400" y="1819275"/>
                <a:ext cx="412750" cy="165100"/>
              </a:xfrm>
              <a:custGeom>
                <a:avLst/>
                <a:gdLst>
                  <a:gd name="T0" fmla="*/ 58 w 60"/>
                  <a:gd name="T1" fmla="*/ 20 h 24"/>
                  <a:gd name="T2" fmla="*/ 53 w 60"/>
                  <a:gd name="T3" fmla="*/ 22 h 24"/>
                  <a:gd name="T4" fmla="*/ 6 w 60"/>
                  <a:gd name="T5" fmla="*/ 16 h 24"/>
                  <a:gd name="T6" fmla="*/ 2 w 60"/>
                  <a:gd name="T7" fmla="*/ 6 h 24"/>
                  <a:gd name="T8" fmla="*/ 12 w 60"/>
                  <a:gd name="T9" fmla="*/ 1 h 24"/>
                  <a:gd name="T10" fmla="*/ 51 w 60"/>
                  <a:gd name="T11" fmla="*/ 6 h 24"/>
                  <a:gd name="T12" fmla="*/ 60 w 60"/>
                  <a:gd name="T13" fmla="*/ 13 h 24"/>
                  <a:gd name="T14" fmla="*/ 58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58" y="20"/>
                    </a:moveTo>
                    <a:cubicBezTo>
                      <a:pt x="57" y="21"/>
                      <a:pt x="55" y="22"/>
                      <a:pt x="53" y="22"/>
                    </a:cubicBezTo>
                    <a:cubicBezTo>
                      <a:pt x="37" y="24"/>
                      <a:pt x="21" y="22"/>
                      <a:pt x="6" y="16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3" y="2"/>
                      <a:pt x="8" y="0"/>
                      <a:pt x="12" y="1"/>
                    </a:cubicBezTo>
                    <a:cubicBezTo>
                      <a:pt x="24" y="6"/>
                      <a:pt x="38" y="8"/>
                      <a:pt x="51" y="6"/>
                    </a:cubicBezTo>
                    <a:cubicBezTo>
                      <a:pt x="56" y="6"/>
                      <a:pt x="60" y="9"/>
                      <a:pt x="60" y="13"/>
                    </a:cubicBezTo>
                    <a:cubicBezTo>
                      <a:pt x="60" y="16"/>
                      <a:pt x="59" y="18"/>
                      <a:pt x="58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Group 37"/>
            <p:cNvGrpSpPr/>
            <p:nvPr/>
          </p:nvGrpSpPr>
          <p:grpSpPr>
            <a:xfrm rot="5400000">
              <a:off x="5319389" y="3216663"/>
              <a:ext cx="461649" cy="460408"/>
              <a:chOff x="131763" y="111125"/>
              <a:chExt cx="3802063" cy="3789363"/>
            </a:xfrm>
          </p:grpSpPr>
          <p:sp>
            <p:nvSpPr>
              <p:cNvPr id="148" name="Freeform: Shape 38"/>
              <p:cNvSpPr>
                <a:spLocks/>
              </p:cNvSpPr>
              <p:nvPr/>
            </p:nvSpPr>
            <p:spPr bwMode="auto">
              <a:xfrm>
                <a:off x="1874838" y="1930400"/>
                <a:ext cx="447675" cy="460375"/>
              </a:xfrm>
              <a:custGeom>
                <a:avLst/>
                <a:gdLst>
                  <a:gd name="T0" fmla="*/ 11 w 65"/>
                  <a:gd name="T1" fmla="*/ 0 h 67"/>
                  <a:gd name="T2" fmla="*/ 2 w 65"/>
                  <a:gd name="T3" fmla="*/ 8 h 67"/>
                  <a:gd name="T4" fmla="*/ 2 w 65"/>
                  <a:gd name="T5" fmla="*/ 18 h 67"/>
                  <a:gd name="T6" fmla="*/ 52 w 65"/>
                  <a:gd name="T7" fmla="*/ 67 h 67"/>
                  <a:gd name="T8" fmla="*/ 65 w 65"/>
                  <a:gd name="T9" fmla="*/ 54 h 67"/>
                  <a:gd name="T10" fmla="*/ 11 w 65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67">
                    <a:moveTo>
                      <a:pt x="11" y="0"/>
                    </a:moveTo>
                    <a:cubicBezTo>
                      <a:pt x="2" y="8"/>
                      <a:pt x="2" y="8"/>
                      <a:pt x="2" y="8"/>
                    </a:cubicBezTo>
                    <a:cubicBezTo>
                      <a:pt x="0" y="11"/>
                      <a:pt x="0" y="15"/>
                      <a:pt x="2" y="18"/>
                    </a:cubicBezTo>
                    <a:cubicBezTo>
                      <a:pt x="52" y="67"/>
                      <a:pt x="52" y="67"/>
                      <a:pt x="52" y="67"/>
                    </a:cubicBezTo>
                    <a:cubicBezTo>
                      <a:pt x="65" y="54"/>
                      <a:pt x="65" y="54"/>
                      <a:pt x="65" y="54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73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9" name="Freeform: Shape 39"/>
              <p:cNvSpPr>
                <a:spLocks/>
              </p:cNvSpPr>
              <p:nvPr/>
            </p:nvSpPr>
            <p:spPr bwMode="auto">
              <a:xfrm>
                <a:off x="2116138" y="2301875"/>
                <a:ext cx="1597025" cy="1598613"/>
              </a:xfrm>
              <a:custGeom>
                <a:avLst/>
                <a:gdLst>
                  <a:gd name="T0" fmla="*/ 17 w 232"/>
                  <a:gd name="T1" fmla="*/ 13 h 232"/>
                  <a:gd name="T2" fmla="*/ 2 w 232"/>
                  <a:gd name="T3" fmla="*/ 28 h 232"/>
                  <a:gd name="T4" fmla="*/ 2 w 232"/>
                  <a:gd name="T5" fmla="*/ 37 h 232"/>
                  <a:gd name="T6" fmla="*/ 194 w 232"/>
                  <a:gd name="T7" fmla="*/ 229 h 232"/>
                  <a:gd name="T8" fmla="*/ 204 w 232"/>
                  <a:gd name="T9" fmla="*/ 229 h 232"/>
                  <a:gd name="T10" fmla="*/ 232 w 232"/>
                  <a:gd name="T11" fmla="*/ 201 h 232"/>
                  <a:gd name="T12" fmla="*/ 38 w 232"/>
                  <a:gd name="T13" fmla="*/ 8 h 232"/>
                  <a:gd name="T14" fmla="*/ 30 w 232"/>
                  <a:gd name="T15" fmla="*/ 0 h 232"/>
                  <a:gd name="T16" fmla="*/ 17 w 232"/>
                  <a:gd name="T17" fmla="*/ 1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2" h="232">
                    <a:moveTo>
                      <a:pt x="17" y="13"/>
                    </a:moveTo>
                    <a:cubicBezTo>
                      <a:pt x="2" y="28"/>
                      <a:pt x="2" y="28"/>
                      <a:pt x="2" y="28"/>
                    </a:cubicBezTo>
                    <a:cubicBezTo>
                      <a:pt x="0" y="31"/>
                      <a:pt x="0" y="35"/>
                      <a:pt x="2" y="37"/>
                    </a:cubicBezTo>
                    <a:cubicBezTo>
                      <a:pt x="194" y="229"/>
                      <a:pt x="194" y="229"/>
                      <a:pt x="194" y="229"/>
                    </a:cubicBezTo>
                    <a:cubicBezTo>
                      <a:pt x="197" y="232"/>
                      <a:pt x="201" y="232"/>
                      <a:pt x="204" y="229"/>
                    </a:cubicBezTo>
                    <a:cubicBezTo>
                      <a:pt x="232" y="201"/>
                      <a:pt x="232" y="201"/>
                      <a:pt x="232" y="201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0" y="0"/>
                      <a:pt x="30" y="0"/>
                      <a:pt x="30" y="0"/>
                    </a:cubicBezTo>
                    <a:lnTo>
                      <a:pt x="17" y="13"/>
                    </a:lnTo>
                    <a:close/>
                  </a:path>
                </a:pathLst>
              </a:custGeom>
              <a:solidFill>
                <a:srgbClr val="0005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0" name="Freeform: Shape 40"/>
              <p:cNvSpPr>
                <a:spLocks/>
              </p:cNvSpPr>
              <p:nvPr/>
            </p:nvSpPr>
            <p:spPr bwMode="auto">
              <a:xfrm>
                <a:off x="1951038" y="1839913"/>
                <a:ext cx="474663" cy="461963"/>
              </a:xfrm>
              <a:custGeom>
                <a:avLst/>
                <a:gdLst>
                  <a:gd name="T0" fmla="*/ 69 w 69"/>
                  <a:gd name="T1" fmla="*/ 52 h 67"/>
                  <a:gd name="T2" fmla="*/ 20 w 69"/>
                  <a:gd name="T3" fmla="*/ 2 h 67"/>
                  <a:gd name="T4" fmla="*/ 10 w 69"/>
                  <a:gd name="T5" fmla="*/ 2 h 67"/>
                  <a:gd name="T6" fmla="*/ 0 w 69"/>
                  <a:gd name="T7" fmla="*/ 13 h 67"/>
                  <a:gd name="T8" fmla="*/ 54 w 69"/>
                  <a:gd name="T9" fmla="*/ 67 h 67"/>
                  <a:gd name="T10" fmla="*/ 69 w 69"/>
                  <a:gd name="T11" fmla="*/ 52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9" h="67">
                    <a:moveTo>
                      <a:pt x="69" y="52"/>
                    </a:moveTo>
                    <a:cubicBezTo>
                      <a:pt x="20" y="2"/>
                      <a:pt x="20" y="2"/>
                      <a:pt x="20" y="2"/>
                    </a:cubicBezTo>
                    <a:cubicBezTo>
                      <a:pt x="17" y="0"/>
                      <a:pt x="13" y="0"/>
                      <a:pt x="10" y="2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54" y="67"/>
                      <a:pt x="54" y="67"/>
                      <a:pt x="54" y="67"/>
                    </a:cubicBezTo>
                    <a:lnTo>
                      <a:pt x="69" y="52"/>
                    </a:lnTo>
                    <a:close/>
                  </a:path>
                </a:pathLst>
              </a:custGeom>
              <a:solidFill>
                <a:srgbClr val="FF99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1" name="Freeform: Shape 41"/>
              <p:cNvSpPr>
                <a:spLocks/>
              </p:cNvSpPr>
              <p:nvPr/>
            </p:nvSpPr>
            <p:spPr bwMode="auto">
              <a:xfrm>
                <a:off x="2322513" y="2074863"/>
                <a:ext cx="1611313" cy="1611313"/>
              </a:xfrm>
              <a:custGeom>
                <a:avLst/>
                <a:gdLst>
                  <a:gd name="T0" fmla="*/ 30 w 234"/>
                  <a:gd name="T1" fmla="*/ 3 h 234"/>
                  <a:gd name="T2" fmla="*/ 15 w 234"/>
                  <a:gd name="T3" fmla="*/ 18 h 234"/>
                  <a:gd name="T4" fmla="*/ 0 w 234"/>
                  <a:gd name="T5" fmla="*/ 33 h 234"/>
                  <a:gd name="T6" fmla="*/ 8 w 234"/>
                  <a:gd name="T7" fmla="*/ 41 h 234"/>
                  <a:gd name="T8" fmla="*/ 202 w 234"/>
                  <a:gd name="T9" fmla="*/ 234 h 234"/>
                  <a:gd name="T10" fmla="*/ 232 w 234"/>
                  <a:gd name="T11" fmla="*/ 204 h 234"/>
                  <a:gd name="T12" fmla="*/ 232 w 234"/>
                  <a:gd name="T13" fmla="*/ 195 h 234"/>
                  <a:gd name="T14" fmla="*/ 40 w 234"/>
                  <a:gd name="T15" fmla="*/ 3 h 234"/>
                  <a:gd name="T16" fmla="*/ 30 w 234"/>
                  <a:gd name="T17" fmla="*/ 3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4" h="234">
                    <a:moveTo>
                      <a:pt x="30" y="3"/>
                    </a:moveTo>
                    <a:cubicBezTo>
                      <a:pt x="15" y="18"/>
                      <a:pt x="15" y="18"/>
                      <a:pt x="15" y="18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202" y="234"/>
                      <a:pt x="202" y="234"/>
                      <a:pt x="202" y="234"/>
                    </a:cubicBezTo>
                    <a:cubicBezTo>
                      <a:pt x="232" y="204"/>
                      <a:pt x="232" y="204"/>
                      <a:pt x="232" y="204"/>
                    </a:cubicBezTo>
                    <a:cubicBezTo>
                      <a:pt x="234" y="202"/>
                      <a:pt x="234" y="197"/>
                      <a:pt x="232" y="195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7" y="0"/>
                      <a:pt x="33" y="0"/>
                      <a:pt x="30" y="3"/>
                    </a:cubicBezTo>
                    <a:close/>
                  </a:path>
                </a:pathLst>
              </a:custGeom>
              <a:solidFill>
                <a:srgbClr val="3337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2" name="Freeform: Shape 42"/>
              <p:cNvSpPr>
                <a:spLocks/>
              </p:cNvSpPr>
              <p:nvPr/>
            </p:nvSpPr>
            <p:spPr bwMode="auto">
              <a:xfrm>
                <a:off x="131763" y="111125"/>
                <a:ext cx="2355850" cy="2355850"/>
              </a:xfrm>
              <a:custGeom>
                <a:avLst/>
                <a:gdLst>
                  <a:gd name="T0" fmla="*/ 281 w 342"/>
                  <a:gd name="T1" fmla="*/ 61 h 342"/>
                  <a:gd name="T2" fmla="*/ 281 w 342"/>
                  <a:gd name="T3" fmla="*/ 282 h 342"/>
                  <a:gd name="T4" fmla="*/ 61 w 342"/>
                  <a:gd name="T5" fmla="*/ 282 h 342"/>
                  <a:gd name="T6" fmla="*/ 61 w 342"/>
                  <a:gd name="T7" fmla="*/ 61 h 342"/>
                  <a:gd name="T8" fmla="*/ 281 w 342"/>
                  <a:gd name="T9" fmla="*/ 61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2" h="342">
                    <a:moveTo>
                      <a:pt x="281" y="61"/>
                    </a:moveTo>
                    <a:cubicBezTo>
                      <a:pt x="342" y="122"/>
                      <a:pt x="342" y="221"/>
                      <a:pt x="281" y="282"/>
                    </a:cubicBezTo>
                    <a:cubicBezTo>
                      <a:pt x="220" y="342"/>
                      <a:pt x="122" y="342"/>
                      <a:pt x="61" y="282"/>
                    </a:cubicBezTo>
                    <a:cubicBezTo>
                      <a:pt x="0" y="221"/>
                      <a:pt x="0" y="122"/>
                      <a:pt x="61" y="61"/>
                    </a:cubicBezTo>
                    <a:cubicBezTo>
                      <a:pt x="122" y="0"/>
                      <a:pt x="220" y="0"/>
                      <a:pt x="281" y="61"/>
                    </a:cubicBezTo>
                    <a:close/>
                  </a:path>
                </a:pathLst>
              </a:custGeom>
              <a:solidFill>
                <a:srgbClr val="0005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3" name="Freeform: Shape 43"/>
              <p:cNvSpPr>
                <a:spLocks/>
              </p:cNvSpPr>
              <p:nvPr/>
            </p:nvSpPr>
            <p:spPr bwMode="auto">
              <a:xfrm>
                <a:off x="393700" y="379413"/>
                <a:ext cx="1831975" cy="1825625"/>
              </a:xfrm>
              <a:custGeom>
                <a:avLst/>
                <a:gdLst>
                  <a:gd name="T0" fmla="*/ 218 w 266"/>
                  <a:gd name="T1" fmla="*/ 47 h 265"/>
                  <a:gd name="T2" fmla="*/ 218 w 266"/>
                  <a:gd name="T3" fmla="*/ 218 h 265"/>
                  <a:gd name="T4" fmla="*/ 48 w 266"/>
                  <a:gd name="T5" fmla="*/ 218 h 265"/>
                  <a:gd name="T6" fmla="*/ 48 w 266"/>
                  <a:gd name="T7" fmla="*/ 47 h 265"/>
                  <a:gd name="T8" fmla="*/ 218 w 266"/>
                  <a:gd name="T9" fmla="*/ 47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6" h="265">
                    <a:moveTo>
                      <a:pt x="218" y="47"/>
                    </a:moveTo>
                    <a:cubicBezTo>
                      <a:pt x="266" y="94"/>
                      <a:pt x="266" y="171"/>
                      <a:pt x="218" y="218"/>
                    </a:cubicBezTo>
                    <a:cubicBezTo>
                      <a:pt x="171" y="265"/>
                      <a:pt x="95" y="265"/>
                      <a:pt x="48" y="218"/>
                    </a:cubicBezTo>
                    <a:cubicBezTo>
                      <a:pt x="0" y="171"/>
                      <a:pt x="0" y="94"/>
                      <a:pt x="48" y="47"/>
                    </a:cubicBezTo>
                    <a:cubicBezTo>
                      <a:pt x="95" y="0"/>
                      <a:pt x="171" y="0"/>
                      <a:pt x="218" y="47"/>
                    </a:cubicBezTo>
                    <a:close/>
                  </a:path>
                </a:pathLst>
              </a:custGeom>
              <a:solidFill>
                <a:srgbClr val="8FD4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4" name="Freeform: Shape 44"/>
              <p:cNvSpPr>
                <a:spLocks/>
              </p:cNvSpPr>
              <p:nvPr/>
            </p:nvSpPr>
            <p:spPr bwMode="auto">
              <a:xfrm>
                <a:off x="558800" y="758825"/>
                <a:ext cx="371475" cy="1033463"/>
              </a:xfrm>
              <a:custGeom>
                <a:avLst/>
                <a:gdLst>
                  <a:gd name="T0" fmla="*/ 51 w 54"/>
                  <a:gd name="T1" fmla="*/ 147 h 150"/>
                  <a:gd name="T2" fmla="*/ 40 w 54"/>
                  <a:gd name="T3" fmla="*/ 147 h 150"/>
                  <a:gd name="T4" fmla="*/ 40 w 54"/>
                  <a:gd name="T5" fmla="*/ 3 h 150"/>
                  <a:gd name="T6" fmla="*/ 51 w 54"/>
                  <a:gd name="T7" fmla="*/ 3 h 150"/>
                  <a:gd name="T8" fmla="*/ 51 w 54"/>
                  <a:gd name="T9" fmla="*/ 14 h 150"/>
                  <a:gd name="T10" fmla="*/ 51 w 54"/>
                  <a:gd name="T11" fmla="*/ 136 h 150"/>
                  <a:gd name="T12" fmla="*/ 51 w 54"/>
                  <a:gd name="T13" fmla="*/ 147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150">
                    <a:moveTo>
                      <a:pt x="51" y="147"/>
                    </a:moveTo>
                    <a:cubicBezTo>
                      <a:pt x="48" y="150"/>
                      <a:pt x="43" y="150"/>
                      <a:pt x="40" y="147"/>
                    </a:cubicBezTo>
                    <a:cubicBezTo>
                      <a:pt x="0" y="107"/>
                      <a:pt x="0" y="43"/>
                      <a:pt x="40" y="3"/>
                    </a:cubicBezTo>
                    <a:cubicBezTo>
                      <a:pt x="43" y="0"/>
                      <a:pt x="48" y="0"/>
                      <a:pt x="51" y="3"/>
                    </a:cubicBezTo>
                    <a:cubicBezTo>
                      <a:pt x="54" y="6"/>
                      <a:pt x="54" y="11"/>
                      <a:pt x="51" y="14"/>
                    </a:cubicBezTo>
                    <a:cubicBezTo>
                      <a:pt x="17" y="47"/>
                      <a:pt x="17" y="102"/>
                      <a:pt x="51" y="136"/>
                    </a:cubicBezTo>
                    <a:cubicBezTo>
                      <a:pt x="54" y="139"/>
                      <a:pt x="54" y="144"/>
                      <a:pt x="51" y="14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55" name="Freeform: Shape 45"/>
              <p:cNvSpPr>
                <a:spLocks/>
              </p:cNvSpPr>
              <p:nvPr/>
            </p:nvSpPr>
            <p:spPr bwMode="auto">
              <a:xfrm>
                <a:off x="1041400" y="1819275"/>
                <a:ext cx="412750" cy="165100"/>
              </a:xfrm>
              <a:custGeom>
                <a:avLst/>
                <a:gdLst>
                  <a:gd name="T0" fmla="*/ 58 w 60"/>
                  <a:gd name="T1" fmla="*/ 20 h 24"/>
                  <a:gd name="T2" fmla="*/ 53 w 60"/>
                  <a:gd name="T3" fmla="*/ 22 h 24"/>
                  <a:gd name="T4" fmla="*/ 6 w 60"/>
                  <a:gd name="T5" fmla="*/ 16 h 24"/>
                  <a:gd name="T6" fmla="*/ 2 w 60"/>
                  <a:gd name="T7" fmla="*/ 6 h 24"/>
                  <a:gd name="T8" fmla="*/ 12 w 60"/>
                  <a:gd name="T9" fmla="*/ 1 h 24"/>
                  <a:gd name="T10" fmla="*/ 51 w 60"/>
                  <a:gd name="T11" fmla="*/ 6 h 24"/>
                  <a:gd name="T12" fmla="*/ 60 w 60"/>
                  <a:gd name="T13" fmla="*/ 13 h 24"/>
                  <a:gd name="T14" fmla="*/ 58 w 60"/>
                  <a:gd name="T15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" h="24">
                    <a:moveTo>
                      <a:pt x="58" y="20"/>
                    </a:moveTo>
                    <a:cubicBezTo>
                      <a:pt x="57" y="21"/>
                      <a:pt x="55" y="22"/>
                      <a:pt x="53" y="22"/>
                    </a:cubicBezTo>
                    <a:cubicBezTo>
                      <a:pt x="37" y="24"/>
                      <a:pt x="21" y="22"/>
                      <a:pt x="6" y="16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3" y="2"/>
                      <a:pt x="8" y="0"/>
                      <a:pt x="12" y="1"/>
                    </a:cubicBezTo>
                    <a:cubicBezTo>
                      <a:pt x="24" y="6"/>
                      <a:pt x="38" y="8"/>
                      <a:pt x="51" y="6"/>
                    </a:cubicBezTo>
                    <a:cubicBezTo>
                      <a:pt x="56" y="6"/>
                      <a:pt x="60" y="9"/>
                      <a:pt x="60" y="13"/>
                    </a:cubicBezTo>
                    <a:cubicBezTo>
                      <a:pt x="60" y="16"/>
                      <a:pt x="59" y="18"/>
                      <a:pt x="58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Group 46"/>
            <p:cNvGrpSpPr/>
            <p:nvPr/>
          </p:nvGrpSpPr>
          <p:grpSpPr>
            <a:xfrm>
              <a:off x="3775912" y="2794108"/>
              <a:ext cx="1727998" cy="1478783"/>
              <a:chOff x="9724729" y="7787490"/>
              <a:chExt cx="4606783" cy="3943931"/>
            </a:xfrm>
          </p:grpSpPr>
          <p:sp>
            <p:nvSpPr>
              <p:cNvPr id="102" name="Freeform: Shape 47"/>
              <p:cNvSpPr>
                <a:spLocks/>
              </p:cNvSpPr>
              <p:nvPr/>
            </p:nvSpPr>
            <p:spPr bwMode="auto">
              <a:xfrm>
                <a:off x="11792173" y="8870221"/>
                <a:ext cx="471894" cy="359500"/>
              </a:xfrm>
              <a:custGeom>
                <a:avLst/>
                <a:gdLst>
                  <a:gd name="T0" fmla="*/ 0 w 988"/>
                  <a:gd name="T1" fmla="*/ 0 h 753"/>
                  <a:gd name="T2" fmla="*/ 0 w 988"/>
                  <a:gd name="T3" fmla="*/ 437 h 753"/>
                  <a:gd name="T4" fmla="*/ 482 w 988"/>
                  <a:gd name="T5" fmla="*/ 752 h 753"/>
                  <a:gd name="T6" fmla="*/ 987 w 988"/>
                  <a:gd name="T7" fmla="*/ 437 h 753"/>
                  <a:gd name="T8" fmla="*/ 987 w 988"/>
                  <a:gd name="T9" fmla="*/ 0 h 753"/>
                  <a:gd name="T10" fmla="*/ 0 w 988"/>
                  <a:gd name="T11" fmla="*/ 0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8" h="753">
                    <a:moveTo>
                      <a:pt x="0" y="0"/>
                    </a:moveTo>
                    <a:lnTo>
                      <a:pt x="0" y="437"/>
                    </a:lnTo>
                    <a:lnTo>
                      <a:pt x="482" y="752"/>
                    </a:lnTo>
                    <a:lnTo>
                      <a:pt x="987" y="437"/>
                    </a:lnTo>
                    <a:lnTo>
                      <a:pt x="98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DD8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3" name="Freeform: Shape 48"/>
              <p:cNvSpPr>
                <a:spLocks/>
              </p:cNvSpPr>
              <p:nvPr/>
            </p:nvSpPr>
            <p:spPr bwMode="auto">
              <a:xfrm>
                <a:off x="11792173" y="8870221"/>
                <a:ext cx="471894" cy="359500"/>
              </a:xfrm>
              <a:custGeom>
                <a:avLst/>
                <a:gdLst>
                  <a:gd name="T0" fmla="*/ 0 w 988"/>
                  <a:gd name="T1" fmla="*/ 0 h 753"/>
                  <a:gd name="T2" fmla="*/ 0 w 988"/>
                  <a:gd name="T3" fmla="*/ 437 h 753"/>
                  <a:gd name="T4" fmla="*/ 482 w 988"/>
                  <a:gd name="T5" fmla="*/ 752 h 753"/>
                  <a:gd name="T6" fmla="*/ 987 w 988"/>
                  <a:gd name="T7" fmla="*/ 437 h 753"/>
                  <a:gd name="T8" fmla="*/ 987 w 988"/>
                  <a:gd name="T9" fmla="*/ 0 h 753"/>
                  <a:gd name="T10" fmla="*/ 0 w 988"/>
                  <a:gd name="T11" fmla="*/ 0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8" h="753">
                    <a:moveTo>
                      <a:pt x="0" y="0"/>
                    </a:moveTo>
                    <a:lnTo>
                      <a:pt x="0" y="437"/>
                    </a:lnTo>
                    <a:lnTo>
                      <a:pt x="482" y="752"/>
                    </a:lnTo>
                    <a:lnTo>
                      <a:pt x="987" y="437"/>
                    </a:lnTo>
                    <a:lnTo>
                      <a:pt x="98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DD8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4" name="Freeform: Shape 49"/>
              <p:cNvSpPr>
                <a:spLocks/>
              </p:cNvSpPr>
              <p:nvPr/>
            </p:nvSpPr>
            <p:spPr bwMode="auto">
              <a:xfrm>
                <a:off x="11792173" y="8870221"/>
                <a:ext cx="471894" cy="289715"/>
              </a:xfrm>
              <a:custGeom>
                <a:avLst/>
                <a:gdLst>
                  <a:gd name="T0" fmla="*/ 0 w 988"/>
                  <a:gd name="T1" fmla="*/ 0 h 610"/>
                  <a:gd name="T2" fmla="*/ 0 w 988"/>
                  <a:gd name="T3" fmla="*/ 437 h 610"/>
                  <a:gd name="T4" fmla="*/ 267 w 988"/>
                  <a:gd name="T5" fmla="*/ 609 h 610"/>
                  <a:gd name="T6" fmla="*/ 987 w 988"/>
                  <a:gd name="T7" fmla="*/ 163 h 610"/>
                  <a:gd name="T8" fmla="*/ 987 w 988"/>
                  <a:gd name="T9" fmla="*/ 0 h 610"/>
                  <a:gd name="T10" fmla="*/ 0 w 988"/>
                  <a:gd name="T11" fmla="*/ 0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8" h="610">
                    <a:moveTo>
                      <a:pt x="0" y="0"/>
                    </a:moveTo>
                    <a:lnTo>
                      <a:pt x="0" y="437"/>
                    </a:lnTo>
                    <a:lnTo>
                      <a:pt x="267" y="609"/>
                    </a:lnTo>
                    <a:lnTo>
                      <a:pt x="987" y="163"/>
                    </a:lnTo>
                    <a:lnTo>
                      <a:pt x="98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6BF8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5" name="Freeform: Shape 50"/>
              <p:cNvSpPr>
                <a:spLocks/>
              </p:cNvSpPr>
              <p:nvPr/>
            </p:nvSpPr>
            <p:spPr bwMode="auto">
              <a:xfrm>
                <a:off x="11553052" y="7924946"/>
                <a:ext cx="948020" cy="1125025"/>
              </a:xfrm>
              <a:custGeom>
                <a:avLst/>
                <a:gdLst>
                  <a:gd name="T0" fmla="*/ 1867 w 1979"/>
                  <a:gd name="T1" fmla="*/ 1003 h 2349"/>
                  <a:gd name="T2" fmla="*/ 1867 w 1979"/>
                  <a:gd name="T3" fmla="*/ 1003 h 2349"/>
                  <a:gd name="T4" fmla="*/ 1763 w 1979"/>
                  <a:gd name="T5" fmla="*/ 1010 h 2349"/>
                  <a:gd name="T6" fmla="*/ 991 w 1979"/>
                  <a:gd name="T7" fmla="*/ 0 h 2349"/>
                  <a:gd name="T8" fmla="*/ 214 w 1979"/>
                  <a:gd name="T9" fmla="*/ 1010 h 2349"/>
                  <a:gd name="T10" fmla="*/ 115 w 1979"/>
                  <a:gd name="T11" fmla="*/ 1003 h 2349"/>
                  <a:gd name="T12" fmla="*/ 282 w 1979"/>
                  <a:gd name="T13" fmla="*/ 1552 h 2349"/>
                  <a:gd name="T14" fmla="*/ 541 w 1979"/>
                  <a:gd name="T15" fmla="*/ 2089 h 2349"/>
                  <a:gd name="T16" fmla="*/ 991 w 1979"/>
                  <a:gd name="T17" fmla="*/ 2348 h 2349"/>
                  <a:gd name="T18" fmla="*/ 1449 w 1979"/>
                  <a:gd name="T19" fmla="*/ 2058 h 2349"/>
                  <a:gd name="T20" fmla="*/ 1700 w 1979"/>
                  <a:gd name="T21" fmla="*/ 1552 h 2349"/>
                  <a:gd name="T22" fmla="*/ 1867 w 1979"/>
                  <a:gd name="T23" fmla="*/ 1003 h 2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79" h="2349">
                    <a:moveTo>
                      <a:pt x="1867" y="1003"/>
                    </a:moveTo>
                    <a:lnTo>
                      <a:pt x="1867" y="1003"/>
                    </a:lnTo>
                    <a:cubicBezTo>
                      <a:pt x="1867" y="1003"/>
                      <a:pt x="1799" y="923"/>
                      <a:pt x="1763" y="1010"/>
                    </a:cubicBezTo>
                    <a:cubicBezTo>
                      <a:pt x="1763" y="1010"/>
                      <a:pt x="1978" y="0"/>
                      <a:pt x="991" y="0"/>
                    </a:cubicBezTo>
                    <a:cubicBezTo>
                      <a:pt x="0" y="0"/>
                      <a:pt x="214" y="1010"/>
                      <a:pt x="214" y="1010"/>
                    </a:cubicBezTo>
                    <a:cubicBezTo>
                      <a:pt x="183" y="923"/>
                      <a:pt x="115" y="1003"/>
                      <a:pt x="115" y="1003"/>
                    </a:cubicBezTo>
                    <a:cubicBezTo>
                      <a:pt x="60" y="1508"/>
                      <a:pt x="282" y="1552"/>
                      <a:pt x="282" y="1552"/>
                    </a:cubicBezTo>
                    <a:cubicBezTo>
                      <a:pt x="282" y="1552"/>
                      <a:pt x="282" y="1831"/>
                      <a:pt x="541" y="2089"/>
                    </a:cubicBezTo>
                    <a:cubicBezTo>
                      <a:pt x="800" y="2348"/>
                      <a:pt x="991" y="2348"/>
                      <a:pt x="991" y="2348"/>
                    </a:cubicBezTo>
                    <a:cubicBezTo>
                      <a:pt x="991" y="2348"/>
                      <a:pt x="1194" y="2316"/>
                      <a:pt x="1449" y="2058"/>
                    </a:cubicBezTo>
                    <a:cubicBezTo>
                      <a:pt x="1707" y="1799"/>
                      <a:pt x="1700" y="1552"/>
                      <a:pt x="1700" y="1552"/>
                    </a:cubicBezTo>
                    <a:cubicBezTo>
                      <a:pt x="1700" y="1552"/>
                      <a:pt x="1922" y="1508"/>
                      <a:pt x="1867" y="1003"/>
                    </a:cubicBezTo>
                  </a:path>
                </a:pathLst>
              </a:custGeom>
              <a:solidFill>
                <a:srgbClr val="FDD8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6" name="Freeform: Shape 51"/>
              <p:cNvSpPr>
                <a:spLocks/>
              </p:cNvSpPr>
              <p:nvPr/>
            </p:nvSpPr>
            <p:spPr bwMode="auto">
              <a:xfrm>
                <a:off x="11578446" y="7787490"/>
                <a:ext cx="886652" cy="699968"/>
              </a:xfrm>
              <a:custGeom>
                <a:avLst/>
                <a:gdLst>
                  <a:gd name="T0" fmla="*/ 180 w 1853"/>
                  <a:gd name="T1" fmla="*/ 1461 h 1462"/>
                  <a:gd name="T2" fmla="*/ 180 w 1853"/>
                  <a:gd name="T3" fmla="*/ 1461 h 1462"/>
                  <a:gd name="T4" fmla="*/ 247 w 1853"/>
                  <a:gd name="T5" fmla="*/ 1158 h 1462"/>
                  <a:gd name="T6" fmla="*/ 347 w 1853"/>
                  <a:gd name="T7" fmla="*/ 856 h 1462"/>
                  <a:gd name="T8" fmla="*/ 446 w 1853"/>
                  <a:gd name="T9" fmla="*/ 732 h 1462"/>
                  <a:gd name="T10" fmla="*/ 1000 w 1853"/>
                  <a:gd name="T11" fmla="*/ 887 h 1462"/>
                  <a:gd name="T12" fmla="*/ 1461 w 1853"/>
                  <a:gd name="T13" fmla="*/ 955 h 1462"/>
                  <a:gd name="T14" fmla="*/ 1358 w 1853"/>
                  <a:gd name="T15" fmla="*/ 832 h 1462"/>
                  <a:gd name="T16" fmla="*/ 1561 w 1853"/>
                  <a:gd name="T17" fmla="*/ 832 h 1462"/>
                  <a:gd name="T18" fmla="*/ 1628 w 1853"/>
                  <a:gd name="T19" fmla="*/ 1071 h 1462"/>
                  <a:gd name="T20" fmla="*/ 1708 w 1853"/>
                  <a:gd name="T21" fmla="*/ 1461 h 1462"/>
                  <a:gd name="T22" fmla="*/ 1796 w 1853"/>
                  <a:gd name="T23" fmla="*/ 1373 h 1462"/>
                  <a:gd name="T24" fmla="*/ 1852 w 1853"/>
                  <a:gd name="T25" fmla="*/ 1182 h 1462"/>
                  <a:gd name="T26" fmla="*/ 1852 w 1853"/>
                  <a:gd name="T27" fmla="*/ 565 h 1462"/>
                  <a:gd name="T28" fmla="*/ 944 w 1853"/>
                  <a:gd name="T29" fmla="*/ 0 h 1462"/>
                  <a:gd name="T30" fmla="*/ 44 w 1853"/>
                  <a:gd name="T31" fmla="*/ 621 h 1462"/>
                  <a:gd name="T32" fmla="*/ 44 w 1853"/>
                  <a:gd name="T33" fmla="*/ 1202 h 1462"/>
                  <a:gd name="T34" fmla="*/ 180 w 1853"/>
                  <a:gd name="T35" fmla="*/ 1461 h 1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53" h="1462">
                    <a:moveTo>
                      <a:pt x="180" y="1461"/>
                    </a:moveTo>
                    <a:lnTo>
                      <a:pt x="180" y="1461"/>
                    </a:lnTo>
                    <a:cubicBezTo>
                      <a:pt x="247" y="1158"/>
                      <a:pt x="247" y="1158"/>
                      <a:pt x="247" y="1158"/>
                    </a:cubicBezTo>
                    <a:cubicBezTo>
                      <a:pt x="247" y="1158"/>
                      <a:pt x="315" y="912"/>
                      <a:pt x="347" y="856"/>
                    </a:cubicBezTo>
                    <a:cubicBezTo>
                      <a:pt x="383" y="800"/>
                      <a:pt x="446" y="732"/>
                      <a:pt x="446" y="732"/>
                    </a:cubicBezTo>
                    <a:cubicBezTo>
                      <a:pt x="446" y="732"/>
                      <a:pt x="629" y="812"/>
                      <a:pt x="1000" y="887"/>
                    </a:cubicBezTo>
                    <a:cubicBezTo>
                      <a:pt x="1370" y="967"/>
                      <a:pt x="1461" y="955"/>
                      <a:pt x="1461" y="955"/>
                    </a:cubicBezTo>
                    <a:cubicBezTo>
                      <a:pt x="1358" y="832"/>
                      <a:pt x="1358" y="832"/>
                      <a:pt x="1358" y="832"/>
                    </a:cubicBezTo>
                    <a:cubicBezTo>
                      <a:pt x="1561" y="832"/>
                      <a:pt x="1561" y="832"/>
                      <a:pt x="1561" y="832"/>
                    </a:cubicBezTo>
                    <a:cubicBezTo>
                      <a:pt x="1561" y="832"/>
                      <a:pt x="1573" y="1011"/>
                      <a:pt x="1628" y="1071"/>
                    </a:cubicBezTo>
                    <a:cubicBezTo>
                      <a:pt x="1684" y="1126"/>
                      <a:pt x="1708" y="1461"/>
                      <a:pt x="1708" y="1461"/>
                    </a:cubicBezTo>
                    <a:cubicBezTo>
                      <a:pt x="1796" y="1373"/>
                      <a:pt x="1796" y="1373"/>
                      <a:pt x="1796" y="1373"/>
                    </a:cubicBezTo>
                    <a:cubicBezTo>
                      <a:pt x="1852" y="1182"/>
                      <a:pt x="1852" y="1182"/>
                      <a:pt x="1852" y="1182"/>
                    </a:cubicBezTo>
                    <a:cubicBezTo>
                      <a:pt x="1852" y="565"/>
                      <a:pt x="1852" y="565"/>
                      <a:pt x="1852" y="565"/>
                    </a:cubicBezTo>
                    <a:cubicBezTo>
                      <a:pt x="1852" y="565"/>
                      <a:pt x="1616" y="0"/>
                      <a:pt x="944" y="0"/>
                    </a:cubicBezTo>
                    <a:cubicBezTo>
                      <a:pt x="271" y="0"/>
                      <a:pt x="44" y="621"/>
                      <a:pt x="44" y="621"/>
                    </a:cubicBezTo>
                    <a:cubicBezTo>
                      <a:pt x="44" y="621"/>
                      <a:pt x="0" y="1146"/>
                      <a:pt x="44" y="1202"/>
                    </a:cubicBezTo>
                    <a:cubicBezTo>
                      <a:pt x="88" y="1258"/>
                      <a:pt x="180" y="1461"/>
                      <a:pt x="180" y="1461"/>
                    </a:cubicBezTo>
                  </a:path>
                </a:pathLst>
              </a:custGeom>
              <a:solidFill>
                <a:srgbClr val="4A484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7" name="Freeform: Shape 52"/>
              <p:cNvSpPr>
                <a:spLocks/>
              </p:cNvSpPr>
              <p:nvPr/>
            </p:nvSpPr>
            <p:spPr bwMode="auto">
              <a:xfrm>
                <a:off x="9735309" y="9866248"/>
                <a:ext cx="785079" cy="401795"/>
              </a:xfrm>
              <a:custGeom>
                <a:avLst/>
                <a:gdLst>
                  <a:gd name="T0" fmla="*/ 637 w 1641"/>
                  <a:gd name="T1" fmla="*/ 8 h 841"/>
                  <a:gd name="T2" fmla="*/ 637 w 1641"/>
                  <a:gd name="T3" fmla="*/ 8 h 841"/>
                  <a:gd name="T4" fmla="*/ 1039 w 1641"/>
                  <a:gd name="T5" fmla="*/ 123 h 841"/>
                  <a:gd name="T6" fmla="*/ 1394 w 1641"/>
                  <a:gd name="T7" fmla="*/ 267 h 841"/>
                  <a:gd name="T8" fmla="*/ 1493 w 1641"/>
                  <a:gd name="T9" fmla="*/ 394 h 841"/>
                  <a:gd name="T10" fmla="*/ 1640 w 1641"/>
                  <a:gd name="T11" fmla="*/ 513 h 841"/>
                  <a:gd name="T12" fmla="*/ 1298 w 1641"/>
                  <a:gd name="T13" fmla="*/ 840 h 841"/>
                  <a:gd name="T14" fmla="*/ 1139 w 1641"/>
                  <a:gd name="T15" fmla="*/ 752 h 841"/>
                  <a:gd name="T16" fmla="*/ 482 w 1641"/>
                  <a:gd name="T17" fmla="*/ 597 h 841"/>
                  <a:gd name="T18" fmla="*/ 4 w 1641"/>
                  <a:gd name="T19" fmla="*/ 59 h 841"/>
                  <a:gd name="T20" fmla="*/ 20 w 1641"/>
                  <a:gd name="T21" fmla="*/ 8 h 841"/>
                  <a:gd name="T22" fmla="*/ 195 w 1641"/>
                  <a:gd name="T23" fmla="*/ 95 h 841"/>
                  <a:gd name="T24" fmla="*/ 462 w 1641"/>
                  <a:gd name="T25" fmla="*/ 362 h 841"/>
                  <a:gd name="T26" fmla="*/ 203 w 1641"/>
                  <a:gd name="T27" fmla="*/ 59 h 841"/>
                  <a:gd name="T28" fmla="*/ 203 w 1641"/>
                  <a:gd name="T29" fmla="*/ 8 h 841"/>
                  <a:gd name="T30" fmla="*/ 382 w 1641"/>
                  <a:gd name="T31" fmla="*/ 87 h 841"/>
                  <a:gd name="T32" fmla="*/ 848 w 1641"/>
                  <a:gd name="T33" fmla="*/ 390 h 841"/>
                  <a:gd name="T34" fmla="*/ 940 w 1641"/>
                  <a:gd name="T35" fmla="*/ 263 h 841"/>
                  <a:gd name="T36" fmla="*/ 741 w 1641"/>
                  <a:gd name="T37" fmla="*/ 211 h 841"/>
                  <a:gd name="T38" fmla="*/ 637 w 1641"/>
                  <a:gd name="T39" fmla="*/ 8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41" h="841">
                    <a:moveTo>
                      <a:pt x="637" y="8"/>
                    </a:moveTo>
                    <a:lnTo>
                      <a:pt x="637" y="8"/>
                    </a:lnTo>
                    <a:cubicBezTo>
                      <a:pt x="637" y="8"/>
                      <a:pt x="959" y="111"/>
                      <a:pt x="1039" y="123"/>
                    </a:cubicBezTo>
                    <a:cubicBezTo>
                      <a:pt x="1118" y="135"/>
                      <a:pt x="1298" y="159"/>
                      <a:pt x="1394" y="267"/>
                    </a:cubicBezTo>
                    <a:cubicBezTo>
                      <a:pt x="1489" y="374"/>
                      <a:pt x="1457" y="366"/>
                      <a:pt x="1493" y="394"/>
                    </a:cubicBezTo>
                    <a:cubicBezTo>
                      <a:pt x="1525" y="422"/>
                      <a:pt x="1640" y="513"/>
                      <a:pt x="1640" y="513"/>
                    </a:cubicBezTo>
                    <a:cubicBezTo>
                      <a:pt x="1298" y="840"/>
                      <a:pt x="1298" y="840"/>
                      <a:pt x="1298" y="840"/>
                    </a:cubicBezTo>
                    <a:cubicBezTo>
                      <a:pt x="1298" y="840"/>
                      <a:pt x="1179" y="764"/>
                      <a:pt x="1139" y="752"/>
                    </a:cubicBezTo>
                    <a:cubicBezTo>
                      <a:pt x="1103" y="740"/>
                      <a:pt x="526" y="625"/>
                      <a:pt x="482" y="597"/>
                    </a:cubicBezTo>
                    <a:cubicBezTo>
                      <a:pt x="434" y="569"/>
                      <a:pt x="8" y="75"/>
                      <a:pt x="4" y="59"/>
                    </a:cubicBezTo>
                    <a:cubicBezTo>
                      <a:pt x="0" y="43"/>
                      <a:pt x="0" y="16"/>
                      <a:pt x="20" y="8"/>
                    </a:cubicBezTo>
                    <a:cubicBezTo>
                      <a:pt x="40" y="3"/>
                      <a:pt x="115" y="0"/>
                      <a:pt x="195" y="95"/>
                    </a:cubicBezTo>
                    <a:cubicBezTo>
                      <a:pt x="275" y="187"/>
                      <a:pt x="462" y="362"/>
                      <a:pt x="462" y="362"/>
                    </a:cubicBezTo>
                    <a:cubicBezTo>
                      <a:pt x="203" y="59"/>
                      <a:pt x="203" y="59"/>
                      <a:pt x="203" y="59"/>
                    </a:cubicBezTo>
                    <a:cubicBezTo>
                      <a:pt x="203" y="59"/>
                      <a:pt x="195" y="8"/>
                      <a:pt x="203" y="8"/>
                    </a:cubicBezTo>
                    <a:cubicBezTo>
                      <a:pt x="215" y="8"/>
                      <a:pt x="295" y="0"/>
                      <a:pt x="382" y="87"/>
                    </a:cubicBezTo>
                    <a:cubicBezTo>
                      <a:pt x="474" y="179"/>
                      <a:pt x="657" y="406"/>
                      <a:pt x="848" y="390"/>
                    </a:cubicBezTo>
                    <a:cubicBezTo>
                      <a:pt x="1043" y="370"/>
                      <a:pt x="940" y="263"/>
                      <a:pt x="940" y="263"/>
                    </a:cubicBezTo>
                    <a:cubicBezTo>
                      <a:pt x="940" y="263"/>
                      <a:pt x="780" y="211"/>
                      <a:pt x="741" y="211"/>
                    </a:cubicBezTo>
                    <a:cubicBezTo>
                      <a:pt x="701" y="211"/>
                      <a:pt x="589" y="115"/>
                      <a:pt x="637" y="8"/>
                    </a:cubicBezTo>
                  </a:path>
                </a:pathLst>
              </a:custGeom>
              <a:solidFill>
                <a:srgbClr val="FDD8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8" name="Freeform: Shape 53"/>
              <p:cNvSpPr>
                <a:spLocks/>
              </p:cNvSpPr>
              <p:nvPr/>
            </p:nvSpPr>
            <p:spPr bwMode="auto">
              <a:xfrm>
                <a:off x="10001940" y="8525523"/>
                <a:ext cx="234889" cy="391221"/>
              </a:xfrm>
              <a:custGeom>
                <a:avLst/>
                <a:gdLst>
                  <a:gd name="T0" fmla="*/ 494 w 495"/>
                  <a:gd name="T1" fmla="*/ 584 h 820"/>
                  <a:gd name="T2" fmla="*/ 494 w 495"/>
                  <a:gd name="T3" fmla="*/ 584 h 820"/>
                  <a:gd name="T4" fmla="*/ 199 w 495"/>
                  <a:gd name="T5" fmla="*/ 477 h 820"/>
                  <a:gd name="T6" fmla="*/ 196 w 495"/>
                  <a:gd name="T7" fmla="*/ 445 h 820"/>
                  <a:gd name="T8" fmla="*/ 327 w 495"/>
                  <a:gd name="T9" fmla="*/ 203 h 820"/>
                  <a:gd name="T10" fmla="*/ 339 w 495"/>
                  <a:gd name="T11" fmla="*/ 119 h 820"/>
                  <a:gd name="T12" fmla="*/ 223 w 495"/>
                  <a:gd name="T13" fmla="*/ 154 h 820"/>
                  <a:gd name="T14" fmla="*/ 223 w 495"/>
                  <a:gd name="T15" fmla="*/ 154 h 820"/>
                  <a:gd name="T16" fmla="*/ 215 w 495"/>
                  <a:gd name="T17" fmla="*/ 166 h 820"/>
                  <a:gd name="T18" fmla="*/ 211 w 495"/>
                  <a:gd name="T19" fmla="*/ 175 h 820"/>
                  <a:gd name="T20" fmla="*/ 152 w 495"/>
                  <a:gd name="T21" fmla="*/ 258 h 820"/>
                  <a:gd name="T22" fmla="*/ 164 w 495"/>
                  <a:gd name="T23" fmla="*/ 75 h 820"/>
                  <a:gd name="T24" fmla="*/ 84 w 495"/>
                  <a:gd name="T25" fmla="*/ 51 h 820"/>
                  <a:gd name="T26" fmla="*/ 0 w 495"/>
                  <a:gd name="T27" fmla="*/ 378 h 820"/>
                  <a:gd name="T28" fmla="*/ 303 w 495"/>
                  <a:gd name="T29" fmla="*/ 776 h 820"/>
                  <a:gd name="T30" fmla="*/ 494 w 495"/>
                  <a:gd name="T31" fmla="*/ 584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95" h="820">
                    <a:moveTo>
                      <a:pt x="494" y="584"/>
                    </a:moveTo>
                    <a:lnTo>
                      <a:pt x="494" y="584"/>
                    </a:lnTo>
                    <a:cubicBezTo>
                      <a:pt x="494" y="584"/>
                      <a:pt x="220" y="540"/>
                      <a:pt x="199" y="477"/>
                    </a:cubicBezTo>
                    <a:cubicBezTo>
                      <a:pt x="196" y="469"/>
                      <a:pt x="196" y="457"/>
                      <a:pt x="196" y="445"/>
                    </a:cubicBezTo>
                    <a:cubicBezTo>
                      <a:pt x="196" y="445"/>
                      <a:pt x="311" y="226"/>
                      <a:pt x="327" y="203"/>
                    </a:cubicBezTo>
                    <a:cubicBezTo>
                      <a:pt x="346" y="170"/>
                      <a:pt x="363" y="135"/>
                      <a:pt x="339" y="119"/>
                    </a:cubicBezTo>
                    <a:cubicBezTo>
                      <a:pt x="339" y="119"/>
                      <a:pt x="287" y="59"/>
                      <a:pt x="223" y="154"/>
                    </a:cubicBezTo>
                    <a:lnTo>
                      <a:pt x="223" y="154"/>
                    </a:lnTo>
                    <a:cubicBezTo>
                      <a:pt x="220" y="159"/>
                      <a:pt x="220" y="163"/>
                      <a:pt x="215" y="166"/>
                    </a:cubicBezTo>
                    <a:cubicBezTo>
                      <a:pt x="215" y="170"/>
                      <a:pt x="211" y="170"/>
                      <a:pt x="211" y="175"/>
                    </a:cubicBezTo>
                    <a:cubicBezTo>
                      <a:pt x="187" y="210"/>
                      <a:pt x="168" y="238"/>
                      <a:pt x="152" y="258"/>
                    </a:cubicBezTo>
                    <a:cubicBezTo>
                      <a:pt x="159" y="238"/>
                      <a:pt x="192" y="99"/>
                      <a:pt x="164" y="75"/>
                    </a:cubicBezTo>
                    <a:cubicBezTo>
                      <a:pt x="164" y="75"/>
                      <a:pt x="112" y="0"/>
                      <a:pt x="84" y="51"/>
                    </a:cubicBezTo>
                    <a:cubicBezTo>
                      <a:pt x="56" y="107"/>
                      <a:pt x="0" y="378"/>
                      <a:pt x="0" y="378"/>
                    </a:cubicBezTo>
                    <a:cubicBezTo>
                      <a:pt x="0" y="378"/>
                      <a:pt x="132" y="819"/>
                      <a:pt x="303" y="776"/>
                    </a:cubicBezTo>
                    <a:cubicBezTo>
                      <a:pt x="474" y="736"/>
                      <a:pt x="494" y="584"/>
                      <a:pt x="494" y="584"/>
                    </a:cubicBezTo>
                  </a:path>
                </a:pathLst>
              </a:custGeom>
              <a:solidFill>
                <a:srgbClr val="F6BF8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9" name="Freeform: Shape 54"/>
              <p:cNvSpPr>
                <a:spLocks/>
              </p:cNvSpPr>
              <p:nvPr/>
            </p:nvSpPr>
            <p:spPr bwMode="auto">
              <a:xfrm>
                <a:off x="9881321" y="8495917"/>
                <a:ext cx="495171" cy="723230"/>
              </a:xfrm>
              <a:custGeom>
                <a:avLst/>
                <a:gdLst>
                  <a:gd name="T0" fmla="*/ 67 w 1036"/>
                  <a:gd name="T1" fmla="*/ 307 h 1514"/>
                  <a:gd name="T2" fmla="*/ 67 w 1036"/>
                  <a:gd name="T3" fmla="*/ 307 h 1514"/>
                  <a:gd name="T4" fmla="*/ 0 w 1036"/>
                  <a:gd name="T5" fmla="*/ 64 h 1514"/>
                  <a:gd name="T6" fmla="*/ 123 w 1036"/>
                  <a:gd name="T7" fmla="*/ 96 h 1514"/>
                  <a:gd name="T8" fmla="*/ 414 w 1036"/>
                  <a:gd name="T9" fmla="*/ 650 h 1514"/>
                  <a:gd name="T10" fmla="*/ 724 w 1036"/>
                  <a:gd name="T11" fmla="*/ 586 h 1514"/>
                  <a:gd name="T12" fmla="*/ 991 w 1036"/>
                  <a:gd name="T13" fmla="*/ 283 h 1514"/>
                  <a:gd name="T14" fmla="*/ 995 w 1036"/>
                  <a:gd name="T15" fmla="*/ 399 h 1514"/>
                  <a:gd name="T16" fmla="*/ 856 w 1036"/>
                  <a:gd name="T17" fmla="*/ 960 h 1514"/>
                  <a:gd name="T18" fmla="*/ 939 w 1036"/>
                  <a:gd name="T19" fmla="*/ 1055 h 1514"/>
                  <a:gd name="T20" fmla="*/ 820 w 1036"/>
                  <a:gd name="T21" fmla="*/ 1513 h 1514"/>
                  <a:gd name="T22" fmla="*/ 390 w 1036"/>
                  <a:gd name="T23" fmla="*/ 1282 h 1514"/>
                  <a:gd name="T24" fmla="*/ 67 w 1036"/>
                  <a:gd name="T25" fmla="*/ 307 h 15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6" h="1514">
                    <a:moveTo>
                      <a:pt x="67" y="307"/>
                    </a:moveTo>
                    <a:lnTo>
                      <a:pt x="67" y="307"/>
                    </a:ln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72" y="0"/>
                      <a:pt x="123" y="96"/>
                    </a:cubicBezTo>
                    <a:cubicBezTo>
                      <a:pt x="171" y="187"/>
                      <a:pt x="358" y="622"/>
                      <a:pt x="414" y="650"/>
                    </a:cubicBezTo>
                    <a:cubicBezTo>
                      <a:pt x="470" y="673"/>
                      <a:pt x="664" y="693"/>
                      <a:pt x="724" y="586"/>
                    </a:cubicBezTo>
                    <a:cubicBezTo>
                      <a:pt x="780" y="475"/>
                      <a:pt x="844" y="231"/>
                      <a:pt x="991" y="283"/>
                    </a:cubicBezTo>
                    <a:cubicBezTo>
                      <a:pt x="991" y="283"/>
                      <a:pt x="1035" y="311"/>
                      <a:pt x="995" y="399"/>
                    </a:cubicBezTo>
                    <a:cubicBezTo>
                      <a:pt x="951" y="486"/>
                      <a:pt x="820" y="892"/>
                      <a:pt x="856" y="960"/>
                    </a:cubicBezTo>
                    <a:cubicBezTo>
                      <a:pt x="891" y="1024"/>
                      <a:pt x="939" y="1055"/>
                      <a:pt x="939" y="1055"/>
                    </a:cubicBezTo>
                    <a:cubicBezTo>
                      <a:pt x="820" y="1513"/>
                      <a:pt x="820" y="1513"/>
                      <a:pt x="820" y="1513"/>
                    </a:cubicBezTo>
                    <a:cubicBezTo>
                      <a:pt x="820" y="1513"/>
                      <a:pt x="473" y="1457"/>
                      <a:pt x="390" y="1282"/>
                    </a:cubicBezTo>
                    <a:cubicBezTo>
                      <a:pt x="306" y="1103"/>
                      <a:pt x="67" y="307"/>
                      <a:pt x="67" y="307"/>
                    </a:cubicBezTo>
                  </a:path>
                </a:pathLst>
              </a:custGeom>
              <a:solidFill>
                <a:srgbClr val="FDD8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0" name="Freeform: Shape 55"/>
              <p:cNvSpPr>
                <a:spLocks/>
              </p:cNvSpPr>
              <p:nvPr/>
            </p:nvSpPr>
            <p:spPr bwMode="auto">
              <a:xfrm>
                <a:off x="13817296" y="8525523"/>
                <a:ext cx="234889" cy="391221"/>
              </a:xfrm>
              <a:custGeom>
                <a:avLst/>
                <a:gdLst>
                  <a:gd name="T0" fmla="*/ 0 w 494"/>
                  <a:gd name="T1" fmla="*/ 584 h 820"/>
                  <a:gd name="T2" fmla="*/ 0 w 494"/>
                  <a:gd name="T3" fmla="*/ 584 h 820"/>
                  <a:gd name="T4" fmla="*/ 299 w 494"/>
                  <a:gd name="T5" fmla="*/ 477 h 820"/>
                  <a:gd name="T6" fmla="*/ 299 w 494"/>
                  <a:gd name="T7" fmla="*/ 445 h 820"/>
                  <a:gd name="T8" fmla="*/ 171 w 494"/>
                  <a:gd name="T9" fmla="*/ 203 h 820"/>
                  <a:gd name="T10" fmla="*/ 159 w 494"/>
                  <a:gd name="T11" fmla="*/ 119 h 820"/>
                  <a:gd name="T12" fmla="*/ 271 w 494"/>
                  <a:gd name="T13" fmla="*/ 154 h 820"/>
                  <a:gd name="T14" fmla="*/ 271 w 494"/>
                  <a:gd name="T15" fmla="*/ 154 h 820"/>
                  <a:gd name="T16" fmla="*/ 278 w 494"/>
                  <a:gd name="T17" fmla="*/ 166 h 820"/>
                  <a:gd name="T18" fmla="*/ 287 w 494"/>
                  <a:gd name="T19" fmla="*/ 175 h 820"/>
                  <a:gd name="T20" fmla="*/ 342 w 494"/>
                  <a:gd name="T21" fmla="*/ 258 h 820"/>
                  <a:gd name="T22" fmla="*/ 330 w 494"/>
                  <a:gd name="T23" fmla="*/ 75 h 820"/>
                  <a:gd name="T24" fmla="*/ 414 w 494"/>
                  <a:gd name="T25" fmla="*/ 51 h 820"/>
                  <a:gd name="T26" fmla="*/ 493 w 494"/>
                  <a:gd name="T27" fmla="*/ 378 h 820"/>
                  <a:gd name="T28" fmla="*/ 195 w 494"/>
                  <a:gd name="T29" fmla="*/ 776 h 820"/>
                  <a:gd name="T30" fmla="*/ 0 w 494"/>
                  <a:gd name="T31" fmla="*/ 584 h 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94" h="820">
                    <a:moveTo>
                      <a:pt x="0" y="584"/>
                    </a:moveTo>
                    <a:lnTo>
                      <a:pt x="0" y="584"/>
                    </a:lnTo>
                    <a:cubicBezTo>
                      <a:pt x="0" y="584"/>
                      <a:pt x="274" y="540"/>
                      <a:pt x="299" y="477"/>
                    </a:cubicBezTo>
                    <a:cubicBezTo>
                      <a:pt x="299" y="469"/>
                      <a:pt x="302" y="457"/>
                      <a:pt x="299" y="445"/>
                    </a:cubicBezTo>
                    <a:cubicBezTo>
                      <a:pt x="299" y="445"/>
                      <a:pt x="183" y="226"/>
                      <a:pt x="171" y="203"/>
                    </a:cubicBezTo>
                    <a:cubicBezTo>
                      <a:pt x="147" y="170"/>
                      <a:pt x="131" y="135"/>
                      <a:pt x="159" y="119"/>
                    </a:cubicBezTo>
                    <a:cubicBezTo>
                      <a:pt x="159" y="119"/>
                      <a:pt x="207" y="59"/>
                      <a:pt x="271" y="154"/>
                    </a:cubicBezTo>
                    <a:lnTo>
                      <a:pt x="271" y="154"/>
                    </a:lnTo>
                    <a:cubicBezTo>
                      <a:pt x="274" y="159"/>
                      <a:pt x="278" y="163"/>
                      <a:pt x="278" y="166"/>
                    </a:cubicBezTo>
                    <a:cubicBezTo>
                      <a:pt x="283" y="170"/>
                      <a:pt x="283" y="170"/>
                      <a:pt x="287" y="175"/>
                    </a:cubicBezTo>
                    <a:cubicBezTo>
                      <a:pt x="306" y="210"/>
                      <a:pt x="326" y="238"/>
                      <a:pt x="342" y="258"/>
                    </a:cubicBezTo>
                    <a:cubicBezTo>
                      <a:pt x="339" y="238"/>
                      <a:pt x="306" y="99"/>
                      <a:pt x="330" y="75"/>
                    </a:cubicBezTo>
                    <a:cubicBezTo>
                      <a:pt x="330" y="75"/>
                      <a:pt x="386" y="0"/>
                      <a:pt x="414" y="51"/>
                    </a:cubicBezTo>
                    <a:cubicBezTo>
                      <a:pt x="438" y="107"/>
                      <a:pt x="493" y="378"/>
                      <a:pt x="493" y="378"/>
                    </a:cubicBezTo>
                    <a:cubicBezTo>
                      <a:pt x="493" y="378"/>
                      <a:pt x="366" y="819"/>
                      <a:pt x="195" y="776"/>
                    </a:cubicBezTo>
                    <a:cubicBezTo>
                      <a:pt x="20" y="736"/>
                      <a:pt x="0" y="584"/>
                      <a:pt x="0" y="584"/>
                    </a:cubicBezTo>
                  </a:path>
                </a:pathLst>
              </a:custGeom>
              <a:solidFill>
                <a:srgbClr val="F6BF8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1" name="Freeform: Shape 56"/>
              <p:cNvSpPr>
                <a:spLocks/>
              </p:cNvSpPr>
              <p:nvPr/>
            </p:nvSpPr>
            <p:spPr bwMode="auto">
              <a:xfrm>
                <a:off x="13679748" y="8495917"/>
                <a:ext cx="495171" cy="723230"/>
              </a:xfrm>
              <a:custGeom>
                <a:avLst/>
                <a:gdLst>
                  <a:gd name="T0" fmla="*/ 963 w 1036"/>
                  <a:gd name="T1" fmla="*/ 307 h 1514"/>
                  <a:gd name="T2" fmla="*/ 963 w 1036"/>
                  <a:gd name="T3" fmla="*/ 307 h 1514"/>
                  <a:gd name="T4" fmla="*/ 1035 w 1036"/>
                  <a:gd name="T5" fmla="*/ 64 h 1514"/>
                  <a:gd name="T6" fmla="*/ 912 w 1036"/>
                  <a:gd name="T7" fmla="*/ 96 h 1514"/>
                  <a:gd name="T8" fmla="*/ 617 w 1036"/>
                  <a:gd name="T9" fmla="*/ 650 h 1514"/>
                  <a:gd name="T10" fmla="*/ 311 w 1036"/>
                  <a:gd name="T11" fmla="*/ 586 h 1514"/>
                  <a:gd name="T12" fmla="*/ 40 w 1036"/>
                  <a:gd name="T13" fmla="*/ 283 h 1514"/>
                  <a:gd name="T14" fmla="*/ 40 w 1036"/>
                  <a:gd name="T15" fmla="*/ 399 h 1514"/>
                  <a:gd name="T16" fmla="*/ 179 w 1036"/>
                  <a:gd name="T17" fmla="*/ 960 h 1514"/>
                  <a:gd name="T18" fmla="*/ 95 w 1036"/>
                  <a:gd name="T19" fmla="*/ 1055 h 1514"/>
                  <a:gd name="T20" fmla="*/ 212 w 1036"/>
                  <a:gd name="T21" fmla="*/ 1513 h 1514"/>
                  <a:gd name="T22" fmla="*/ 641 w 1036"/>
                  <a:gd name="T23" fmla="*/ 1282 h 1514"/>
                  <a:gd name="T24" fmla="*/ 963 w 1036"/>
                  <a:gd name="T25" fmla="*/ 307 h 15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36" h="1514">
                    <a:moveTo>
                      <a:pt x="963" y="307"/>
                    </a:moveTo>
                    <a:lnTo>
                      <a:pt x="963" y="307"/>
                    </a:lnTo>
                    <a:cubicBezTo>
                      <a:pt x="1035" y="64"/>
                      <a:pt x="1035" y="64"/>
                      <a:pt x="1035" y="64"/>
                    </a:cubicBezTo>
                    <a:cubicBezTo>
                      <a:pt x="1035" y="64"/>
                      <a:pt x="963" y="0"/>
                      <a:pt x="912" y="96"/>
                    </a:cubicBezTo>
                    <a:cubicBezTo>
                      <a:pt x="860" y="187"/>
                      <a:pt x="673" y="622"/>
                      <a:pt x="617" y="650"/>
                    </a:cubicBezTo>
                    <a:cubicBezTo>
                      <a:pt x="561" y="673"/>
                      <a:pt x="371" y="693"/>
                      <a:pt x="311" y="586"/>
                    </a:cubicBezTo>
                    <a:cubicBezTo>
                      <a:pt x="251" y="475"/>
                      <a:pt x="191" y="231"/>
                      <a:pt x="40" y="283"/>
                    </a:cubicBezTo>
                    <a:cubicBezTo>
                      <a:pt x="40" y="283"/>
                      <a:pt x="0" y="311"/>
                      <a:pt x="40" y="399"/>
                    </a:cubicBezTo>
                    <a:cubicBezTo>
                      <a:pt x="80" y="486"/>
                      <a:pt x="215" y="892"/>
                      <a:pt x="179" y="960"/>
                    </a:cubicBezTo>
                    <a:cubicBezTo>
                      <a:pt x="144" y="1024"/>
                      <a:pt x="95" y="1055"/>
                      <a:pt x="95" y="1055"/>
                    </a:cubicBezTo>
                    <a:cubicBezTo>
                      <a:pt x="212" y="1513"/>
                      <a:pt x="212" y="1513"/>
                      <a:pt x="212" y="1513"/>
                    </a:cubicBezTo>
                    <a:cubicBezTo>
                      <a:pt x="212" y="1513"/>
                      <a:pt x="558" y="1457"/>
                      <a:pt x="641" y="1282"/>
                    </a:cubicBezTo>
                    <a:cubicBezTo>
                      <a:pt x="729" y="1103"/>
                      <a:pt x="963" y="307"/>
                      <a:pt x="963" y="307"/>
                    </a:cubicBezTo>
                  </a:path>
                </a:pathLst>
              </a:custGeom>
              <a:solidFill>
                <a:srgbClr val="FDD8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2" name="Freeform: Shape 57"/>
              <p:cNvSpPr>
                <a:spLocks/>
              </p:cNvSpPr>
              <p:nvPr/>
            </p:nvSpPr>
            <p:spPr bwMode="auto">
              <a:xfrm>
                <a:off x="13675516" y="8999218"/>
                <a:ext cx="281443" cy="198783"/>
              </a:xfrm>
              <a:custGeom>
                <a:avLst/>
                <a:gdLst>
                  <a:gd name="T0" fmla="*/ 0 w 591"/>
                  <a:gd name="T1" fmla="*/ 91 h 419"/>
                  <a:gd name="T2" fmla="*/ 103 w 591"/>
                  <a:gd name="T3" fmla="*/ 0 h 419"/>
                  <a:gd name="T4" fmla="*/ 590 w 591"/>
                  <a:gd name="T5" fmla="*/ 310 h 419"/>
                  <a:gd name="T6" fmla="*/ 462 w 591"/>
                  <a:gd name="T7" fmla="*/ 418 h 419"/>
                  <a:gd name="T8" fmla="*/ 0 w 591"/>
                  <a:gd name="T9" fmla="*/ 91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1" h="419">
                    <a:moveTo>
                      <a:pt x="0" y="91"/>
                    </a:moveTo>
                    <a:lnTo>
                      <a:pt x="103" y="0"/>
                    </a:lnTo>
                    <a:lnTo>
                      <a:pt x="590" y="310"/>
                    </a:lnTo>
                    <a:lnTo>
                      <a:pt x="462" y="418"/>
                    </a:lnTo>
                    <a:lnTo>
                      <a:pt x="0" y="91"/>
                    </a:lnTo>
                  </a:path>
                </a:pathLst>
              </a:custGeom>
              <a:solidFill>
                <a:srgbClr val="FCF6F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3" name="Freeform: Shape 58"/>
              <p:cNvSpPr>
                <a:spLocks/>
              </p:cNvSpPr>
              <p:nvPr/>
            </p:nvSpPr>
            <p:spPr bwMode="auto">
              <a:xfrm>
                <a:off x="10099281" y="8999218"/>
                <a:ext cx="279327" cy="198783"/>
              </a:xfrm>
              <a:custGeom>
                <a:avLst/>
                <a:gdLst>
                  <a:gd name="T0" fmla="*/ 585 w 586"/>
                  <a:gd name="T1" fmla="*/ 91 h 419"/>
                  <a:gd name="T2" fmla="*/ 482 w 586"/>
                  <a:gd name="T3" fmla="*/ 0 h 419"/>
                  <a:gd name="T4" fmla="*/ 0 w 586"/>
                  <a:gd name="T5" fmla="*/ 310 h 419"/>
                  <a:gd name="T6" fmla="*/ 128 w 586"/>
                  <a:gd name="T7" fmla="*/ 418 h 419"/>
                  <a:gd name="T8" fmla="*/ 585 w 586"/>
                  <a:gd name="T9" fmla="*/ 91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6" h="419">
                    <a:moveTo>
                      <a:pt x="585" y="91"/>
                    </a:moveTo>
                    <a:lnTo>
                      <a:pt x="482" y="0"/>
                    </a:lnTo>
                    <a:lnTo>
                      <a:pt x="0" y="310"/>
                    </a:lnTo>
                    <a:lnTo>
                      <a:pt x="128" y="418"/>
                    </a:lnTo>
                    <a:lnTo>
                      <a:pt x="585" y="91"/>
                    </a:lnTo>
                  </a:path>
                </a:pathLst>
              </a:custGeom>
              <a:solidFill>
                <a:srgbClr val="FCF6F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4" name="Freeform: Shape 59"/>
              <p:cNvSpPr>
                <a:spLocks/>
              </p:cNvSpPr>
              <p:nvPr/>
            </p:nvSpPr>
            <p:spPr bwMode="auto">
              <a:xfrm>
                <a:off x="10107746" y="9016136"/>
                <a:ext cx="1695008" cy="752836"/>
              </a:xfrm>
              <a:custGeom>
                <a:avLst/>
                <a:gdLst>
                  <a:gd name="T0" fmla="*/ 3534 w 3535"/>
                  <a:gd name="T1" fmla="*/ 1366 h 1574"/>
                  <a:gd name="T2" fmla="*/ 3534 w 3535"/>
                  <a:gd name="T3" fmla="*/ 1366 h 1574"/>
                  <a:gd name="T4" fmla="*/ 2802 w 3535"/>
                  <a:gd name="T5" fmla="*/ 462 h 1574"/>
                  <a:gd name="T6" fmla="*/ 1480 w 3535"/>
                  <a:gd name="T7" fmla="*/ 721 h 1574"/>
                  <a:gd name="T8" fmla="*/ 561 w 3535"/>
                  <a:gd name="T9" fmla="*/ 0 h 1574"/>
                  <a:gd name="T10" fmla="*/ 0 w 3535"/>
                  <a:gd name="T11" fmla="*/ 358 h 1574"/>
                  <a:gd name="T12" fmla="*/ 1504 w 3535"/>
                  <a:gd name="T13" fmla="*/ 1565 h 1574"/>
                  <a:gd name="T14" fmla="*/ 1516 w 3535"/>
                  <a:gd name="T15" fmla="*/ 1565 h 1574"/>
                  <a:gd name="T16" fmla="*/ 3534 w 3535"/>
                  <a:gd name="T17" fmla="*/ 1366 h 1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35" h="1574">
                    <a:moveTo>
                      <a:pt x="3534" y="1366"/>
                    </a:moveTo>
                    <a:lnTo>
                      <a:pt x="3534" y="1366"/>
                    </a:lnTo>
                    <a:cubicBezTo>
                      <a:pt x="2802" y="462"/>
                      <a:pt x="2802" y="462"/>
                      <a:pt x="2802" y="462"/>
                    </a:cubicBezTo>
                    <a:cubicBezTo>
                      <a:pt x="1480" y="721"/>
                      <a:pt x="1480" y="721"/>
                      <a:pt x="1480" y="721"/>
                    </a:cubicBezTo>
                    <a:cubicBezTo>
                      <a:pt x="561" y="0"/>
                      <a:pt x="561" y="0"/>
                      <a:pt x="561" y="0"/>
                    </a:cubicBezTo>
                    <a:cubicBezTo>
                      <a:pt x="0" y="358"/>
                      <a:pt x="0" y="358"/>
                      <a:pt x="0" y="358"/>
                    </a:cubicBezTo>
                    <a:cubicBezTo>
                      <a:pt x="0" y="358"/>
                      <a:pt x="1277" y="1573"/>
                      <a:pt x="1504" y="1565"/>
                    </a:cubicBezTo>
                    <a:cubicBezTo>
                      <a:pt x="1508" y="1565"/>
                      <a:pt x="1512" y="1565"/>
                      <a:pt x="1516" y="1565"/>
                    </a:cubicBezTo>
                    <a:lnTo>
                      <a:pt x="3534" y="1366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5" name="Freeform: Shape 60"/>
              <p:cNvSpPr>
                <a:spLocks/>
              </p:cNvSpPr>
              <p:nvPr/>
            </p:nvSpPr>
            <p:spPr bwMode="auto">
              <a:xfrm>
                <a:off x="12253486" y="9016136"/>
                <a:ext cx="1697124" cy="752836"/>
              </a:xfrm>
              <a:custGeom>
                <a:avLst/>
                <a:gdLst>
                  <a:gd name="T0" fmla="*/ 0 w 3539"/>
                  <a:gd name="T1" fmla="*/ 1366 h 1574"/>
                  <a:gd name="T2" fmla="*/ 0 w 3539"/>
                  <a:gd name="T3" fmla="*/ 1366 h 1574"/>
                  <a:gd name="T4" fmla="*/ 736 w 3539"/>
                  <a:gd name="T5" fmla="*/ 462 h 1574"/>
                  <a:gd name="T6" fmla="*/ 2058 w 3539"/>
                  <a:gd name="T7" fmla="*/ 721 h 1574"/>
                  <a:gd name="T8" fmla="*/ 2977 w 3539"/>
                  <a:gd name="T9" fmla="*/ 0 h 1574"/>
                  <a:gd name="T10" fmla="*/ 3538 w 3539"/>
                  <a:gd name="T11" fmla="*/ 358 h 1574"/>
                  <a:gd name="T12" fmla="*/ 2030 w 3539"/>
                  <a:gd name="T13" fmla="*/ 1565 h 1574"/>
                  <a:gd name="T14" fmla="*/ 2018 w 3539"/>
                  <a:gd name="T15" fmla="*/ 1565 h 1574"/>
                  <a:gd name="T16" fmla="*/ 0 w 3539"/>
                  <a:gd name="T17" fmla="*/ 1366 h 1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39" h="1574">
                    <a:moveTo>
                      <a:pt x="0" y="1366"/>
                    </a:moveTo>
                    <a:lnTo>
                      <a:pt x="0" y="1366"/>
                    </a:lnTo>
                    <a:cubicBezTo>
                      <a:pt x="736" y="462"/>
                      <a:pt x="736" y="462"/>
                      <a:pt x="736" y="462"/>
                    </a:cubicBezTo>
                    <a:cubicBezTo>
                      <a:pt x="2058" y="721"/>
                      <a:pt x="2058" y="721"/>
                      <a:pt x="2058" y="721"/>
                    </a:cubicBezTo>
                    <a:cubicBezTo>
                      <a:pt x="2977" y="0"/>
                      <a:pt x="2977" y="0"/>
                      <a:pt x="2977" y="0"/>
                    </a:cubicBezTo>
                    <a:cubicBezTo>
                      <a:pt x="3538" y="358"/>
                      <a:pt x="3538" y="358"/>
                      <a:pt x="3538" y="358"/>
                    </a:cubicBezTo>
                    <a:cubicBezTo>
                      <a:pt x="3538" y="358"/>
                      <a:pt x="2261" y="1573"/>
                      <a:pt x="2030" y="1565"/>
                    </a:cubicBezTo>
                    <a:cubicBezTo>
                      <a:pt x="2026" y="1565"/>
                      <a:pt x="2022" y="1565"/>
                      <a:pt x="2018" y="1565"/>
                    </a:cubicBezTo>
                    <a:lnTo>
                      <a:pt x="0" y="1366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6" name="Freeform: Shape 61"/>
              <p:cNvSpPr>
                <a:spLocks/>
              </p:cNvSpPr>
              <p:nvPr/>
            </p:nvSpPr>
            <p:spPr bwMode="auto">
              <a:xfrm>
                <a:off x="9724729" y="9866248"/>
                <a:ext cx="785079" cy="401795"/>
              </a:xfrm>
              <a:custGeom>
                <a:avLst/>
                <a:gdLst>
                  <a:gd name="T0" fmla="*/ 637 w 1642"/>
                  <a:gd name="T1" fmla="*/ 8 h 841"/>
                  <a:gd name="T2" fmla="*/ 637 w 1642"/>
                  <a:gd name="T3" fmla="*/ 8 h 841"/>
                  <a:gd name="T4" fmla="*/ 1039 w 1642"/>
                  <a:gd name="T5" fmla="*/ 123 h 841"/>
                  <a:gd name="T6" fmla="*/ 1393 w 1642"/>
                  <a:gd name="T7" fmla="*/ 267 h 841"/>
                  <a:gd name="T8" fmla="*/ 1493 w 1642"/>
                  <a:gd name="T9" fmla="*/ 394 h 841"/>
                  <a:gd name="T10" fmla="*/ 1641 w 1642"/>
                  <a:gd name="T11" fmla="*/ 513 h 841"/>
                  <a:gd name="T12" fmla="*/ 1298 w 1642"/>
                  <a:gd name="T13" fmla="*/ 840 h 841"/>
                  <a:gd name="T14" fmla="*/ 1138 w 1642"/>
                  <a:gd name="T15" fmla="*/ 752 h 841"/>
                  <a:gd name="T16" fmla="*/ 482 w 1642"/>
                  <a:gd name="T17" fmla="*/ 597 h 841"/>
                  <a:gd name="T18" fmla="*/ 4 w 1642"/>
                  <a:gd name="T19" fmla="*/ 59 h 841"/>
                  <a:gd name="T20" fmla="*/ 20 w 1642"/>
                  <a:gd name="T21" fmla="*/ 8 h 841"/>
                  <a:gd name="T22" fmla="*/ 195 w 1642"/>
                  <a:gd name="T23" fmla="*/ 95 h 841"/>
                  <a:gd name="T24" fmla="*/ 462 w 1642"/>
                  <a:gd name="T25" fmla="*/ 362 h 841"/>
                  <a:gd name="T26" fmla="*/ 207 w 1642"/>
                  <a:gd name="T27" fmla="*/ 59 h 841"/>
                  <a:gd name="T28" fmla="*/ 207 w 1642"/>
                  <a:gd name="T29" fmla="*/ 8 h 841"/>
                  <a:gd name="T30" fmla="*/ 386 w 1642"/>
                  <a:gd name="T31" fmla="*/ 87 h 841"/>
                  <a:gd name="T32" fmla="*/ 852 w 1642"/>
                  <a:gd name="T33" fmla="*/ 390 h 841"/>
                  <a:gd name="T34" fmla="*/ 940 w 1642"/>
                  <a:gd name="T35" fmla="*/ 263 h 841"/>
                  <a:gd name="T36" fmla="*/ 741 w 1642"/>
                  <a:gd name="T37" fmla="*/ 211 h 841"/>
                  <a:gd name="T38" fmla="*/ 637 w 1642"/>
                  <a:gd name="T39" fmla="*/ 8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42" h="841">
                    <a:moveTo>
                      <a:pt x="637" y="8"/>
                    </a:moveTo>
                    <a:lnTo>
                      <a:pt x="637" y="8"/>
                    </a:lnTo>
                    <a:cubicBezTo>
                      <a:pt x="637" y="8"/>
                      <a:pt x="960" y="111"/>
                      <a:pt x="1039" y="123"/>
                    </a:cubicBezTo>
                    <a:cubicBezTo>
                      <a:pt x="1119" y="135"/>
                      <a:pt x="1298" y="159"/>
                      <a:pt x="1393" y="267"/>
                    </a:cubicBezTo>
                    <a:cubicBezTo>
                      <a:pt x="1489" y="374"/>
                      <a:pt x="1457" y="366"/>
                      <a:pt x="1493" y="394"/>
                    </a:cubicBezTo>
                    <a:cubicBezTo>
                      <a:pt x="1529" y="422"/>
                      <a:pt x="1641" y="513"/>
                      <a:pt x="1641" y="513"/>
                    </a:cubicBezTo>
                    <a:cubicBezTo>
                      <a:pt x="1298" y="840"/>
                      <a:pt x="1298" y="840"/>
                      <a:pt x="1298" y="840"/>
                    </a:cubicBezTo>
                    <a:cubicBezTo>
                      <a:pt x="1298" y="840"/>
                      <a:pt x="1178" y="764"/>
                      <a:pt x="1138" y="752"/>
                    </a:cubicBezTo>
                    <a:cubicBezTo>
                      <a:pt x="1103" y="740"/>
                      <a:pt x="526" y="625"/>
                      <a:pt x="482" y="597"/>
                    </a:cubicBezTo>
                    <a:cubicBezTo>
                      <a:pt x="434" y="569"/>
                      <a:pt x="12" y="75"/>
                      <a:pt x="4" y="59"/>
                    </a:cubicBezTo>
                    <a:cubicBezTo>
                      <a:pt x="0" y="43"/>
                      <a:pt x="4" y="16"/>
                      <a:pt x="20" y="8"/>
                    </a:cubicBezTo>
                    <a:cubicBezTo>
                      <a:pt x="40" y="3"/>
                      <a:pt x="116" y="0"/>
                      <a:pt x="195" y="95"/>
                    </a:cubicBezTo>
                    <a:cubicBezTo>
                      <a:pt x="275" y="187"/>
                      <a:pt x="462" y="362"/>
                      <a:pt x="462" y="362"/>
                    </a:cubicBezTo>
                    <a:cubicBezTo>
                      <a:pt x="207" y="59"/>
                      <a:pt x="207" y="59"/>
                      <a:pt x="207" y="59"/>
                    </a:cubicBezTo>
                    <a:cubicBezTo>
                      <a:pt x="207" y="59"/>
                      <a:pt x="195" y="8"/>
                      <a:pt x="207" y="8"/>
                    </a:cubicBezTo>
                    <a:cubicBezTo>
                      <a:pt x="215" y="8"/>
                      <a:pt x="295" y="0"/>
                      <a:pt x="386" y="87"/>
                    </a:cubicBezTo>
                    <a:cubicBezTo>
                      <a:pt x="474" y="179"/>
                      <a:pt x="657" y="406"/>
                      <a:pt x="852" y="390"/>
                    </a:cubicBezTo>
                    <a:cubicBezTo>
                      <a:pt x="1043" y="370"/>
                      <a:pt x="940" y="263"/>
                      <a:pt x="940" y="263"/>
                    </a:cubicBezTo>
                    <a:cubicBezTo>
                      <a:pt x="940" y="263"/>
                      <a:pt x="780" y="211"/>
                      <a:pt x="741" y="211"/>
                    </a:cubicBezTo>
                    <a:cubicBezTo>
                      <a:pt x="701" y="211"/>
                      <a:pt x="589" y="115"/>
                      <a:pt x="637" y="8"/>
                    </a:cubicBezTo>
                  </a:path>
                </a:pathLst>
              </a:custGeom>
              <a:solidFill>
                <a:srgbClr val="FDD8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7" name="Freeform: Shape 62"/>
              <p:cNvSpPr>
                <a:spLocks/>
              </p:cNvSpPr>
              <p:nvPr/>
            </p:nvSpPr>
            <p:spPr bwMode="auto">
              <a:xfrm>
                <a:off x="13544317" y="9866248"/>
                <a:ext cx="787195" cy="401795"/>
              </a:xfrm>
              <a:custGeom>
                <a:avLst/>
                <a:gdLst>
                  <a:gd name="T0" fmla="*/ 1003 w 1645"/>
                  <a:gd name="T1" fmla="*/ 8 h 841"/>
                  <a:gd name="T2" fmla="*/ 1003 w 1645"/>
                  <a:gd name="T3" fmla="*/ 8 h 841"/>
                  <a:gd name="T4" fmla="*/ 601 w 1645"/>
                  <a:gd name="T5" fmla="*/ 123 h 841"/>
                  <a:gd name="T6" fmla="*/ 251 w 1645"/>
                  <a:gd name="T7" fmla="*/ 267 h 841"/>
                  <a:gd name="T8" fmla="*/ 151 w 1645"/>
                  <a:gd name="T9" fmla="*/ 394 h 841"/>
                  <a:gd name="T10" fmla="*/ 0 w 1645"/>
                  <a:gd name="T11" fmla="*/ 513 h 841"/>
                  <a:gd name="T12" fmla="*/ 342 w 1645"/>
                  <a:gd name="T13" fmla="*/ 840 h 841"/>
                  <a:gd name="T14" fmla="*/ 501 w 1645"/>
                  <a:gd name="T15" fmla="*/ 752 h 841"/>
                  <a:gd name="T16" fmla="*/ 1162 w 1645"/>
                  <a:gd name="T17" fmla="*/ 597 h 841"/>
                  <a:gd name="T18" fmla="*/ 1636 w 1645"/>
                  <a:gd name="T19" fmla="*/ 59 h 841"/>
                  <a:gd name="T20" fmla="*/ 1619 w 1645"/>
                  <a:gd name="T21" fmla="*/ 8 h 841"/>
                  <a:gd name="T22" fmla="*/ 1449 w 1645"/>
                  <a:gd name="T23" fmla="*/ 95 h 841"/>
                  <a:gd name="T24" fmla="*/ 1178 w 1645"/>
                  <a:gd name="T25" fmla="*/ 362 h 841"/>
                  <a:gd name="T26" fmla="*/ 1437 w 1645"/>
                  <a:gd name="T27" fmla="*/ 59 h 841"/>
                  <a:gd name="T28" fmla="*/ 1437 w 1645"/>
                  <a:gd name="T29" fmla="*/ 8 h 841"/>
                  <a:gd name="T30" fmla="*/ 1257 w 1645"/>
                  <a:gd name="T31" fmla="*/ 87 h 841"/>
                  <a:gd name="T32" fmla="*/ 791 w 1645"/>
                  <a:gd name="T33" fmla="*/ 390 h 841"/>
                  <a:gd name="T34" fmla="*/ 700 w 1645"/>
                  <a:gd name="T35" fmla="*/ 263 h 841"/>
                  <a:gd name="T36" fmla="*/ 903 w 1645"/>
                  <a:gd name="T37" fmla="*/ 211 h 841"/>
                  <a:gd name="T38" fmla="*/ 1003 w 1645"/>
                  <a:gd name="T39" fmla="*/ 8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45" h="841">
                    <a:moveTo>
                      <a:pt x="1003" y="8"/>
                    </a:moveTo>
                    <a:lnTo>
                      <a:pt x="1003" y="8"/>
                    </a:lnTo>
                    <a:cubicBezTo>
                      <a:pt x="1003" y="8"/>
                      <a:pt x="681" y="111"/>
                      <a:pt x="601" y="123"/>
                    </a:cubicBezTo>
                    <a:cubicBezTo>
                      <a:pt x="521" y="135"/>
                      <a:pt x="346" y="159"/>
                      <a:pt x="251" y="267"/>
                    </a:cubicBezTo>
                    <a:cubicBezTo>
                      <a:pt x="151" y="374"/>
                      <a:pt x="183" y="366"/>
                      <a:pt x="151" y="394"/>
                    </a:cubicBezTo>
                    <a:cubicBezTo>
                      <a:pt x="115" y="422"/>
                      <a:pt x="0" y="513"/>
                      <a:pt x="0" y="513"/>
                    </a:cubicBezTo>
                    <a:cubicBezTo>
                      <a:pt x="342" y="840"/>
                      <a:pt x="342" y="840"/>
                      <a:pt x="342" y="840"/>
                    </a:cubicBezTo>
                    <a:cubicBezTo>
                      <a:pt x="342" y="840"/>
                      <a:pt x="461" y="764"/>
                      <a:pt x="501" y="752"/>
                    </a:cubicBezTo>
                    <a:cubicBezTo>
                      <a:pt x="541" y="740"/>
                      <a:pt x="1114" y="625"/>
                      <a:pt x="1162" y="597"/>
                    </a:cubicBezTo>
                    <a:cubicBezTo>
                      <a:pt x="1205" y="569"/>
                      <a:pt x="1632" y="75"/>
                      <a:pt x="1636" y="59"/>
                    </a:cubicBezTo>
                    <a:cubicBezTo>
                      <a:pt x="1644" y="43"/>
                      <a:pt x="1640" y="16"/>
                      <a:pt x="1619" y="8"/>
                    </a:cubicBezTo>
                    <a:cubicBezTo>
                      <a:pt x="1604" y="3"/>
                      <a:pt x="1528" y="0"/>
                      <a:pt x="1449" y="95"/>
                    </a:cubicBezTo>
                    <a:cubicBezTo>
                      <a:pt x="1365" y="187"/>
                      <a:pt x="1178" y="362"/>
                      <a:pt x="1178" y="362"/>
                    </a:cubicBezTo>
                    <a:cubicBezTo>
                      <a:pt x="1437" y="59"/>
                      <a:pt x="1437" y="59"/>
                      <a:pt x="1437" y="59"/>
                    </a:cubicBezTo>
                    <a:cubicBezTo>
                      <a:pt x="1437" y="59"/>
                      <a:pt x="1449" y="8"/>
                      <a:pt x="1437" y="8"/>
                    </a:cubicBezTo>
                    <a:cubicBezTo>
                      <a:pt x="1425" y="8"/>
                      <a:pt x="1349" y="0"/>
                      <a:pt x="1257" y="87"/>
                    </a:cubicBezTo>
                    <a:cubicBezTo>
                      <a:pt x="1166" y="179"/>
                      <a:pt x="983" y="406"/>
                      <a:pt x="791" y="390"/>
                    </a:cubicBezTo>
                    <a:cubicBezTo>
                      <a:pt x="601" y="370"/>
                      <a:pt x="700" y="263"/>
                      <a:pt x="700" y="263"/>
                    </a:cubicBezTo>
                    <a:cubicBezTo>
                      <a:pt x="700" y="263"/>
                      <a:pt x="859" y="211"/>
                      <a:pt x="903" y="211"/>
                    </a:cubicBezTo>
                    <a:cubicBezTo>
                      <a:pt x="943" y="211"/>
                      <a:pt x="1055" y="115"/>
                      <a:pt x="1003" y="8"/>
                    </a:cubicBezTo>
                  </a:path>
                </a:pathLst>
              </a:custGeom>
              <a:solidFill>
                <a:srgbClr val="FDD8A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8" name="Freeform: Shape 63"/>
              <p:cNvSpPr>
                <a:spLocks/>
              </p:cNvSpPr>
              <p:nvPr/>
            </p:nvSpPr>
            <p:spPr bwMode="auto">
              <a:xfrm>
                <a:off x="13432163" y="10026966"/>
                <a:ext cx="315301" cy="342583"/>
              </a:xfrm>
              <a:custGeom>
                <a:avLst/>
                <a:gdLst>
                  <a:gd name="T0" fmla="*/ 0 w 661"/>
                  <a:gd name="T1" fmla="*/ 156 h 718"/>
                  <a:gd name="T2" fmla="*/ 274 w 661"/>
                  <a:gd name="T3" fmla="*/ 0 h 718"/>
                  <a:gd name="T4" fmla="*/ 660 w 661"/>
                  <a:gd name="T5" fmla="*/ 565 h 718"/>
                  <a:gd name="T6" fmla="*/ 402 w 661"/>
                  <a:gd name="T7" fmla="*/ 717 h 718"/>
                  <a:gd name="T8" fmla="*/ 0 w 661"/>
                  <a:gd name="T9" fmla="*/ 156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1" h="718">
                    <a:moveTo>
                      <a:pt x="0" y="156"/>
                    </a:moveTo>
                    <a:lnTo>
                      <a:pt x="274" y="0"/>
                    </a:lnTo>
                    <a:lnTo>
                      <a:pt x="660" y="565"/>
                    </a:lnTo>
                    <a:lnTo>
                      <a:pt x="402" y="717"/>
                    </a:lnTo>
                    <a:lnTo>
                      <a:pt x="0" y="156"/>
                    </a:lnTo>
                  </a:path>
                </a:pathLst>
              </a:custGeom>
              <a:solidFill>
                <a:srgbClr val="FCF6F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19" name="Freeform: Shape 64"/>
              <p:cNvSpPr>
                <a:spLocks/>
              </p:cNvSpPr>
              <p:nvPr/>
            </p:nvSpPr>
            <p:spPr bwMode="auto">
              <a:xfrm>
                <a:off x="12029178" y="9079577"/>
                <a:ext cx="1652686" cy="2049152"/>
              </a:xfrm>
              <a:custGeom>
                <a:avLst/>
                <a:gdLst>
                  <a:gd name="T0" fmla="*/ 493 w 3448"/>
                  <a:gd name="T1" fmla="*/ 0 h 4277"/>
                  <a:gd name="T2" fmla="*/ 493 w 3448"/>
                  <a:gd name="T3" fmla="*/ 0 h 4277"/>
                  <a:gd name="T4" fmla="*/ 1696 w 3448"/>
                  <a:gd name="T5" fmla="*/ 518 h 4277"/>
                  <a:gd name="T6" fmla="*/ 2448 w 3448"/>
                  <a:gd name="T7" fmla="*/ 2290 h 4277"/>
                  <a:gd name="T8" fmla="*/ 2997 w 3448"/>
                  <a:gd name="T9" fmla="*/ 1975 h 4277"/>
                  <a:gd name="T10" fmla="*/ 3447 w 3448"/>
                  <a:gd name="T11" fmla="*/ 2683 h 4277"/>
                  <a:gd name="T12" fmla="*/ 2372 w 3448"/>
                  <a:gd name="T13" fmla="*/ 3257 h 4277"/>
                  <a:gd name="T14" fmla="*/ 2182 w 3448"/>
                  <a:gd name="T15" fmla="*/ 3146 h 4277"/>
                  <a:gd name="T16" fmla="*/ 1389 w 3448"/>
                  <a:gd name="T17" fmla="*/ 2182 h 4277"/>
                  <a:gd name="T18" fmla="*/ 1389 w 3448"/>
                  <a:gd name="T19" fmla="*/ 4276 h 4277"/>
                  <a:gd name="T20" fmla="*/ 0 w 3448"/>
                  <a:gd name="T21" fmla="*/ 4276 h 4277"/>
                  <a:gd name="T22" fmla="*/ 0 w 3448"/>
                  <a:gd name="T23" fmla="*/ 1975 h 4277"/>
                  <a:gd name="T24" fmla="*/ 493 w 3448"/>
                  <a:gd name="T25" fmla="*/ 0 h 4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48" h="4277">
                    <a:moveTo>
                      <a:pt x="493" y="0"/>
                    </a:moveTo>
                    <a:lnTo>
                      <a:pt x="493" y="0"/>
                    </a:lnTo>
                    <a:cubicBezTo>
                      <a:pt x="1696" y="518"/>
                      <a:pt x="1696" y="518"/>
                      <a:pt x="1696" y="518"/>
                    </a:cubicBezTo>
                    <a:cubicBezTo>
                      <a:pt x="2448" y="2290"/>
                      <a:pt x="2448" y="2290"/>
                      <a:pt x="2448" y="2290"/>
                    </a:cubicBezTo>
                    <a:cubicBezTo>
                      <a:pt x="2997" y="1975"/>
                      <a:pt x="2997" y="1975"/>
                      <a:pt x="2997" y="1975"/>
                    </a:cubicBezTo>
                    <a:cubicBezTo>
                      <a:pt x="3447" y="2683"/>
                      <a:pt x="3447" y="2683"/>
                      <a:pt x="3447" y="2683"/>
                    </a:cubicBezTo>
                    <a:cubicBezTo>
                      <a:pt x="3447" y="2683"/>
                      <a:pt x="2424" y="3257"/>
                      <a:pt x="2372" y="3257"/>
                    </a:cubicBezTo>
                    <a:cubicBezTo>
                      <a:pt x="2325" y="3257"/>
                      <a:pt x="2325" y="3281"/>
                      <a:pt x="2182" y="3146"/>
                    </a:cubicBezTo>
                    <a:cubicBezTo>
                      <a:pt x="2034" y="3006"/>
                      <a:pt x="1389" y="2182"/>
                      <a:pt x="1389" y="2182"/>
                    </a:cubicBezTo>
                    <a:cubicBezTo>
                      <a:pt x="1389" y="4276"/>
                      <a:pt x="1389" y="4276"/>
                      <a:pt x="1389" y="4276"/>
                    </a:cubicBezTo>
                    <a:cubicBezTo>
                      <a:pt x="0" y="4276"/>
                      <a:pt x="0" y="4276"/>
                      <a:pt x="0" y="4276"/>
                    </a:cubicBezTo>
                    <a:cubicBezTo>
                      <a:pt x="0" y="1975"/>
                      <a:pt x="0" y="1975"/>
                      <a:pt x="0" y="1975"/>
                    </a:cubicBezTo>
                    <a:cubicBezTo>
                      <a:pt x="493" y="0"/>
                      <a:pt x="493" y="0"/>
                      <a:pt x="493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0" name="Freeform: Shape 65"/>
              <p:cNvSpPr>
                <a:spLocks/>
              </p:cNvSpPr>
              <p:nvPr/>
            </p:nvSpPr>
            <p:spPr bwMode="auto">
              <a:xfrm>
                <a:off x="10310893" y="10026966"/>
                <a:ext cx="317417" cy="342583"/>
              </a:xfrm>
              <a:custGeom>
                <a:avLst/>
                <a:gdLst>
                  <a:gd name="T0" fmla="*/ 665 w 666"/>
                  <a:gd name="T1" fmla="*/ 156 h 718"/>
                  <a:gd name="T2" fmla="*/ 391 w 666"/>
                  <a:gd name="T3" fmla="*/ 0 h 718"/>
                  <a:gd name="T4" fmla="*/ 0 w 666"/>
                  <a:gd name="T5" fmla="*/ 565 h 718"/>
                  <a:gd name="T6" fmla="*/ 259 w 666"/>
                  <a:gd name="T7" fmla="*/ 717 h 718"/>
                  <a:gd name="T8" fmla="*/ 665 w 666"/>
                  <a:gd name="T9" fmla="*/ 156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6" h="718">
                    <a:moveTo>
                      <a:pt x="665" y="156"/>
                    </a:moveTo>
                    <a:lnTo>
                      <a:pt x="391" y="0"/>
                    </a:lnTo>
                    <a:lnTo>
                      <a:pt x="0" y="565"/>
                    </a:lnTo>
                    <a:lnTo>
                      <a:pt x="259" y="717"/>
                    </a:lnTo>
                    <a:lnTo>
                      <a:pt x="665" y="156"/>
                    </a:lnTo>
                  </a:path>
                </a:pathLst>
              </a:custGeom>
              <a:solidFill>
                <a:srgbClr val="FCF6FA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1" name="Freeform: Shape 66"/>
              <p:cNvSpPr>
                <a:spLocks/>
              </p:cNvSpPr>
              <p:nvPr/>
            </p:nvSpPr>
            <p:spPr bwMode="auto">
              <a:xfrm>
                <a:off x="10378608" y="9079577"/>
                <a:ext cx="1648454" cy="2049152"/>
              </a:xfrm>
              <a:custGeom>
                <a:avLst/>
                <a:gdLst>
                  <a:gd name="T0" fmla="*/ 2945 w 3440"/>
                  <a:gd name="T1" fmla="*/ 0 h 4277"/>
                  <a:gd name="T2" fmla="*/ 2945 w 3440"/>
                  <a:gd name="T3" fmla="*/ 0 h 4277"/>
                  <a:gd name="T4" fmla="*/ 1703 w 3440"/>
                  <a:gd name="T5" fmla="*/ 538 h 4277"/>
                  <a:gd name="T6" fmla="*/ 1003 w 3440"/>
                  <a:gd name="T7" fmla="*/ 2290 h 4277"/>
                  <a:gd name="T8" fmla="*/ 454 w 3440"/>
                  <a:gd name="T9" fmla="*/ 1975 h 4277"/>
                  <a:gd name="T10" fmla="*/ 0 w 3440"/>
                  <a:gd name="T11" fmla="*/ 2683 h 4277"/>
                  <a:gd name="T12" fmla="*/ 1074 w 3440"/>
                  <a:gd name="T13" fmla="*/ 3257 h 4277"/>
                  <a:gd name="T14" fmla="*/ 1269 w 3440"/>
                  <a:gd name="T15" fmla="*/ 3146 h 4277"/>
                  <a:gd name="T16" fmla="*/ 2062 w 3440"/>
                  <a:gd name="T17" fmla="*/ 2182 h 4277"/>
                  <a:gd name="T18" fmla="*/ 2062 w 3440"/>
                  <a:gd name="T19" fmla="*/ 4276 h 4277"/>
                  <a:gd name="T20" fmla="*/ 3439 w 3440"/>
                  <a:gd name="T21" fmla="*/ 4276 h 4277"/>
                  <a:gd name="T22" fmla="*/ 3439 w 3440"/>
                  <a:gd name="T23" fmla="*/ 1975 h 4277"/>
                  <a:gd name="T24" fmla="*/ 2945 w 3440"/>
                  <a:gd name="T25" fmla="*/ 0 h 4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40" h="4277">
                    <a:moveTo>
                      <a:pt x="2945" y="0"/>
                    </a:moveTo>
                    <a:lnTo>
                      <a:pt x="2945" y="0"/>
                    </a:lnTo>
                    <a:cubicBezTo>
                      <a:pt x="1703" y="538"/>
                      <a:pt x="1703" y="538"/>
                      <a:pt x="1703" y="538"/>
                    </a:cubicBezTo>
                    <a:cubicBezTo>
                      <a:pt x="1003" y="2290"/>
                      <a:pt x="1003" y="2290"/>
                      <a:pt x="1003" y="2290"/>
                    </a:cubicBezTo>
                    <a:cubicBezTo>
                      <a:pt x="454" y="1975"/>
                      <a:pt x="454" y="1975"/>
                      <a:pt x="454" y="1975"/>
                    </a:cubicBezTo>
                    <a:cubicBezTo>
                      <a:pt x="0" y="2683"/>
                      <a:pt x="0" y="2683"/>
                      <a:pt x="0" y="2683"/>
                    </a:cubicBezTo>
                    <a:cubicBezTo>
                      <a:pt x="0" y="2683"/>
                      <a:pt x="1027" y="3257"/>
                      <a:pt x="1074" y="3257"/>
                    </a:cubicBezTo>
                    <a:cubicBezTo>
                      <a:pt x="1122" y="3257"/>
                      <a:pt x="1122" y="3281"/>
                      <a:pt x="1269" y="3146"/>
                    </a:cubicBezTo>
                    <a:cubicBezTo>
                      <a:pt x="1413" y="3006"/>
                      <a:pt x="2062" y="2182"/>
                      <a:pt x="2062" y="2182"/>
                    </a:cubicBezTo>
                    <a:cubicBezTo>
                      <a:pt x="2062" y="4276"/>
                      <a:pt x="2062" y="4276"/>
                      <a:pt x="2062" y="4276"/>
                    </a:cubicBezTo>
                    <a:cubicBezTo>
                      <a:pt x="3439" y="4276"/>
                      <a:pt x="3439" y="4276"/>
                      <a:pt x="3439" y="4276"/>
                    </a:cubicBezTo>
                    <a:cubicBezTo>
                      <a:pt x="3439" y="1975"/>
                      <a:pt x="3439" y="1975"/>
                      <a:pt x="3439" y="1975"/>
                    </a:cubicBezTo>
                    <a:cubicBezTo>
                      <a:pt x="2945" y="0"/>
                      <a:pt x="2945" y="0"/>
                      <a:pt x="2945" y="0"/>
                    </a:cubicBezTo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2" name="Freeform: Shape 67"/>
              <p:cNvSpPr>
                <a:spLocks/>
              </p:cNvSpPr>
              <p:nvPr/>
            </p:nvSpPr>
            <p:spPr bwMode="auto">
              <a:xfrm>
                <a:off x="11792173" y="9064774"/>
                <a:ext cx="234889" cy="960078"/>
              </a:xfrm>
              <a:custGeom>
                <a:avLst/>
                <a:gdLst>
                  <a:gd name="T0" fmla="*/ 0 w 495"/>
                  <a:gd name="T1" fmla="*/ 0 h 2007"/>
                  <a:gd name="T2" fmla="*/ 478 w 495"/>
                  <a:gd name="T3" fmla="*/ 314 h 2007"/>
                  <a:gd name="T4" fmla="*/ 494 w 495"/>
                  <a:gd name="T5" fmla="*/ 2006 h 2007"/>
                  <a:gd name="T6" fmla="*/ 0 w 495"/>
                  <a:gd name="T7" fmla="*/ 31 h 2007"/>
                  <a:gd name="T8" fmla="*/ 0 w 495"/>
                  <a:gd name="T9" fmla="*/ 0 h 20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5" h="2007">
                    <a:moveTo>
                      <a:pt x="0" y="0"/>
                    </a:moveTo>
                    <a:lnTo>
                      <a:pt x="478" y="314"/>
                    </a:lnTo>
                    <a:lnTo>
                      <a:pt x="494" y="2006"/>
                    </a:lnTo>
                    <a:lnTo>
                      <a:pt x="0" y="3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E8E7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3" name="Freeform: Shape 68"/>
              <p:cNvSpPr>
                <a:spLocks/>
              </p:cNvSpPr>
              <p:nvPr/>
            </p:nvSpPr>
            <p:spPr bwMode="auto">
              <a:xfrm>
                <a:off x="11792173" y="9064774"/>
                <a:ext cx="234889" cy="960078"/>
              </a:xfrm>
              <a:custGeom>
                <a:avLst/>
                <a:gdLst>
                  <a:gd name="T0" fmla="*/ 0 w 495"/>
                  <a:gd name="T1" fmla="*/ 0 h 2007"/>
                  <a:gd name="T2" fmla="*/ 478 w 495"/>
                  <a:gd name="T3" fmla="*/ 314 h 2007"/>
                  <a:gd name="T4" fmla="*/ 494 w 495"/>
                  <a:gd name="T5" fmla="*/ 2006 h 2007"/>
                  <a:gd name="T6" fmla="*/ 0 w 495"/>
                  <a:gd name="T7" fmla="*/ 31 h 2007"/>
                  <a:gd name="T8" fmla="*/ 0 w 495"/>
                  <a:gd name="T9" fmla="*/ 0 h 20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5" h="2007">
                    <a:moveTo>
                      <a:pt x="0" y="0"/>
                    </a:moveTo>
                    <a:lnTo>
                      <a:pt x="478" y="314"/>
                    </a:lnTo>
                    <a:lnTo>
                      <a:pt x="494" y="2006"/>
                    </a:lnTo>
                    <a:lnTo>
                      <a:pt x="0" y="3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E8E7E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4" name="Freeform: Shape 69"/>
              <p:cNvSpPr>
                <a:spLocks/>
              </p:cNvSpPr>
              <p:nvPr/>
            </p:nvSpPr>
            <p:spPr bwMode="auto">
              <a:xfrm>
                <a:off x="12016482" y="9071118"/>
                <a:ext cx="247585" cy="953733"/>
              </a:xfrm>
              <a:custGeom>
                <a:avLst/>
                <a:gdLst>
                  <a:gd name="T0" fmla="*/ 521 w 522"/>
                  <a:gd name="T1" fmla="*/ 0 h 1995"/>
                  <a:gd name="T2" fmla="*/ 0 w 522"/>
                  <a:gd name="T3" fmla="*/ 294 h 1995"/>
                  <a:gd name="T4" fmla="*/ 28 w 522"/>
                  <a:gd name="T5" fmla="*/ 1994 h 1995"/>
                  <a:gd name="T6" fmla="*/ 521 w 522"/>
                  <a:gd name="T7" fmla="*/ 19 h 1995"/>
                  <a:gd name="T8" fmla="*/ 521 w 522"/>
                  <a:gd name="T9" fmla="*/ 0 h 1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2" h="1995">
                    <a:moveTo>
                      <a:pt x="521" y="0"/>
                    </a:moveTo>
                    <a:lnTo>
                      <a:pt x="0" y="294"/>
                    </a:lnTo>
                    <a:lnTo>
                      <a:pt x="28" y="1994"/>
                    </a:lnTo>
                    <a:lnTo>
                      <a:pt x="521" y="19"/>
                    </a:lnTo>
                    <a:lnTo>
                      <a:pt x="521" y="0"/>
                    </a:lnTo>
                  </a:path>
                </a:pathLst>
              </a:custGeom>
              <a:solidFill>
                <a:srgbClr val="F3F3F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5" name="Freeform: Shape 70"/>
              <p:cNvSpPr>
                <a:spLocks/>
              </p:cNvSpPr>
              <p:nvPr/>
            </p:nvSpPr>
            <p:spPr bwMode="auto">
              <a:xfrm>
                <a:off x="12016482" y="9071118"/>
                <a:ext cx="247585" cy="953733"/>
              </a:xfrm>
              <a:custGeom>
                <a:avLst/>
                <a:gdLst>
                  <a:gd name="T0" fmla="*/ 521 w 522"/>
                  <a:gd name="T1" fmla="*/ 0 h 1995"/>
                  <a:gd name="T2" fmla="*/ 0 w 522"/>
                  <a:gd name="T3" fmla="*/ 294 h 1995"/>
                  <a:gd name="T4" fmla="*/ 28 w 522"/>
                  <a:gd name="T5" fmla="*/ 1994 h 1995"/>
                  <a:gd name="T6" fmla="*/ 521 w 522"/>
                  <a:gd name="T7" fmla="*/ 19 h 1995"/>
                  <a:gd name="T8" fmla="*/ 521 w 522"/>
                  <a:gd name="T9" fmla="*/ 0 h 1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2" h="1995">
                    <a:moveTo>
                      <a:pt x="521" y="0"/>
                    </a:moveTo>
                    <a:lnTo>
                      <a:pt x="0" y="294"/>
                    </a:lnTo>
                    <a:lnTo>
                      <a:pt x="28" y="1994"/>
                    </a:lnTo>
                    <a:lnTo>
                      <a:pt x="521" y="19"/>
                    </a:lnTo>
                    <a:lnTo>
                      <a:pt x="521" y="0"/>
                    </a:lnTo>
                  </a:path>
                </a:pathLst>
              </a:custGeom>
              <a:solidFill>
                <a:srgbClr val="F3F3F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6" name="Freeform: Shape 71"/>
              <p:cNvSpPr>
                <a:spLocks/>
              </p:cNvSpPr>
              <p:nvPr/>
            </p:nvSpPr>
            <p:spPr bwMode="auto">
              <a:xfrm>
                <a:off x="12016482" y="9212804"/>
                <a:ext cx="0" cy="0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E3D0B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7" name="Freeform: Shape 72"/>
              <p:cNvSpPr>
                <a:spLocks/>
              </p:cNvSpPr>
              <p:nvPr/>
            </p:nvSpPr>
            <p:spPr bwMode="auto">
              <a:xfrm>
                <a:off x="12016482" y="9212804"/>
                <a:ext cx="0" cy="0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E3D0B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8" name="Freeform: Shape 73"/>
              <p:cNvSpPr>
                <a:spLocks/>
              </p:cNvSpPr>
              <p:nvPr/>
            </p:nvSpPr>
            <p:spPr bwMode="auto">
              <a:xfrm>
                <a:off x="11847192" y="9301621"/>
                <a:ext cx="179870" cy="723230"/>
              </a:xfrm>
              <a:custGeom>
                <a:avLst/>
                <a:gdLst>
                  <a:gd name="T0" fmla="*/ 0 w 380"/>
                  <a:gd name="T1" fmla="*/ 0 h 1513"/>
                  <a:gd name="T2" fmla="*/ 0 w 380"/>
                  <a:gd name="T3" fmla="*/ 0 h 1513"/>
                  <a:gd name="T4" fmla="*/ 379 w 380"/>
                  <a:gd name="T5" fmla="*/ 1512 h 1513"/>
                  <a:gd name="T6" fmla="*/ 0 w 380"/>
                  <a:gd name="T7" fmla="*/ 0 h 1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0" h="1513">
                    <a:moveTo>
                      <a:pt x="0" y="0"/>
                    </a:moveTo>
                    <a:lnTo>
                      <a:pt x="0" y="0"/>
                    </a:lnTo>
                    <a:lnTo>
                      <a:pt x="379" y="151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7B839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29" name="Freeform: Shape 74"/>
              <p:cNvSpPr>
                <a:spLocks/>
              </p:cNvSpPr>
              <p:nvPr/>
            </p:nvSpPr>
            <p:spPr bwMode="auto">
              <a:xfrm>
                <a:off x="11847192" y="9301621"/>
                <a:ext cx="179870" cy="723230"/>
              </a:xfrm>
              <a:custGeom>
                <a:avLst/>
                <a:gdLst>
                  <a:gd name="T0" fmla="*/ 0 w 380"/>
                  <a:gd name="T1" fmla="*/ 0 h 1513"/>
                  <a:gd name="T2" fmla="*/ 0 w 380"/>
                  <a:gd name="T3" fmla="*/ 0 h 1513"/>
                  <a:gd name="T4" fmla="*/ 379 w 380"/>
                  <a:gd name="T5" fmla="*/ 1512 h 1513"/>
                  <a:gd name="T6" fmla="*/ 0 w 380"/>
                  <a:gd name="T7" fmla="*/ 0 h 1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0" h="1513">
                    <a:moveTo>
                      <a:pt x="0" y="0"/>
                    </a:moveTo>
                    <a:lnTo>
                      <a:pt x="0" y="0"/>
                    </a:lnTo>
                    <a:lnTo>
                      <a:pt x="379" y="151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7B839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0" name="Freeform: Shape 75"/>
              <p:cNvSpPr>
                <a:spLocks/>
              </p:cNvSpPr>
              <p:nvPr/>
            </p:nvSpPr>
            <p:spPr bwMode="auto">
              <a:xfrm>
                <a:off x="11847192" y="9212804"/>
                <a:ext cx="179870" cy="814163"/>
              </a:xfrm>
              <a:custGeom>
                <a:avLst/>
                <a:gdLst>
                  <a:gd name="T0" fmla="*/ 351 w 380"/>
                  <a:gd name="T1" fmla="*/ 0 h 1701"/>
                  <a:gd name="T2" fmla="*/ 0 w 380"/>
                  <a:gd name="T3" fmla="*/ 188 h 1701"/>
                  <a:gd name="T4" fmla="*/ 379 w 380"/>
                  <a:gd name="T5" fmla="*/ 1700 h 1701"/>
                  <a:gd name="T6" fmla="*/ 351 w 380"/>
                  <a:gd name="T7" fmla="*/ 0 h 1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0" h="1701">
                    <a:moveTo>
                      <a:pt x="351" y="0"/>
                    </a:moveTo>
                    <a:lnTo>
                      <a:pt x="0" y="188"/>
                    </a:lnTo>
                    <a:lnTo>
                      <a:pt x="379" y="1700"/>
                    </a:lnTo>
                    <a:lnTo>
                      <a:pt x="351" y="0"/>
                    </a:lnTo>
                  </a:path>
                </a:pathLst>
              </a:custGeom>
              <a:solidFill>
                <a:srgbClr val="D7D7D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1" name="Freeform: Shape 76"/>
              <p:cNvSpPr>
                <a:spLocks/>
              </p:cNvSpPr>
              <p:nvPr/>
            </p:nvSpPr>
            <p:spPr bwMode="auto">
              <a:xfrm>
                <a:off x="11847192" y="9212804"/>
                <a:ext cx="179870" cy="814163"/>
              </a:xfrm>
              <a:custGeom>
                <a:avLst/>
                <a:gdLst>
                  <a:gd name="T0" fmla="*/ 351 w 380"/>
                  <a:gd name="T1" fmla="*/ 0 h 1701"/>
                  <a:gd name="T2" fmla="*/ 0 w 380"/>
                  <a:gd name="T3" fmla="*/ 188 h 1701"/>
                  <a:gd name="T4" fmla="*/ 379 w 380"/>
                  <a:gd name="T5" fmla="*/ 1700 h 1701"/>
                  <a:gd name="T6" fmla="*/ 351 w 380"/>
                  <a:gd name="T7" fmla="*/ 0 h 1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80" h="1701">
                    <a:moveTo>
                      <a:pt x="351" y="0"/>
                    </a:moveTo>
                    <a:lnTo>
                      <a:pt x="0" y="188"/>
                    </a:lnTo>
                    <a:lnTo>
                      <a:pt x="379" y="1700"/>
                    </a:lnTo>
                    <a:lnTo>
                      <a:pt x="351" y="0"/>
                    </a:lnTo>
                  </a:path>
                </a:pathLst>
              </a:custGeom>
              <a:solidFill>
                <a:srgbClr val="D7D7D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2" name="Freeform: Shape 77"/>
              <p:cNvSpPr>
                <a:spLocks/>
              </p:cNvSpPr>
              <p:nvPr/>
            </p:nvSpPr>
            <p:spPr bwMode="auto">
              <a:xfrm>
                <a:off x="12029178" y="9286818"/>
                <a:ext cx="184102" cy="738033"/>
              </a:xfrm>
              <a:custGeom>
                <a:avLst/>
                <a:gdLst>
                  <a:gd name="T0" fmla="*/ 386 w 387"/>
                  <a:gd name="T1" fmla="*/ 0 h 1545"/>
                  <a:gd name="T2" fmla="*/ 0 w 387"/>
                  <a:gd name="T3" fmla="*/ 1544 h 1545"/>
                  <a:gd name="T4" fmla="*/ 386 w 387"/>
                  <a:gd name="T5" fmla="*/ 0 h 1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7" h="1545">
                    <a:moveTo>
                      <a:pt x="386" y="0"/>
                    </a:moveTo>
                    <a:lnTo>
                      <a:pt x="0" y="1544"/>
                    </a:lnTo>
                    <a:lnTo>
                      <a:pt x="386" y="0"/>
                    </a:lnTo>
                  </a:path>
                </a:pathLst>
              </a:custGeom>
              <a:solidFill>
                <a:srgbClr val="8796A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3" name="Freeform: Shape 78"/>
              <p:cNvSpPr>
                <a:spLocks/>
              </p:cNvSpPr>
              <p:nvPr/>
            </p:nvSpPr>
            <p:spPr bwMode="auto">
              <a:xfrm>
                <a:off x="12029178" y="9286818"/>
                <a:ext cx="184102" cy="738033"/>
              </a:xfrm>
              <a:custGeom>
                <a:avLst/>
                <a:gdLst>
                  <a:gd name="T0" fmla="*/ 386 w 387"/>
                  <a:gd name="T1" fmla="*/ 0 h 1545"/>
                  <a:gd name="T2" fmla="*/ 0 w 387"/>
                  <a:gd name="T3" fmla="*/ 1544 h 1545"/>
                  <a:gd name="T4" fmla="*/ 386 w 387"/>
                  <a:gd name="T5" fmla="*/ 0 h 1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7" h="1545">
                    <a:moveTo>
                      <a:pt x="386" y="0"/>
                    </a:moveTo>
                    <a:lnTo>
                      <a:pt x="0" y="1544"/>
                    </a:lnTo>
                    <a:lnTo>
                      <a:pt x="386" y="0"/>
                    </a:lnTo>
                  </a:path>
                </a:pathLst>
              </a:custGeom>
              <a:solidFill>
                <a:srgbClr val="8796A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4" name="Freeform: Shape 79"/>
              <p:cNvSpPr>
                <a:spLocks/>
              </p:cNvSpPr>
              <p:nvPr/>
            </p:nvSpPr>
            <p:spPr bwMode="auto">
              <a:xfrm>
                <a:off x="12016482" y="9212804"/>
                <a:ext cx="196799" cy="814163"/>
              </a:xfrm>
              <a:custGeom>
                <a:avLst/>
                <a:gdLst>
                  <a:gd name="T0" fmla="*/ 0 w 415"/>
                  <a:gd name="T1" fmla="*/ 0 h 1701"/>
                  <a:gd name="T2" fmla="*/ 0 w 415"/>
                  <a:gd name="T3" fmla="*/ 0 h 1701"/>
                  <a:gd name="T4" fmla="*/ 28 w 415"/>
                  <a:gd name="T5" fmla="*/ 1700 h 1701"/>
                  <a:gd name="T6" fmla="*/ 414 w 415"/>
                  <a:gd name="T7" fmla="*/ 156 h 1701"/>
                  <a:gd name="T8" fmla="*/ 0 w 415"/>
                  <a:gd name="T9" fmla="*/ 0 h 1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5" h="1701">
                    <a:moveTo>
                      <a:pt x="0" y="0"/>
                    </a:moveTo>
                    <a:lnTo>
                      <a:pt x="0" y="0"/>
                    </a:lnTo>
                    <a:lnTo>
                      <a:pt x="28" y="1700"/>
                    </a:lnTo>
                    <a:lnTo>
                      <a:pt x="414" y="15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DDDC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5" name="Freeform: Shape 80"/>
              <p:cNvSpPr>
                <a:spLocks/>
              </p:cNvSpPr>
              <p:nvPr/>
            </p:nvSpPr>
            <p:spPr bwMode="auto">
              <a:xfrm>
                <a:off x="12016482" y="9212804"/>
                <a:ext cx="196799" cy="814163"/>
              </a:xfrm>
              <a:custGeom>
                <a:avLst/>
                <a:gdLst>
                  <a:gd name="T0" fmla="*/ 0 w 415"/>
                  <a:gd name="T1" fmla="*/ 0 h 1701"/>
                  <a:gd name="T2" fmla="*/ 0 w 415"/>
                  <a:gd name="T3" fmla="*/ 0 h 1701"/>
                  <a:gd name="T4" fmla="*/ 28 w 415"/>
                  <a:gd name="T5" fmla="*/ 1700 h 1701"/>
                  <a:gd name="T6" fmla="*/ 414 w 415"/>
                  <a:gd name="T7" fmla="*/ 156 h 1701"/>
                  <a:gd name="T8" fmla="*/ 0 w 415"/>
                  <a:gd name="T9" fmla="*/ 0 h 1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5" h="1701">
                    <a:moveTo>
                      <a:pt x="0" y="0"/>
                    </a:moveTo>
                    <a:lnTo>
                      <a:pt x="0" y="0"/>
                    </a:lnTo>
                    <a:lnTo>
                      <a:pt x="28" y="1700"/>
                    </a:lnTo>
                    <a:lnTo>
                      <a:pt x="414" y="15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DDDC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6" name="Freeform: Shape 81"/>
              <p:cNvSpPr>
                <a:spLocks/>
              </p:cNvSpPr>
              <p:nvPr/>
            </p:nvSpPr>
            <p:spPr bwMode="auto">
              <a:xfrm>
                <a:off x="11931837" y="9212804"/>
                <a:ext cx="95225" cy="814163"/>
              </a:xfrm>
              <a:custGeom>
                <a:avLst/>
                <a:gdLst>
                  <a:gd name="T0" fmla="*/ 203 w 204"/>
                  <a:gd name="T1" fmla="*/ 1700 h 1701"/>
                  <a:gd name="T2" fmla="*/ 175 w 204"/>
                  <a:gd name="T3" fmla="*/ 339 h 1701"/>
                  <a:gd name="T4" fmla="*/ 175 w 204"/>
                  <a:gd name="T5" fmla="*/ 0 h 1701"/>
                  <a:gd name="T6" fmla="*/ 0 w 204"/>
                  <a:gd name="T7" fmla="*/ 96 h 1701"/>
                  <a:gd name="T8" fmla="*/ 107 w 204"/>
                  <a:gd name="T9" fmla="*/ 247 h 1701"/>
                  <a:gd name="T10" fmla="*/ 24 w 204"/>
                  <a:gd name="T11" fmla="*/ 1031 h 1701"/>
                  <a:gd name="T12" fmla="*/ 203 w 204"/>
                  <a:gd name="T13" fmla="*/ 1700 h 1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4" h="1701">
                    <a:moveTo>
                      <a:pt x="203" y="1700"/>
                    </a:moveTo>
                    <a:lnTo>
                      <a:pt x="175" y="339"/>
                    </a:lnTo>
                    <a:lnTo>
                      <a:pt x="175" y="0"/>
                    </a:lnTo>
                    <a:lnTo>
                      <a:pt x="0" y="96"/>
                    </a:lnTo>
                    <a:lnTo>
                      <a:pt x="107" y="247"/>
                    </a:lnTo>
                    <a:lnTo>
                      <a:pt x="24" y="1031"/>
                    </a:lnTo>
                    <a:lnTo>
                      <a:pt x="203" y="170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7" name="Freeform: Shape 82"/>
              <p:cNvSpPr>
                <a:spLocks/>
              </p:cNvSpPr>
              <p:nvPr/>
            </p:nvSpPr>
            <p:spPr bwMode="auto">
              <a:xfrm>
                <a:off x="12016482" y="9212804"/>
                <a:ext cx="90993" cy="814163"/>
              </a:xfrm>
              <a:custGeom>
                <a:avLst/>
                <a:gdLst>
                  <a:gd name="T0" fmla="*/ 28 w 196"/>
                  <a:gd name="T1" fmla="*/ 1700 h 1701"/>
                  <a:gd name="T2" fmla="*/ 0 w 196"/>
                  <a:gd name="T3" fmla="*/ 339 h 1701"/>
                  <a:gd name="T4" fmla="*/ 0 w 196"/>
                  <a:gd name="T5" fmla="*/ 0 h 1701"/>
                  <a:gd name="T6" fmla="*/ 180 w 196"/>
                  <a:gd name="T7" fmla="*/ 96 h 1701"/>
                  <a:gd name="T8" fmla="*/ 68 w 196"/>
                  <a:gd name="T9" fmla="*/ 247 h 1701"/>
                  <a:gd name="T10" fmla="*/ 195 w 196"/>
                  <a:gd name="T11" fmla="*/ 1059 h 1701"/>
                  <a:gd name="T12" fmla="*/ 28 w 196"/>
                  <a:gd name="T13" fmla="*/ 1700 h 1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1701">
                    <a:moveTo>
                      <a:pt x="28" y="1700"/>
                    </a:moveTo>
                    <a:lnTo>
                      <a:pt x="0" y="339"/>
                    </a:lnTo>
                    <a:lnTo>
                      <a:pt x="0" y="0"/>
                    </a:lnTo>
                    <a:lnTo>
                      <a:pt x="180" y="96"/>
                    </a:lnTo>
                    <a:lnTo>
                      <a:pt x="68" y="247"/>
                    </a:lnTo>
                    <a:lnTo>
                      <a:pt x="195" y="1059"/>
                    </a:lnTo>
                    <a:lnTo>
                      <a:pt x="28" y="170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8" name="Freeform: Shape 83"/>
              <p:cNvSpPr>
                <a:spLocks/>
              </p:cNvSpPr>
              <p:nvPr/>
            </p:nvSpPr>
            <p:spPr bwMode="auto">
              <a:xfrm>
                <a:off x="11942418" y="9212804"/>
                <a:ext cx="84645" cy="814163"/>
              </a:xfrm>
              <a:custGeom>
                <a:avLst/>
                <a:gdLst>
                  <a:gd name="T0" fmla="*/ 179 w 180"/>
                  <a:gd name="T1" fmla="*/ 1680 h 1701"/>
                  <a:gd name="T2" fmla="*/ 179 w 180"/>
                  <a:gd name="T3" fmla="*/ 1700 h 1701"/>
                  <a:gd name="T4" fmla="*/ 0 w 180"/>
                  <a:gd name="T5" fmla="*/ 1031 h 1701"/>
                  <a:gd name="T6" fmla="*/ 151 w 180"/>
                  <a:gd name="T7" fmla="*/ 0 h 1701"/>
                  <a:gd name="T8" fmla="*/ 179 w 180"/>
                  <a:gd name="T9" fmla="*/ 1680 h 1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701">
                    <a:moveTo>
                      <a:pt x="179" y="1680"/>
                    </a:moveTo>
                    <a:lnTo>
                      <a:pt x="179" y="1700"/>
                    </a:lnTo>
                    <a:lnTo>
                      <a:pt x="0" y="1031"/>
                    </a:lnTo>
                    <a:lnTo>
                      <a:pt x="151" y="0"/>
                    </a:lnTo>
                    <a:lnTo>
                      <a:pt x="179" y="168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39" name="Freeform: Shape 84"/>
              <p:cNvSpPr>
                <a:spLocks/>
              </p:cNvSpPr>
              <p:nvPr/>
            </p:nvSpPr>
            <p:spPr bwMode="auto">
              <a:xfrm>
                <a:off x="11557285" y="9064774"/>
                <a:ext cx="469778" cy="960078"/>
              </a:xfrm>
              <a:custGeom>
                <a:avLst/>
                <a:gdLst>
                  <a:gd name="T0" fmla="*/ 489 w 984"/>
                  <a:gd name="T1" fmla="*/ 0 h 2007"/>
                  <a:gd name="T2" fmla="*/ 0 w 984"/>
                  <a:gd name="T3" fmla="*/ 227 h 2007"/>
                  <a:gd name="T4" fmla="*/ 294 w 984"/>
                  <a:gd name="T5" fmla="*/ 537 h 2007"/>
                  <a:gd name="T6" fmla="*/ 159 w 984"/>
                  <a:gd name="T7" fmla="*/ 804 h 2007"/>
                  <a:gd name="T8" fmla="*/ 983 w 984"/>
                  <a:gd name="T9" fmla="*/ 2006 h 2007"/>
                  <a:gd name="T10" fmla="*/ 489 w 984"/>
                  <a:gd name="T11" fmla="*/ 0 h 20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4" h="2007">
                    <a:moveTo>
                      <a:pt x="489" y="0"/>
                    </a:moveTo>
                    <a:lnTo>
                      <a:pt x="0" y="227"/>
                    </a:lnTo>
                    <a:lnTo>
                      <a:pt x="294" y="537"/>
                    </a:lnTo>
                    <a:lnTo>
                      <a:pt x="159" y="804"/>
                    </a:lnTo>
                    <a:lnTo>
                      <a:pt x="983" y="2006"/>
                    </a:lnTo>
                    <a:lnTo>
                      <a:pt x="489" y="0"/>
                    </a:lnTo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0" name="Freeform: Shape 85"/>
              <p:cNvSpPr>
                <a:spLocks/>
              </p:cNvSpPr>
              <p:nvPr/>
            </p:nvSpPr>
            <p:spPr bwMode="auto">
              <a:xfrm>
                <a:off x="12024946" y="9071118"/>
                <a:ext cx="471894" cy="953733"/>
              </a:xfrm>
              <a:custGeom>
                <a:avLst/>
                <a:gdLst>
                  <a:gd name="T0" fmla="*/ 501 w 989"/>
                  <a:gd name="T1" fmla="*/ 0 h 1995"/>
                  <a:gd name="T2" fmla="*/ 988 w 989"/>
                  <a:gd name="T3" fmla="*/ 207 h 1995"/>
                  <a:gd name="T4" fmla="*/ 684 w 989"/>
                  <a:gd name="T5" fmla="*/ 525 h 1995"/>
                  <a:gd name="T6" fmla="*/ 824 w 989"/>
                  <a:gd name="T7" fmla="*/ 792 h 1995"/>
                  <a:gd name="T8" fmla="*/ 0 w 989"/>
                  <a:gd name="T9" fmla="*/ 1994 h 1995"/>
                  <a:gd name="T10" fmla="*/ 501 w 989"/>
                  <a:gd name="T11" fmla="*/ 0 h 1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9" h="1995">
                    <a:moveTo>
                      <a:pt x="501" y="0"/>
                    </a:moveTo>
                    <a:lnTo>
                      <a:pt x="988" y="207"/>
                    </a:lnTo>
                    <a:lnTo>
                      <a:pt x="684" y="525"/>
                    </a:lnTo>
                    <a:lnTo>
                      <a:pt x="824" y="792"/>
                    </a:lnTo>
                    <a:lnTo>
                      <a:pt x="0" y="1994"/>
                    </a:lnTo>
                    <a:lnTo>
                      <a:pt x="501" y="0"/>
                    </a:lnTo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1" name="Freeform: Shape 86"/>
              <p:cNvSpPr>
                <a:spLocks/>
              </p:cNvSpPr>
              <p:nvPr/>
            </p:nvSpPr>
            <p:spPr bwMode="auto">
              <a:xfrm>
                <a:off x="11487453" y="10614855"/>
                <a:ext cx="292024" cy="69785"/>
              </a:xfrm>
              <a:custGeom>
                <a:avLst/>
                <a:gdLst>
                  <a:gd name="T0" fmla="*/ 613 w 614"/>
                  <a:gd name="T1" fmla="*/ 147 h 148"/>
                  <a:gd name="T2" fmla="*/ 0 w 614"/>
                  <a:gd name="T3" fmla="*/ 147 h 148"/>
                  <a:gd name="T4" fmla="*/ 0 w 614"/>
                  <a:gd name="T5" fmla="*/ 0 h 148"/>
                  <a:gd name="T6" fmla="*/ 613 w 614"/>
                  <a:gd name="T7" fmla="*/ 0 h 148"/>
                  <a:gd name="T8" fmla="*/ 613 w 614"/>
                  <a:gd name="T9" fmla="*/ 14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4" h="148">
                    <a:moveTo>
                      <a:pt x="613" y="147"/>
                    </a:moveTo>
                    <a:lnTo>
                      <a:pt x="0" y="147"/>
                    </a:lnTo>
                    <a:lnTo>
                      <a:pt x="0" y="0"/>
                    </a:lnTo>
                    <a:lnTo>
                      <a:pt x="613" y="0"/>
                    </a:lnTo>
                    <a:lnTo>
                      <a:pt x="613" y="14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2" name="Freeform: Shape 87"/>
              <p:cNvSpPr>
                <a:spLocks/>
              </p:cNvSpPr>
              <p:nvPr/>
            </p:nvSpPr>
            <p:spPr bwMode="auto">
              <a:xfrm>
                <a:off x="12276764" y="10614855"/>
                <a:ext cx="292024" cy="69785"/>
              </a:xfrm>
              <a:custGeom>
                <a:avLst/>
                <a:gdLst>
                  <a:gd name="T0" fmla="*/ 613 w 614"/>
                  <a:gd name="T1" fmla="*/ 147 h 148"/>
                  <a:gd name="T2" fmla="*/ 0 w 614"/>
                  <a:gd name="T3" fmla="*/ 147 h 148"/>
                  <a:gd name="T4" fmla="*/ 0 w 614"/>
                  <a:gd name="T5" fmla="*/ 0 h 148"/>
                  <a:gd name="T6" fmla="*/ 613 w 614"/>
                  <a:gd name="T7" fmla="*/ 0 h 148"/>
                  <a:gd name="T8" fmla="*/ 613 w 614"/>
                  <a:gd name="T9" fmla="*/ 147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4" h="148">
                    <a:moveTo>
                      <a:pt x="613" y="147"/>
                    </a:moveTo>
                    <a:lnTo>
                      <a:pt x="0" y="147"/>
                    </a:lnTo>
                    <a:lnTo>
                      <a:pt x="0" y="0"/>
                    </a:lnTo>
                    <a:lnTo>
                      <a:pt x="613" y="0"/>
                    </a:lnTo>
                    <a:lnTo>
                      <a:pt x="613" y="147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3" name="Freeform: Shape 88"/>
              <p:cNvSpPr>
                <a:spLocks/>
              </p:cNvSpPr>
              <p:nvPr/>
            </p:nvSpPr>
            <p:spPr bwMode="auto">
              <a:xfrm>
                <a:off x="10774322" y="10739623"/>
                <a:ext cx="1580738" cy="983339"/>
              </a:xfrm>
              <a:custGeom>
                <a:avLst/>
                <a:gdLst>
                  <a:gd name="T0" fmla="*/ 1027 w 3297"/>
                  <a:gd name="T1" fmla="*/ 0 h 2055"/>
                  <a:gd name="T2" fmla="*/ 1027 w 3297"/>
                  <a:gd name="T3" fmla="*/ 0 h 2055"/>
                  <a:gd name="T4" fmla="*/ 1779 w 3297"/>
                  <a:gd name="T5" fmla="*/ 330 h 2055"/>
                  <a:gd name="T6" fmla="*/ 2086 w 3297"/>
                  <a:gd name="T7" fmla="*/ 203 h 2055"/>
                  <a:gd name="T8" fmla="*/ 2512 w 3297"/>
                  <a:gd name="T9" fmla="*/ 629 h 2055"/>
                  <a:gd name="T10" fmla="*/ 2512 w 3297"/>
                  <a:gd name="T11" fmla="*/ 669 h 2055"/>
                  <a:gd name="T12" fmla="*/ 2603 w 3297"/>
                  <a:gd name="T13" fmla="*/ 664 h 2055"/>
                  <a:gd name="T14" fmla="*/ 3296 w 3297"/>
                  <a:gd name="T15" fmla="*/ 1357 h 2055"/>
                  <a:gd name="T16" fmla="*/ 2603 w 3297"/>
                  <a:gd name="T17" fmla="*/ 2054 h 2055"/>
                  <a:gd name="T18" fmla="*/ 1027 w 3297"/>
                  <a:gd name="T19" fmla="*/ 2054 h 2055"/>
                  <a:gd name="T20" fmla="*/ 0 w 3297"/>
                  <a:gd name="T21" fmla="*/ 1027 h 2055"/>
                  <a:gd name="T22" fmla="*/ 1027 w 3297"/>
                  <a:gd name="T23" fmla="*/ 0 h 20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97" h="2055">
                    <a:moveTo>
                      <a:pt x="1027" y="0"/>
                    </a:moveTo>
                    <a:lnTo>
                      <a:pt x="1027" y="0"/>
                    </a:lnTo>
                    <a:cubicBezTo>
                      <a:pt x="1321" y="0"/>
                      <a:pt x="1592" y="127"/>
                      <a:pt x="1779" y="330"/>
                    </a:cubicBezTo>
                    <a:cubicBezTo>
                      <a:pt x="1855" y="250"/>
                      <a:pt x="1966" y="203"/>
                      <a:pt x="2086" y="203"/>
                    </a:cubicBezTo>
                    <a:cubicBezTo>
                      <a:pt x="2320" y="203"/>
                      <a:pt x="2512" y="394"/>
                      <a:pt x="2512" y="629"/>
                    </a:cubicBezTo>
                    <a:cubicBezTo>
                      <a:pt x="2512" y="645"/>
                      <a:pt x="2512" y="657"/>
                      <a:pt x="2512" y="669"/>
                    </a:cubicBezTo>
                    <a:cubicBezTo>
                      <a:pt x="2540" y="664"/>
                      <a:pt x="2571" y="664"/>
                      <a:pt x="2603" y="664"/>
                    </a:cubicBezTo>
                    <a:cubicBezTo>
                      <a:pt x="2985" y="664"/>
                      <a:pt x="3296" y="975"/>
                      <a:pt x="3296" y="1357"/>
                    </a:cubicBezTo>
                    <a:cubicBezTo>
                      <a:pt x="3296" y="1743"/>
                      <a:pt x="2985" y="2054"/>
                      <a:pt x="2603" y="2054"/>
                    </a:cubicBezTo>
                    <a:cubicBezTo>
                      <a:pt x="1027" y="2054"/>
                      <a:pt x="1027" y="2054"/>
                      <a:pt x="1027" y="2054"/>
                    </a:cubicBezTo>
                    <a:cubicBezTo>
                      <a:pt x="458" y="2054"/>
                      <a:pt x="0" y="1592"/>
                      <a:pt x="0" y="1027"/>
                    </a:cubicBezTo>
                    <a:cubicBezTo>
                      <a:pt x="0" y="462"/>
                      <a:pt x="458" y="0"/>
                      <a:pt x="1027" y="0"/>
                    </a:cubicBezTo>
                  </a:path>
                </a:pathLst>
              </a:custGeom>
              <a:solidFill>
                <a:srgbClr val="D2D3D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4" name="Freeform: Shape 89"/>
              <p:cNvSpPr>
                <a:spLocks/>
              </p:cNvSpPr>
              <p:nvPr/>
            </p:nvSpPr>
            <p:spPr bwMode="auto">
              <a:xfrm>
                <a:off x="10774322" y="10724820"/>
                <a:ext cx="1580738" cy="981225"/>
              </a:xfrm>
              <a:custGeom>
                <a:avLst/>
                <a:gdLst>
                  <a:gd name="T0" fmla="*/ 1027 w 3297"/>
                  <a:gd name="T1" fmla="*/ 0 h 2051"/>
                  <a:gd name="T2" fmla="*/ 1027 w 3297"/>
                  <a:gd name="T3" fmla="*/ 0 h 2051"/>
                  <a:gd name="T4" fmla="*/ 1779 w 3297"/>
                  <a:gd name="T5" fmla="*/ 331 h 2051"/>
                  <a:gd name="T6" fmla="*/ 2086 w 3297"/>
                  <a:gd name="T7" fmla="*/ 199 h 2051"/>
                  <a:gd name="T8" fmla="*/ 2512 w 3297"/>
                  <a:gd name="T9" fmla="*/ 625 h 2051"/>
                  <a:gd name="T10" fmla="*/ 2512 w 3297"/>
                  <a:gd name="T11" fmla="*/ 669 h 2051"/>
                  <a:gd name="T12" fmla="*/ 2603 w 3297"/>
                  <a:gd name="T13" fmla="*/ 661 h 2051"/>
                  <a:gd name="T14" fmla="*/ 3296 w 3297"/>
                  <a:gd name="T15" fmla="*/ 1353 h 2051"/>
                  <a:gd name="T16" fmla="*/ 2603 w 3297"/>
                  <a:gd name="T17" fmla="*/ 2050 h 2051"/>
                  <a:gd name="T18" fmla="*/ 1027 w 3297"/>
                  <a:gd name="T19" fmla="*/ 2050 h 2051"/>
                  <a:gd name="T20" fmla="*/ 0 w 3297"/>
                  <a:gd name="T21" fmla="*/ 1023 h 2051"/>
                  <a:gd name="T22" fmla="*/ 1027 w 3297"/>
                  <a:gd name="T23" fmla="*/ 0 h 2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97" h="2051">
                    <a:moveTo>
                      <a:pt x="1027" y="0"/>
                    </a:moveTo>
                    <a:lnTo>
                      <a:pt x="1027" y="0"/>
                    </a:lnTo>
                    <a:cubicBezTo>
                      <a:pt x="1321" y="0"/>
                      <a:pt x="1592" y="128"/>
                      <a:pt x="1779" y="331"/>
                    </a:cubicBezTo>
                    <a:cubicBezTo>
                      <a:pt x="1855" y="251"/>
                      <a:pt x="1966" y="199"/>
                      <a:pt x="2086" y="199"/>
                    </a:cubicBezTo>
                    <a:cubicBezTo>
                      <a:pt x="2320" y="199"/>
                      <a:pt x="2512" y="390"/>
                      <a:pt x="2512" y="625"/>
                    </a:cubicBezTo>
                    <a:cubicBezTo>
                      <a:pt x="2512" y="641"/>
                      <a:pt x="2512" y="653"/>
                      <a:pt x="2512" y="669"/>
                    </a:cubicBezTo>
                    <a:cubicBezTo>
                      <a:pt x="2540" y="665"/>
                      <a:pt x="2571" y="661"/>
                      <a:pt x="2603" y="661"/>
                    </a:cubicBezTo>
                    <a:cubicBezTo>
                      <a:pt x="2985" y="661"/>
                      <a:pt x="3296" y="972"/>
                      <a:pt x="3296" y="1353"/>
                    </a:cubicBezTo>
                    <a:cubicBezTo>
                      <a:pt x="3296" y="1739"/>
                      <a:pt x="2985" y="2050"/>
                      <a:pt x="2603" y="2050"/>
                    </a:cubicBezTo>
                    <a:cubicBezTo>
                      <a:pt x="1027" y="2050"/>
                      <a:pt x="1027" y="2050"/>
                      <a:pt x="1027" y="2050"/>
                    </a:cubicBezTo>
                    <a:cubicBezTo>
                      <a:pt x="458" y="2050"/>
                      <a:pt x="0" y="1592"/>
                      <a:pt x="0" y="1023"/>
                    </a:cubicBezTo>
                    <a:cubicBezTo>
                      <a:pt x="0" y="458"/>
                      <a:pt x="458" y="0"/>
                      <a:pt x="1027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5" name="Freeform: Shape 90"/>
              <p:cNvSpPr>
                <a:spLocks/>
              </p:cNvSpPr>
              <p:nvPr/>
            </p:nvSpPr>
            <p:spPr bwMode="auto">
              <a:xfrm>
                <a:off x="11701180" y="10750196"/>
                <a:ext cx="1582854" cy="981225"/>
              </a:xfrm>
              <a:custGeom>
                <a:avLst/>
                <a:gdLst>
                  <a:gd name="T0" fmla="*/ 2273 w 3301"/>
                  <a:gd name="T1" fmla="*/ 0 h 2051"/>
                  <a:gd name="T2" fmla="*/ 2273 w 3301"/>
                  <a:gd name="T3" fmla="*/ 0 h 2051"/>
                  <a:gd name="T4" fmla="*/ 1521 w 3301"/>
                  <a:gd name="T5" fmla="*/ 330 h 2051"/>
                  <a:gd name="T6" fmla="*/ 1214 w 3301"/>
                  <a:gd name="T7" fmla="*/ 199 h 2051"/>
                  <a:gd name="T8" fmla="*/ 785 w 3301"/>
                  <a:gd name="T9" fmla="*/ 625 h 2051"/>
                  <a:gd name="T10" fmla="*/ 788 w 3301"/>
                  <a:gd name="T11" fmla="*/ 669 h 2051"/>
                  <a:gd name="T12" fmla="*/ 697 w 3301"/>
                  <a:gd name="T13" fmla="*/ 660 h 2051"/>
                  <a:gd name="T14" fmla="*/ 0 w 3301"/>
                  <a:gd name="T15" fmla="*/ 1357 h 2051"/>
                  <a:gd name="T16" fmla="*/ 697 w 3301"/>
                  <a:gd name="T17" fmla="*/ 2050 h 2051"/>
                  <a:gd name="T18" fmla="*/ 2273 w 3301"/>
                  <a:gd name="T19" fmla="*/ 2050 h 2051"/>
                  <a:gd name="T20" fmla="*/ 3300 w 3301"/>
                  <a:gd name="T21" fmla="*/ 1023 h 2051"/>
                  <a:gd name="T22" fmla="*/ 2273 w 3301"/>
                  <a:gd name="T23" fmla="*/ 0 h 2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01" h="2051">
                    <a:moveTo>
                      <a:pt x="2273" y="0"/>
                    </a:moveTo>
                    <a:lnTo>
                      <a:pt x="2273" y="0"/>
                    </a:lnTo>
                    <a:cubicBezTo>
                      <a:pt x="1975" y="0"/>
                      <a:pt x="1708" y="127"/>
                      <a:pt x="1521" y="330"/>
                    </a:cubicBezTo>
                    <a:cubicBezTo>
                      <a:pt x="1441" y="251"/>
                      <a:pt x="1334" y="199"/>
                      <a:pt x="1214" y="199"/>
                    </a:cubicBezTo>
                    <a:cubicBezTo>
                      <a:pt x="975" y="199"/>
                      <a:pt x="785" y="390"/>
                      <a:pt x="785" y="625"/>
                    </a:cubicBezTo>
                    <a:cubicBezTo>
                      <a:pt x="785" y="641"/>
                      <a:pt x="785" y="653"/>
                      <a:pt x="788" y="669"/>
                    </a:cubicBezTo>
                    <a:cubicBezTo>
                      <a:pt x="757" y="665"/>
                      <a:pt x="729" y="660"/>
                      <a:pt x="697" y="660"/>
                    </a:cubicBezTo>
                    <a:cubicBezTo>
                      <a:pt x="311" y="660"/>
                      <a:pt x="0" y="971"/>
                      <a:pt x="0" y="1357"/>
                    </a:cubicBezTo>
                    <a:cubicBezTo>
                      <a:pt x="0" y="1739"/>
                      <a:pt x="311" y="2050"/>
                      <a:pt x="697" y="2050"/>
                    </a:cubicBezTo>
                    <a:cubicBezTo>
                      <a:pt x="2273" y="2050"/>
                      <a:pt x="2273" y="2050"/>
                      <a:pt x="2273" y="2050"/>
                    </a:cubicBezTo>
                    <a:cubicBezTo>
                      <a:pt x="2839" y="2050"/>
                      <a:pt x="3300" y="1592"/>
                      <a:pt x="3300" y="1023"/>
                    </a:cubicBezTo>
                    <a:cubicBezTo>
                      <a:pt x="3300" y="457"/>
                      <a:pt x="2839" y="0"/>
                      <a:pt x="2273" y="0"/>
                    </a:cubicBezTo>
                  </a:path>
                </a:pathLst>
              </a:custGeom>
              <a:solidFill>
                <a:srgbClr val="D2D3D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6" name="Freeform: Shape 91"/>
              <p:cNvSpPr>
                <a:spLocks/>
              </p:cNvSpPr>
              <p:nvPr/>
            </p:nvSpPr>
            <p:spPr bwMode="auto">
              <a:xfrm>
                <a:off x="11701180" y="10731164"/>
                <a:ext cx="1582854" cy="981225"/>
              </a:xfrm>
              <a:custGeom>
                <a:avLst/>
                <a:gdLst>
                  <a:gd name="T0" fmla="*/ 2273 w 3301"/>
                  <a:gd name="T1" fmla="*/ 0 h 2051"/>
                  <a:gd name="T2" fmla="*/ 2273 w 3301"/>
                  <a:gd name="T3" fmla="*/ 0 h 2051"/>
                  <a:gd name="T4" fmla="*/ 1521 w 3301"/>
                  <a:gd name="T5" fmla="*/ 330 h 2051"/>
                  <a:gd name="T6" fmla="*/ 1214 w 3301"/>
                  <a:gd name="T7" fmla="*/ 199 h 2051"/>
                  <a:gd name="T8" fmla="*/ 785 w 3301"/>
                  <a:gd name="T9" fmla="*/ 629 h 2051"/>
                  <a:gd name="T10" fmla="*/ 788 w 3301"/>
                  <a:gd name="T11" fmla="*/ 669 h 2051"/>
                  <a:gd name="T12" fmla="*/ 697 w 3301"/>
                  <a:gd name="T13" fmla="*/ 661 h 2051"/>
                  <a:gd name="T14" fmla="*/ 0 w 3301"/>
                  <a:gd name="T15" fmla="*/ 1358 h 2051"/>
                  <a:gd name="T16" fmla="*/ 697 w 3301"/>
                  <a:gd name="T17" fmla="*/ 2050 h 2051"/>
                  <a:gd name="T18" fmla="*/ 2273 w 3301"/>
                  <a:gd name="T19" fmla="*/ 2050 h 2051"/>
                  <a:gd name="T20" fmla="*/ 3300 w 3301"/>
                  <a:gd name="T21" fmla="*/ 1027 h 2051"/>
                  <a:gd name="T22" fmla="*/ 2273 w 3301"/>
                  <a:gd name="T23" fmla="*/ 0 h 20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301" h="2051">
                    <a:moveTo>
                      <a:pt x="2273" y="0"/>
                    </a:moveTo>
                    <a:lnTo>
                      <a:pt x="2273" y="0"/>
                    </a:lnTo>
                    <a:cubicBezTo>
                      <a:pt x="1975" y="0"/>
                      <a:pt x="1708" y="128"/>
                      <a:pt x="1521" y="330"/>
                    </a:cubicBezTo>
                    <a:cubicBezTo>
                      <a:pt x="1441" y="251"/>
                      <a:pt x="1334" y="199"/>
                      <a:pt x="1214" y="199"/>
                    </a:cubicBezTo>
                    <a:cubicBezTo>
                      <a:pt x="975" y="199"/>
                      <a:pt x="785" y="390"/>
                      <a:pt x="785" y="629"/>
                    </a:cubicBezTo>
                    <a:cubicBezTo>
                      <a:pt x="785" y="641"/>
                      <a:pt x="785" y="657"/>
                      <a:pt x="788" y="669"/>
                    </a:cubicBezTo>
                    <a:cubicBezTo>
                      <a:pt x="757" y="665"/>
                      <a:pt x="729" y="661"/>
                      <a:pt x="697" y="661"/>
                    </a:cubicBezTo>
                    <a:cubicBezTo>
                      <a:pt x="311" y="661"/>
                      <a:pt x="0" y="975"/>
                      <a:pt x="0" y="1358"/>
                    </a:cubicBezTo>
                    <a:cubicBezTo>
                      <a:pt x="0" y="1739"/>
                      <a:pt x="311" y="2050"/>
                      <a:pt x="697" y="2050"/>
                    </a:cubicBezTo>
                    <a:cubicBezTo>
                      <a:pt x="2273" y="2050"/>
                      <a:pt x="2273" y="2050"/>
                      <a:pt x="2273" y="2050"/>
                    </a:cubicBezTo>
                    <a:cubicBezTo>
                      <a:pt x="2839" y="2050"/>
                      <a:pt x="3300" y="1592"/>
                      <a:pt x="3300" y="1027"/>
                    </a:cubicBezTo>
                    <a:cubicBezTo>
                      <a:pt x="3300" y="458"/>
                      <a:pt x="2839" y="0"/>
                      <a:pt x="2273" y="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47" name="Freeform: Shape 92"/>
              <p:cNvSpPr>
                <a:spLocks/>
              </p:cNvSpPr>
              <p:nvPr/>
            </p:nvSpPr>
            <p:spPr bwMode="auto">
              <a:xfrm>
                <a:off x="11646161" y="8394411"/>
                <a:ext cx="789311" cy="304518"/>
              </a:xfrm>
              <a:custGeom>
                <a:avLst/>
                <a:gdLst>
                  <a:gd name="T0" fmla="*/ 1521 w 1649"/>
                  <a:gd name="T1" fmla="*/ 31 h 641"/>
                  <a:gd name="T2" fmla="*/ 1521 w 1649"/>
                  <a:gd name="T3" fmla="*/ 31 h 641"/>
                  <a:gd name="T4" fmla="*/ 1170 w 1649"/>
                  <a:gd name="T5" fmla="*/ 24 h 641"/>
                  <a:gd name="T6" fmla="*/ 868 w 1649"/>
                  <a:gd name="T7" fmla="*/ 71 h 641"/>
                  <a:gd name="T8" fmla="*/ 824 w 1649"/>
                  <a:gd name="T9" fmla="*/ 71 h 641"/>
                  <a:gd name="T10" fmla="*/ 780 w 1649"/>
                  <a:gd name="T11" fmla="*/ 71 h 641"/>
                  <a:gd name="T12" fmla="*/ 478 w 1649"/>
                  <a:gd name="T13" fmla="*/ 24 h 641"/>
                  <a:gd name="T14" fmla="*/ 127 w 1649"/>
                  <a:gd name="T15" fmla="*/ 31 h 641"/>
                  <a:gd name="T16" fmla="*/ 0 w 1649"/>
                  <a:gd name="T17" fmla="*/ 47 h 641"/>
                  <a:gd name="T18" fmla="*/ 0 w 1649"/>
                  <a:gd name="T19" fmla="*/ 171 h 641"/>
                  <a:gd name="T20" fmla="*/ 40 w 1649"/>
                  <a:gd name="T21" fmla="*/ 211 h 641"/>
                  <a:gd name="T22" fmla="*/ 123 w 1649"/>
                  <a:gd name="T23" fmla="*/ 469 h 641"/>
                  <a:gd name="T24" fmla="*/ 494 w 1649"/>
                  <a:gd name="T25" fmla="*/ 597 h 641"/>
                  <a:gd name="T26" fmla="*/ 780 w 1649"/>
                  <a:gd name="T27" fmla="*/ 235 h 641"/>
                  <a:gd name="T28" fmla="*/ 824 w 1649"/>
                  <a:gd name="T29" fmla="*/ 214 h 641"/>
                  <a:gd name="T30" fmla="*/ 868 w 1649"/>
                  <a:gd name="T31" fmla="*/ 235 h 641"/>
                  <a:gd name="T32" fmla="*/ 1154 w 1649"/>
                  <a:gd name="T33" fmla="*/ 597 h 641"/>
                  <a:gd name="T34" fmla="*/ 1524 w 1649"/>
                  <a:gd name="T35" fmla="*/ 469 h 641"/>
                  <a:gd name="T36" fmla="*/ 1608 w 1649"/>
                  <a:gd name="T37" fmla="*/ 211 h 641"/>
                  <a:gd name="T38" fmla="*/ 1648 w 1649"/>
                  <a:gd name="T39" fmla="*/ 171 h 641"/>
                  <a:gd name="T40" fmla="*/ 1648 w 1649"/>
                  <a:gd name="T41" fmla="*/ 47 h 641"/>
                  <a:gd name="T42" fmla="*/ 1521 w 1649"/>
                  <a:gd name="T43" fmla="*/ 31 h 641"/>
                  <a:gd name="T44" fmla="*/ 577 w 1649"/>
                  <a:gd name="T45" fmla="*/ 537 h 641"/>
                  <a:gd name="T46" fmla="*/ 577 w 1649"/>
                  <a:gd name="T47" fmla="*/ 537 h 641"/>
                  <a:gd name="T48" fmla="*/ 366 w 1649"/>
                  <a:gd name="T49" fmla="*/ 569 h 641"/>
                  <a:gd name="T50" fmla="*/ 115 w 1649"/>
                  <a:gd name="T51" fmla="*/ 374 h 641"/>
                  <a:gd name="T52" fmla="*/ 111 w 1649"/>
                  <a:gd name="T53" fmla="*/ 139 h 641"/>
                  <a:gd name="T54" fmla="*/ 386 w 1649"/>
                  <a:gd name="T55" fmla="*/ 64 h 641"/>
                  <a:gd name="T56" fmla="*/ 700 w 1649"/>
                  <a:gd name="T57" fmla="*/ 167 h 641"/>
                  <a:gd name="T58" fmla="*/ 577 w 1649"/>
                  <a:gd name="T59" fmla="*/ 537 h 641"/>
                  <a:gd name="T60" fmla="*/ 1533 w 1649"/>
                  <a:gd name="T61" fmla="*/ 374 h 641"/>
                  <a:gd name="T62" fmla="*/ 1533 w 1649"/>
                  <a:gd name="T63" fmla="*/ 374 h 641"/>
                  <a:gd name="T64" fmla="*/ 1282 w 1649"/>
                  <a:gd name="T65" fmla="*/ 569 h 641"/>
                  <a:gd name="T66" fmla="*/ 1071 w 1649"/>
                  <a:gd name="T67" fmla="*/ 537 h 641"/>
                  <a:gd name="T68" fmla="*/ 948 w 1649"/>
                  <a:gd name="T69" fmla="*/ 167 h 641"/>
                  <a:gd name="T70" fmla="*/ 1262 w 1649"/>
                  <a:gd name="T71" fmla="*/ 64 h 641"/>
                  <a:gd name="T72" fmla="*/ 1536 w 1649"/>
                  <a:gd name="T73" fmla="*/ 139 h 641"/>
                  <a:gd name="T74" fmla="*/ 1533 w 1649"/>
                  <a:gd name="T75" fmla="*/ 37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649" h="641">
                    <a:moveTo>
                      <a:pt x="1521" y="31"/>
                    </a:moveTo>
                    <a:lnTo>
                      <a:pt x="1521" y="31"/>
                    </a:lnTo>
                    <a:cubicBezTo>
                      <a:pt x="1521" y="31"/>
                      <a:pt x="1313" y="0"/>
                      <a:pt x="1170" y="24"/>
                    </a:cubicBezTo>
                    <a:cubicBezTo>
                      <a:pt x="1027" y="43"/>
                      <a:pt x="908" y="75"/>
                      <a:pt x="868" y="71"/>
                    </a:cubicBezTo>
                    <a:cubicBezTo>
                      <a:pt x="832" y="71"/>
                      <a:pt x="824" y="71"/>
                      <a:pt x="824" y="71"/>
                    </a:cubicBezTo>
                    <a:cubicBezTo>
                      <a:pt x="824" y="71"/>
                      <a:pt x="816" y="71"/>
                      <a:pt x="780" y="71"/>
                    </a:cubicBezTo>
                    <a:cubicBezTo>
                      <a:pt x="740" y="75"/>
                      <a:pt x="621" y="43"/>
                      <a:pt x="478" y="24"/>
                    </a:cubicBezTo>
                    <a:cubicBezTo>
                      <a:pt x="334" y="0"/>
                      <a:pt x="127" y="31"/>
                      <a:pt x="127" y="3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0" y="171"/>
                      <a:pt x="31" y="199"/>
                      <a:pt x="40" y="211"/>
                    </a:cubicBezTo>
                    <a:cubicBezTo>
                      <a:pt x="47" y="226"/>
                      <a:pt x="95" y="398"/>
                      <a:pt x="123" y="469"/>
                    </a:cubicBezTo>
                    <a:cubicBezTo>
                      <a:pt x="151" y="537"/>
                      <a:pt x="251" y="640"/>
                      <a:pt x="494" y="597"/>
                    </a:cubicBezTo>
                    <a:cubicBezTo>
                      <a:pt x="736" y="553"/>
                      <a:pt x="764" y="254"/>
                      <a:pt x="780" y="235"/>
                    </a:cubicBezTo>
                    <a:cubicBezTo>
                      <a:pt x="796" y="219"/>
                      <a:pt x="824" y="214"/>
                      <a:pt x="824" y="214"/>
                    </a:cubicBezTo>
                    <a:cubicBezTo>
                      <a:pt x="824" y="214"/>
                      <a:pt x="852" y="219"/>
                      <a:pt x="868" y="235"/>
                    </a:cubicBezTo>
                    <a:cubicBezTo>
                      <a:pt x="883" y="254"/>
                      <a:pt x="911" y="553"/>
                      <a:pt x="1154" y="597"/>
                    </a:cubicBezTo>
                    <a:cubicBezTo>
                      <a:pt x="1397" y="640"/>
                      <a:pt x="1497" y="537"/>
                      <a:pt x="1524" y="469"/>
                    </a:cubicBezTo>
                    <a:cubicBezTo>
                      <a:pt x="1552" y="398"/>
                      <a:pt x="1600" y="226"/>
                      <a:pt x="1608" y="211"/>
                    </a:cubicBezTo>
                    <a:cubicBezTo>
                      <a:pt x="1616" y="199"/>
                      <a:pt x="1648" y="171"/>
                      <a:pt x="1648" y="171"/>
                    </a:cubicBezTo>
                    <a:cubicBezTo>
                      <a:pt x="1648" y="47"/>
                      <a:pt x="1648" y="47"/>
                      <a:pt x="1648" y="47"/>
                    </a:cubicBezTo>
                    <a:lnTo>
                      <a:pt x="1521" y="31"/>
                    </a:lnTo>
                    <a:close/>
                    <a:moveTo>
                      <a:pt x="577" y="537"/>
                    </a:moveTo>
                    <a:lnTo>
                      <a:pt x="577" y="537"/>
                    </a:lnTo>
                    <a:cubicBezTo>
                      <a:pt x="577" y="537"/>
                      <a:pt x="485" y="585"/>
                      <a:pt x="366" y="569"/>
                    </a:cubicBezTo>
                    <a:cubicBezTo>
                      <a:pt x="251" y="553"/>
                      <a:pt x="179" y="565"/>
                      <a:pt x="115" y="374"/>
                    </a:cubicBezTo>
                    <a:cubicBezTo>
                      <a:pt x="115" y="374"/>
                      <a:pt x="68" y="226"/>
                      <a:pt x="111" y="139"/>
                    </a:cubicBezTo>
                    <a:cubicBezTo>
                      <a:pt x="111" y="139"/>
                      <a:pt x="147" y="64"/>
                      <a:pt x="386" y="64"/>
                    </a:cubicBezTo>
                    <a:cubicBezTo>
                      <a:pt x="629" y="64"/>
                      <a:pt x="677" y="123"/>
                      <a:pt x="700" y="167"/>
                    </a:cubicBezTo>
                    <a:cubicBezTo>
                      <a:pt x="724" y="211"/>
                      <a:pt x="736" y="429"/>
                      <a:pt x="577" y="537"/>
                    </a:cubicBezTo>
                    <a:close/>
                    <a:moveTo>
                      <a:pt x="1533" y="374"/>
                    </a:moveTo>
                    <a:lnTo>
                      <a:pt x="1533" y="374"/>
                    </a:lnTo>
                    <a:cubicBezTo>
                      <a:pt x="1469" y="565"/>
                      <a:pt x="1397" y="553"/>
                      <a:pt x="1282" y="569"/>
                    </a:cubicBezTo>
                    <a:cubicBezTo>
                      <a:pt x="1162" y="585"/>
                      <a:pt x="1071" y="537"/>
                      <a:pt x="1071" y="537"/>
                    </a:cubicBezTo>
                    <a:cubicBezTo>
                      <a:pt x="911" y="429"/>
                      <a:pt x="923" y="211"/>
                      <a:pt x="948" y="167"/>
                    </a:cubicBezTo>
                    <a:cubicBezTo>
                      <a:pt x="971" y="123"/>
                      <a:pt x="1019" y="64"/>
                      <a:pt x="1262" y="64"/>
                    </a:cubicBezTo>
                    <a:cubicBezTo>
                      <a:pt x="1500" y="64"/>
                      <a:pt x="1536" y="139"/>
                      <a:pt x="1536" y="139"/>
                    </a:cubicBezTo>
                    <a:cubicBezTo>
                      <a:pt x="1580" y="226"/>
                      <a:pt x="1533" y="374"/>
                      <a:pt x="1533" y="374"/>
                    </a:cubicBezTo>
                    <a:close/>
                  </a:path>
                </a:pathLst>
              </a:custGeom>
              <a:solidFill>
                <a:srgbClr val="31313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Group 103"/>
            <p:cNvGrpSpPr/>
            <p:nvPr/>
          </p:nvGrpSpPr>
          <p:grpSpPr>
            <a:xfrm>
              <a:off x="3892445" y="2669624"/>
              <a:ext cx="309562" cy="325095"/>
              <a:chOff x="9809373" y="7518922"/>
              <a:chExt cx="825285" cy="867030"/>
            </a:xfrm>
          </p:grpSpPr>
          <p:sp>
            <p:nvSpPr>
              <p:cNvPr id="81" name="Freeform: Shape 104"/>
              <p:cNvSpPr>
                <a:spLocks/>
              </p:cNvSpPr>
              <p:nvPr/>
            </p:nvSpPr>
            <p:spPr bwMode="auto">
              <a:xfrm>
                <a:off x="10480182" y="7776917"/>
                <a:ext cx="154476" cy="152259"/>
              </a:xfrm>
              <a:custGeom>
                <a:avLst/>
                <a:gdLst>
                  <a:gd name="T0" fmla="*/ 306 w 327"/>
                  <a:gd name="T1" fmla="*/ 131 h 323"/>
                  <a:gd name="T2" fmla="*/ 306 w 327"/>
                  <a:gd name="T3" fmla="*/ 131 h 323"/>
                  <a:gd name="T4" fmla="*/ 191 w 327"/>
                  <a:gd name="T5" fmla="*/ 307 h 323"/>
                  <a:gd name="T6" fmla="*/ 16 w 327"/>
                  <a:gd name="T7" fmla="*/ 187 h 323"/>
                  <a:gd name="T8" fmla="*/ 135 w 327"/>
                  <a:gd name="T9" fmla="*/ 16 h 323"/>
                  <a:gd name="T10" fmla="*/ 306 w 327"/>
                  <a:gd name="T11" fmla="*/ 131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7" h="323">
                    <a:moveTo>
                      <a:pt x="306" y="131"/>
                    </a:moveTo>
                    <a:lnTo>
                      <a:pt x="306" y="131"/>
                    </a:lnTo>
                    <a:cubicBezTo>
                      <a:pt x="326" y="211"/>
                      <a:pt x="270" y="291"/>
                      <a:pt x="191" y="307"/>
                    </a:cubicBezTo>
                    <a:cubicBezTo>
                      <a:pt x="111" y="322"/>
                      <a:pt x="35" y="270"/>
                      <a:pt x="16" y="187"/>
                    </a:cubicBezTo>
                    <a:cubicBezTo>
                      <a:pt x="0" y="108"/>
                      <a:pt x="52" y="32"/>
                      <a:pt x="135" y="16"/>
                    </a:cubicBezTo>
                    <a:cubicBezTo>
                      <a:pt x="215" y="0"/>
                      <a:pt x="290" y="52"/>
                      <a:pt x="306" y="131"/>
                    </a:cubicBezTo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2" name="Freeform: Shape 105"/>
              <p:cNvSpPr>
                <a:spLocks/>
              </p:cNvSpPr>
              <p:nvPr/>
            </p:nvSpPr>
            <p:spPr bwMode="auto">
              <a:xfrm>
                <a:off x="10078120" y="8142761"/>
                <a:ext cx="35974" cy="31721"/>
              </a:xfrm>
              <a:custGeom>
                <a:avLst/>
                <a:gdLst>
                  <a:gd name="T0" fmla="*/ 49 w 78"/>
                  <a:gd name="T1" fmla="*/ 60 h 69"/>
                  <a:gd name="T2" fmla="*/ 49 w 78"/>
                  <a:gd name="T3" fmla="*/ 60 h 69"/>
                  <a:gd name="T4" fmla="*/ 40 w 78"/>
                  <a:gd name="T5" fmla="*/ 64 h 69"/>
                  <a:gd name="T6" fmla="*/ 5 w 78"/>
                  <a:gd name="T7" fmla="*/ 40 h 69"/>
                  <a:gd name="T8" fmla="*/ 28 w 78"/>
                  <a:gd name="T9" fmla="*/ 4 h 69"/>
                  <a:gd name="T10" fmla="*/ 37 w 78"/>
                  <a:gd name="T11" fmla="*/ 0 h 69"/>
                  <a:gd name="T12" fmla="*/ 72 w 78"/>
                  <a:gd name="T13" fmla="*/ 24 h 69"/>
                  <a:gd name="T14" fmla="*/ 49 w 78"/>
                  <a:gd name="T15" fmla="*/ 60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69">
                    <a:moveTo>
                      <a:pt x="49" y="60"/>
                    </a:moveTo>
                    <a:lnTo>
                      <a:pt x="49" y="60"/>
                    </a:lnTo>
                    <a:cubicBezTo>
                      <a:pt x="40" y="64"/>
                      <a:pt x="40" y="64"/>
                      <a:pt x="40" y="64"/>
                    </a:cubicBezTo>
                    <a:cubicBezTo>
                      <a:pt x="25" y="68"/>
                      <a:pt x="9" y="56"/>
                      <a:pt x="5" y="40"/>
                    </a:cubicBezTo>
                    <a:cubicBezTo>
                      <a:pt x="0" y="24"/>
                      <a:pt x="13" y="8"/>
                      <a:pt x="28" y="4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52" y="0"/>
                      <a:pt x="68" y="8"/>
                      <a:pt x="72" y="24"/>
                    </a:cubicBezTo>
                    <a:cubicBezTo>
                      <a:pt x="77" y="44"/>
                      <a:pt x="64" y="60"/>
                      <a:pt x="49" y="60"/>
                    </a:cubicBezTo>
                  </a:path>
                </a:pathLst>
              </a:custGeom>
              <a:solidFill>
                <a:srgbClr val="38557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3" name="Freeform: Shape 106"/>
              <p:cNvSpPr>
                <a:spLocks/>
              </p:cNvSpPr>
              <p:nvPr/>
            </p:nvSpPr>
            <p:spPr bwMode="auto">
              <a:xfrm>
                <a:off x="10099281" y="8178711"/>
                <a:ext cx="33858" cy="29606"/>
              </a:xfrm>
              <a:custGeom>
                <a:avLst/>
                <a:gdLst>
                  <a:gd name="T0" fmla="*/ 48 w 77"/>
                  <a:gd name="T1" fmla="*/ 60 h 68"/>
                  <a:gd name="T2" fmla="*/ 48 w 77"/>
                  <a:gd name="T3" fmla="*/ 60 h 68"/>
                  <a:gd name="T4" fmla="*/ 40 w 77"/>
                  <a:gd name="T5" fmla="*/ 63 h 68"/>
                  <a:gd name="T6" fmla="*/ 5 w 77"/>
                  <a:gd name="T7" fmla="*/ 40 h 68"/>
                  <a:gd name="T8" fmla="*/ 5 w 77"/>
                  <a:gd name="T9" fmla="*/ 40 h 68"/>
                  <a:gd name="T10" fmla="*/ 28 w 77"/>
                  <a:gd name="T11" fmla="*/ 4 h 68"/>
                  <a:gd name="T12" fmla="*/ 36 w 77"/>
                  <a:gd name="T13" fmla="*/ 0 h 68"/>
                  <a:gd name="T14" fmla="*/ 72 w 77"/>
                  <a:gd name="T15" fmla="*/ 23 h 68"/>
                  <a:gd name="T16" fmla="*/ 48 w 77"/>
                  <a:gd name="T17" fmla="*/ 6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" h="68">
                    <a:moveTo>
                      <a:pt x="48" y="60"/>
                    </a:moveTo>
                    <a:lnTo>
                      <a:pt x="48" y="60"/>
                    </a:lnTo>
                    <a:cubicBezTo>
                      <a:pt x="40" y="63"/>
                      <a:pt x="40" y="63"/>
                      <a:pt x="40" y="63"/>
                    </a:cubicBezTo>
                    <a:cubicBezTo>
                      <a:pt x="24" y="67"/>
                      <a:pt x="8" y="56"/>
                      <a:pt x="5" y="40"/>
                    </a:cubicBezTo>
                    <a:lnTo>
                      <a:pt x="5" y="40"/>
                    </a:lnTo>
                    <a:cubicBezTo>
                      <a:pt x="0" y="23"/>
                      <a:pt x="12" y="8"/>
                      <a:pt x="28" y="4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52" y="0"/>
                      <a:pt x="68" y="8"/>
                      <a:pt x="72" y="23"/>
                    </a:cubicBezTo>
                    <a:cubicBezTo>
                      <a:pt x="76" y="44"/>
                      <a:pt x="64" y="60"/>
                      <a:pt x="48" y="60"/>
                    </a:cubicBezTo>
                  </a:path>
                </a:pathLst>
              </a:custGeom>
              <a:solidFill>
                <a:srgbClr val="38557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4" name="Freeform: Shape 107"/>
              <p:cNvSpPr>
                <a:spLocks/>
              </p:cNvSpPr>
              <p:nvPr/>
            </p:nvSpPr>
            <p:spPr bwMode="auto">
              <a:xfrm>
                <a:off x="9938457" y="8053943"/>
                <a:ext cx="275095" cy="332009"/>
              </a:xfrm>
              <a:custGeom>
                <a:avLst/>
                <a:gdLst>
                  <a:gd name="T0" fmla="*/ 514 w 578"/>
                  <a:gd name="T1" fmla="*/ 661 h 697"/>
                  <a:gd name="T2" fmla="*/ 514 w 578"/>
                  <a:gd name="T3" fmla="*/ 661 h 697"/>
                  <a:gd name="T4" fmla="*/ 514 w 578"/>
                  <a:gd name="T5" fmla="*/ 661 h 697"/>
                  <a:gd name="T6" fmla="*/ 354 w 578"/>
                  <a:gd name="T7" fmla="*/ 637 h 697"/>
                  <a:gd name="T8" fmla="*/ 36 w 578"/>
                  <a:gd name="T9" fmla="*/ 195 h 697"/>
                  <a:gd name="T10" fmla="*/ 63 w 578"/>
                  <a:gd name="T11" fmla="*/ 36 h 697"/>
                  <a:gd name="T12" fmla="*/ 63 w 578"/>
                  <a:gd name="T13" fmla="*/ 36 h 697"/>
                  <a:gd name="T14" fmla="*/ 223 w 578"/>
                  <a:gd name="T15" fmla="*/ 60 h 697"/>
                  <a:gd name="T16" fmla="*/ 542 w 578"/>
                  <a:gd name="T17" fmla="*/ 502 h 697"/>
                  <a:gd name="T18" fmla="*/ 514 w 578"/>
                  <a:gd name="T19" fmla="*/ 661 h 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8" h="697">
                    <a:moveTo>
                      <a:pt x="514" y="661"/>
                    </a:moveTo>
                    <a:lnTo>
                      <a:pt x="514" y="661"/>
                    </a:lnTo>
                    <a:lnTo>
                      <a:pt x="514" y="661"/>
                    </a:lnTo>
                    <a:cubicBezTo>
                      <a:pt x="462" y="696"/>
                      <a:pt x="390" y="685"/>
                      <a:pt x="354" y="637"/>
                    </a:cubicBezTo>
                    <a:cubicBezTo>
                      <a:pt x="36" y="195"/>
                      <a:pt x="36" y="195"/>
                      <a:pt x="36" y="195"/>
                    </a:cubicBezTo>
                    <a:cubicBezTo>
                      <a:pt x="0" y="144"/>
                      <a:pt x="12" y="72"/>
                      <a:pt x="63" y="36"/>
                    </a:cubicBezTo>
                    <a:lnTo>
                      <a:pt x="63" y="36"/>
                    </a:lnTo>
                    <a:cubicBezTo>
                      <a:pt x="112" y="0"/>
                      <a:pt x="183" y="12"/>
                      <a:pt x="223" y="60"/>
                    </a:cubicBezTo>
                    <a:cubicBezTo>
                      <a:pt x="542" y="502"/>
                      <a:pt x="542" y="502"/>
                      <a:pt x="542" y="502"/>
                    </a:cubicBezTo>
                    <a:cubicBezTo>
                      <a:pt x="577" y="553"/>
                      <a:pt x="565" y="625"/>
                      <a:pt x="514" y="661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5" name="Freeform: Shape 108"/>
              <p:cNvSpPr>
                <a:spLocks/>
              </p:cNvSpPr>
              <p:nvPr/>
            </p:nvSpPr>
            <p:spPr bwMode="auto">
              <a:xfrm>
                <a:off x="10069656" y="7544299"/>
                <a:ext cx="533261" cy="623839"/>
              </a:xfrm>
              <a:custGeom>
                <a:avLst/>
                <a:gdLst>
                  <a:gd name="T0" fmla="*/ 0 w 1115"/>
                  <a:gd name="T1" fmla="*/ 490 h 1307"/>
                  <a:gd name="T2" fmla="*/ 0 w 1115"/>
                  <a:gd name="T3" fmla="*/ 490 h 1307"/>
                  <a:gd name="T4" fmla="*/ 71 w 1115"/>
                  <a:gd name="T5" fmla="*/ 836 h 1307"/>
                  <a:gd name="T6" fmla="*/ 139 w 1115"/>
                  <a:gd name="T7" fmla="*/ 1183 h 1307"/>
                  <a:gd name="T8" fmla="*/ 1114 w 1115"/>
                  <a:gd name="T9" fmla="*/ 1306 h 1307"/>
                  <a:gd name="T10" fmla="*/ 983 w 1115"/>
                  <a:gd name="T11" fmla="*/ 653 h 1307"/>
                  <a:gd name="T12" fmla="*/ 852 w 1115"/>
                  <a:gd name="T13" fmla="*/ 0 h 1307"/>
                  <a:gd name="T14" fmla="*/ 0 w 1115"/>
                  <a:gd name="T15" fmla="*/ 490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15" h="1307">
                    <a:moveTo>
                      <a:pt x="0" y="490"/>
                    </a:moveTo>
                    <a:lnTo>
                      <a:pt x="0" y="490"/>
                    </a:lnTo>
                    <a:cubicBezTo>
                      <a:pt x="71" y="836"/>
                      <a:pt x="71" y="836"/>
                      <a:pt x="71" y="836"/>
                    </a:cubicBezTo>
                    <a:cubicBezTo>
                      <a:pt x="139" y="1183"/>
                      <a:pt x="139" y="1183"/>
                      <a:pt x="139" y="1183"/>
                    </a:cubicBezTo>
                    <a:cubicBezTo>
                      <a:pt x="139" y="1183"/>
                      <a:pt x="880" y="995"/>
                      <a:pt x="1114" y="1306"/>
                    </a:cubicBezTo>
                    <a:cubicBezTo>
                      <a:pt x="983" y="653"/>
                      <a:pt x="983" y="653"/>
                      <a:pt x="983" y="653"/>
                    </a:cubicBezTo>
                    <a:cubicBezTo>
                      <a:pt x="852" y="0"/>
                      <a:pt x="852" y="0"/>
                      <a:pt x="852" y="0"/>
                    </a:cubicBezTo>
                    <a:cubicBezTo>
                      <a:pt x="756" y="379"/>
                      <a:pt x="0" y="490"/>
                      <a:pt x="0" y="490"/>
                    </a:cubicBezTo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bevel/>
                <a:headEnd/>
                <a:tailEnd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6" name="Freeform: Shape 109"/>
              <p:cNvSpPr>
                <a:spLocks/>
              </p:cNvSpPr>
              <p:nvPr/>
            </p:nvSpPr>
            <p:spPr bwMode="auto">
              <a:xfrm>
                <a:off x="10448440" y="7518922"/>
                <a:ext cx="181986" cy="674592"/>
              </a:xfrm>
              <a:custGeom>
                <a:avLst/>
                <a:gdLst>
                  <a:gd name="T0" fmla="*/ 330 w 383"/>
                  <a:gd name="T1" fmla="*/ 1405 h 1410"/>
                  <a:gd name="T2" fmla="*/ 330 w 383"/>
                  <a:gd name="T3" fmla="*/ 1405 h 1410"/>
                  <a:gd name="T4" fmla="*/ 330 w 383"/>
                  <a:gd name="T5" fmla="*/ 1405 h 1410"/>
                  <a:gd name="T6" fmla="*/ 263 w 383"/>
                  <a:gd name="T7" fmla="*/ 1361 h 1410"/>
                  <a:gd name="T8" fmla="*/ 4 w 383"/>
                  <a:gd name="T9" fmla="*/ 71 h 1410"/>
                  <a:gd name="T10" fmla="*/ 48 w 383"/>
                  <a:gd name="T11" fmla="*/ 4 h 1410"/>
                  <a:gd name="T12" fmla="*/ 116 w 383"/>
                  <a:gd name="T13" fmla="*/ 47 h 1410"/>
                  <a:gd name="T14" fmla="*/ 374 w 383"/>
                  <a:gd name="T15" fmla="*/ 1337 h 1410"/>
                  <a:gd name="T16" fmla="*/ 330 w 383"/>
                  <a:gd name="T17" fmla="*/ 1405 h 1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3" h="1410">
                    <a:moveTo>
                      <a:pt x="330" y="1405"/>
                    </a:moveTo>
                    <a:lnTo>
                      <a:pt x="330" y="1405"/>
                    </a:lnTo>
                    <a:lnTo>
                      <a:pt x="330" y="1405"/>
                    </a:lnTo>
                    <a:cubicBezTo>
                      <a:pt x="298" y="1409"/>
                      <a:pt x="270" y="1389"/>
                      <a:pt x="263" y="1361"/>
                    </a:cubicBezTo>
                    <a:cubicBezTo>
                      <a:pt x="4" y="71"/>
                      <a:pt x="4" y="71"/>
                      <a:pt x="4" y="71"/>
                    </a:cubicBezTo>
                    <a:cubicBezTo>
                      <a:pt x="0" y="39"/>
                      <a:pt x="20" y="11"/>
                      <a:pt x="48" y="4"/>
                    </a:cubicBezTo>
                    <a:cubicBezTo>
                      <a:pt x="80" y="0"/>
                      <a:pt x="107" y="19"/>
                      <a:pt x="116" y="47"/>
                    </a:cubicBezTo>
                    <a:cubicBezTo>
                      <a:pt x="374" y="1337"/>
                      <a:pt x="374" y="1337"/>
                      <a:pt x="374" y="1337"/>
                    </a:cubicBezTo>
                    <a:cubicBezTo>
                      <a:pt x="382" y="1369"/>
                      <a:pt x="362" y="1396"/>
                      <a:pt x="330" y="1405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7" name="Freeform: Shape 110"/>
              <p:cNvSpPr>
                <a:spLocks/>
              </p:cNvSpPr>
              <p:nvPr/>
            </p:nvSpPr>
            <p:spPr bwMode="auto">
              <a:xfrm>
                <a:off x="9809373" y="7779031"/>
                <a:ext cx="325882" cy="370074"/>
              </a:xfrm>
              <a:custGeom>
                <a:avLst/>
                <a:gdLst>
                  <a:gd name="T0" fmla="*/ 542 w 682"/>
                  <a:gd name="T1" fmla="*/ 0 h 777"/>
                  <a:gd name="T2" fmla="*/ 542 w 682"/>
                  <a:gd name="T3" fmla="*/ 0 h 777"/>
                  <a:gd name="T4" fmla="*/ 124 w 682"/>
                  <a:gd name="T5" fmla="*/ 99 h 777"/>
                  <a:gd name="T6" fmla="*/ 24 w 682"/>
                  <a:gd name="T7" fmla="*/ 310 h 777"/>
                  <a:gd name="T8" fmla="*/ 84 w 682"/>
                  <a:gd name="T9" fmla="*/ 609 h 777"/>
                  <a:gd name="T10" fmla="*/ 259 w 682"/>
                  <a:gd name="T11" fmla="*/ 760 h 777"/>
                  <a:gd name="T12" fmla="*/ 681 w 682"/>
                  <a:gd name="T13" fmla="*/ 693 h 777"/>
                  <a:gd name="T14" fmla="*/ 542 w 682"/>
                  <a:gd name="T15" fmla="*/ 0 h 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2" h="777">
                    <a:moveTo>
                      <a:pt x="542" y="0"/>
                    </a:moveTo>
                    <a:lnTo>
                      <a:pt x="542" y="0"/>
                    </a:lnTo>
                    <a:cubicBezTo>
                      <a:pt x="124" y="99"/>
                      <a:pt x="124" y="99"/>
                      <a:pt x="124" y="99"/>
                    </a:cubicBezTo>
                    <a:cubicBezTo>
                      <a:pt x="48" y="116"/>
                      <a:pt x="0" y="211"/>
                      <a:pt x="24" y="310"/>
                    </a:cubicBezTo>
                    <a:cubicBezTo>
                      <a:pt x="84" y="609"/>
                      <a:pt x="84" y="609"/>
                      <a:pt x="84" y="609"/>
                    </a:cubicBezTo>
                    <a:cubicBezTo>
                      <a:pt x="104" y="708"/>
                      <a:pt x="184" y="776"/>
                      <a:pt x="259" y="760"/>
                    </a:cubicBezTo>
                    <a:cubicBezTo>
                      <a:pt x="681" y="693"/>
                      <a:pt x="681" y="693"/>
                      <a:pt x="681" y="693"/>
                    </a:cubicBezTo>
                    <a:lnTo>
                      <a:pt x="542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8" name="Freeform: Shape 111"/>
              <p:cNvSpPr>
                <a:spLocks/>
              </p:cNvSpPr>
              <p:nvPr/>
            </p:nvSpPr>
            <p:spPr bwMode="auto">
              <a:xfrm>
                <a:off x="9815722" y="7897455"/>
                <a:ext cx="99457" cy="38065"/>
              </a:xfrm>
              <a:custGeom>
                <a:avLst/>
                <a:gdLst>
                  <a:gd name="T0" fmla="*/ 183 w 212"/>
                  <a:gd name="T1" fmla="*/ 4 h 85"/>
                  <a:gd name="T2" fmla="*/ 183 w 212"/>
                  <a:gd name="T3" fmla="*/ 4 h 85"/>
                  <a:gd name="T4" fmla="*/ 0 w 212"/>
                  <a:gd name="T5" fmla="*/ 40 h 85"/>
                  <a:gd name="T6" fmla="*/ 12 w 212"/>
                  <a:gd name="T7" fmla="*/ 84 h 85"/>
                  <a:gd name="T8" fmla="*/ 192 w 212"/>
                  <a:gd name="T9" fmla="*/ 47 h 85"/>
                  <a:gd name="T10" fmla="*/ 208 w 212"/>
                  <a:gd name="T11" fmla="*/ 19 h 85"/>
                  <a:gd name="T12" fmla="*/ 183 w 212"/>
                  <a:gd name="T13" fmla="*/ 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2" h="85">
                    <a:moveTo>
                      <a:pt x="183" y="4"/>
                    </a:moveTo>
                    <a:lnTo>
                      <a:pt x="183" y="4"/>
                    </a:lnTo>
                    <a:cubicBezTo>
                      <a:pt x="0" y="40"/>
                      <a:pt x="0" y="40"/>
                      <a:pt x="0" y="40"/>
                    </a:cubicBezTo>
                    <a:cubicBezTo>
                      <a:pt x="12" y="84"/>
                      <a:pt x="12" y="84"/>
                      <a:pt x="12" y="84"/>
                    </a:cubicBezTo>
                    <a:cubicBezTo>
                      <a:pt x="192" y="47"/>
                      <a:pt x="192" y="47"/>
                      <a:pt x="192" y="47"/>
                    </a:cubicBezTo>
                    <a:cubicBezTo>
                      <a:pt x="203" y="47"/>
                      <a:pt x="211" y="32"/>
                      <a:pt x="208" y="19"/>
                    </a:cubicBezTo>
                    <a:cubicBezTo>
                      <a:pt x="208" y="7"/>
                      <a:pt x="195" y="0"/>
                      <a:pt x="183" y="4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9" name="Freeform: Shape 112"/>
              <p:cNvSpPr>
                <a:spLocks/>
              </p:cNvSpPr>
              <p:nvPr/>
            </p:nvSpPr>
            <p:spPr bwMode="auto">
              <a:xfrm>
                <a:off x="9824186" y="7933405"/>
                <a:ext cx="99457" cy="38065"/>
              </a:xfrm>
              <a:custGeom>
                <a:avLst/>
                <a:gdLst>
                  <a:gd name="T0" fmla="*/ 179 w 212"/>
                  <a:gd name="T1" fmla="*/ 4 h 85"/>
                  <a:gd name="T2" fmla="*/ 179 w 212"/>
                  <a:gd name="T3" fmla="*/ 4 h 85"/>
                  <a:gd name="T4" fmla="*/ 0 w 212"/>
                  <a:gd name="T5" fmla="*/ 40 h 85"/>
                  <a:gd name="T6" fmla="*/ 8 w 212"/>
                  <a:gd name="T7" fmla="*/ 84 h 85"/>
                  <a:gd name="T8" fmla="*/ 192 w 212"/>
                  <a:gd name="T9" fmla="*/ 48 h 85"/>
                  <a:gd name="T10" fmla="*/ 207 w 212"/>
                  <a:gd name="T11" fmla="*/ 20 h 85"/>
                  <a:gd name="T12" fmla="*/ 179 w 212"/>
                  <a:gd name="T13" fmla="*/ 4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2" h="85">
                    <a:moveTo>
                      <a:pt x="179" y="4"/>
                    </a:moveTo>
                    <a:lnTo>
                      <a:pt x="179" y="4"/>
                    </a:lnTo>
                    <a:cubicBezTo>
                      <a:pt x="0" y="40"/>
                      <a:pt x="0" y="40"/>
                      <a:pt x="0" y="40"/>
                    </a:cubicBezTo>
                    <a:cubicBezTo>
                      <a:pt x="8" y="84"/>
                      <a:pt x="8" y="84"/>
                      <a:pt x="8" y="84"/>
                    </a:cubicBezTo>
                    <a:cubicBezTo>
                      <a:pt x="192" y="48"/>
                      <a:pt x="192" y="48"/>
                      <a:pt x="192" y="48"/>
                    </a:cubicBezTo>
                    <a:cubicBezTo>
                      <a:pt x="204" y="44"/>
                      <a:pt x="211" y="32"/>
                      <a:pt x="207" y="20"/>
                    </a:cubicBezTo>
                    <a:cubicBezTo>
                      <a:pt x="207" y="9"/>
                      <a:pt x="195" y="0"/>
                      <a:pt x="179" y="4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0" name="Freeform: Shape 113"/>
              <p:cNvSpPr>
                <a:spLocks/>
              </p:cNvSpPr>
              <p:nvPr/>
            </p:nvSpPr>
            <p:spPr bwMode="auto">
              <a:xfrm>
                <a:off x="9832651" y="7969355"/>
                <a:ext cx="99457" cy="38065"/>
              </a:xfrm>
              <a:custGeom>
                <a:avLst/>
                <a:gdLst>
                  <a:gd name="T0" fmla="*/ 179 w 212"/>
                  <a:gd name="T1" fmla="*/ 4 h 84"/>
                  <a:gd name="T2" fmla="*/ 179 w 212"/>
                  <a:gd name="T3" fmla="*/ 4 h 84"/>
                  <a:gd name="T4" fmla="*/ 0 w 212"/>
                  <a:gd name="T5" fmla="*/ 40 h 84"/>
                  <a:gd name="T6" fmla="*/ 8 w 212"/>
                  <a:gd name="T7" fmla="*/ 83 h 84"/>
                  <a:gd name="T8" fmla="*/ 191 w 212"/>
                  <a:gd name="T9" fmla="*/ 48 h 84"/>
                  <a:gd name="T10" fmla="*/ 207 w 212"/>
                  <a:gd name="T11" fmla="*/ 20 h 84"/>
                  <a:gd name="T12" fmla="*/ 179 w 212"/>
                  <a:gd name="T13" fmla="*/ 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2" h="84">
                    <a:moveTo>
                      <a:pt x="179" y="4"/>
                    </a:moveTo>
                    <a:lnTo>
                      <a:pt x="179" y="4"/>
                    </a:lnTo>
                    <a:cubicBezTo>
                      <a:pt x="0" y="40"/>
                      <a:pt x="0" y="40"/>
                      <a:pt x="0" y="40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191" y="48"/>
                      <a:pt x="191" y="48"/>
                      <a:pt x="191" y="48"/>
                    </a:cubicBezTo>
                    <a:cubicBezTo>
                      <a:pt x="203" y="43"/>
                      <a:pt x="211" y="32"/>
                      <a:pt x="207" y="20"/>
                    </a:cubicBezTo>
                    <a:cubicBezTo>
                      <a:pt x="203" y="8"/>
                      <a:pt x="191" y="0"/>
                      <a:pt x="179" y="4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1" name="Freeform: Shape 114"/>
              <p:cNvSpPr>
                <a:spLocks/>
              </p:cNvSpPr>
              <p:nvPr/>
            </p:nvSpPr>
            <p:spPr bwMode="auto">
              <a:xfrm>
                <a:off x="9838999" y="8005305"/>
                <a:ext cx="99457" cy="38065"/>
              </a:xfrm>
              <a:custGeom>
                <a:avLst/>
                <a:gdLst>
                  <a:gd name="T0" fmla="*/ 179 w 212"/>
                  <a:gd name="T1" fmla="*/ 0 h 84"/>
                  <a:gd name="T2" fmla="*/ 179 w 212"/>
                  <a:gd name="T3" fmla="*/ 0 h 84"/>
                  <a:gd name="T4" fmla="*/ 0 w 212"/>
                  <a:gd name="T5" fmla="*/ 39 h 84"/>
                  <a:gd name="T6" fmla="*/ 8 w 212"/>
                  <a:gd name="T7" fmla="*/ 83 h 84"/>
                  <a:gd name="T8" fmla="*/ 187 w 212"/>
                  <a:gd name="T9" fmla="*/ 47 h 84"/>
                  <a:gd name="T10" fmla="*/ 207 w 212"/>
                  <a:gd name="T11" fmla="*/ 19 h 84"/>
                  <a:gd name="T12" fmla="*/ 179 w 212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2" h="84">
                    <a:moveTo>
                      <a:pt x="179" y="0"/>
                    </a:moveTo>
                    <a:lnTo>
                      <a:pt x="179" y="0"/>
                    </a:lnTo>
                    <a:cubicBezTo>
                      <a:pt x="0" y="39"/>
                      <a:pt x="0" y="39"/>
                      <a:pt x="0" y="39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187" y="47"/>
                      <a:pt x="187" y="47"/>
                      <a:pt x="187" y="47"/>
                    </a:cubicBezTo>
                    <a:cubicBezTo>
                      <a:pt x="199" y="44"/>
                      <a:pt x="211" y="31"/>
                      <a:pt x="207" y="19"/>
                    </a:cubicBezTo>
                    <a:cubicBezTo>
                      <a:pt x="203" y="7"/>
                      <a:pt x="191" y="0"/>
                      <a:pt x="179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2" name="Freeform: Shape 115"/>
              <p:cNvSpPr>
                <a:spLocks/>
              </p:cNvSpPr>
              <p:nvPr/>
            </p:nvSpPr>
            <p:spPr bwMode="auto">
              <a:xfrm>
                <a:off x="9847464" y="8041255"/>
                <a:ext cx="97341" cy="38065"/>
              </a:xfrm>
              <a:custGeom>
                <a:avLst/>
                <a:gdLst>
                  <a:gd name="T0" fmla="*/ 179 w 208"/>
                  <a:gd name="T1" fmla="*/ 0 h 85"/>
                  <a:gd name="T2" fmla="*/ 179 w 208"/>
                  <a:gd name="T3" fmla="*/ 0 h 85"/>
                  <a:gd name="T4" fmla="*/ 0 w 208"/>
                  <a:gd name="T5" fmla="*/ 36 h 85"/>
                  <a:gd name="T6" fmla="*/ 8 w 208"/>
                  <a:gd name="T7" fmla="*/ 84 h 85"/>
                  <a:gd name="T8" fmla="*/ 187 w 208"/>
                  <a:gd name="T9" fmla="*/ 48 h 85"/>
                  <a:gd name="T10" fmla="*/ 207 w 208"/>
                  <a:gd name="T11" fmla="*/ 20 h 85"/>
                  <a:gd name="T12" fmla="*/ 179 w 208"/>
                  <a:gd name="T1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8" h="85">
                    <a:moveTo>
                      <a:pt x="179" y="0"/>
                    </a:moveTo>
                    <a:lnTo>
                      <a:pt x="179" y="0"/>
                    </a:lnTo>
                    <a:cubicBezTo>
                      <a:pt x="0" y="36"/>
                      <a:pt x="0" y="36"/>
                      <a:pt x="0" y="36"/>
                    </a:cubicBezTo>
                    <a:cubicBezTo>
                      <a:pt x="8" y="84"/>
                      <a:pt x="8" y="84"/>
                      <a:pt x="8" y="84"/>
                    </a:cubicBezTo>
                    <a:cubicBezTo>
                      <a:pt x="187" y="48"/>
                      <a:pt x="187" y="48"/>
                      <a:pt x="187" y="48"/>
                    </a:cubicBezTo>
                    <a:cubicBezTo>
                      <a:pt x="199" y="44"/>
                      <a:pt x="207" y="32"/>
                      <a:pt x="207" y="20"/>
                    </a:cubicBezTo>
                    <a:cubicBezTo>
                      <a:pt x="203" y="8"/>
                      <a:pt x="191" y="0"/>
                      <a:pt x="179" y="0"/>
                    </a:cubicBezTo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Group 116"/>
            <p:cNvGrpSpPr/>
            <p:nvPr/>
          </p:nvGrpSpPr>
          <p:grpSpPr>
            <a:xfrm>
              <a:off x="5178458" y="2759216"/>
              <a:ext cx="300831" cy="257696"/>
              <a:chOff x="13463904" y="7694443"/>
              <a:chExt cx="802008" cy="687280"/>
            </a:xfrm>
          </p:grpSpPr>
          <p:sp>
            <p:nvSpPr>
              <p:cNvPr id="74" name="Freeform: Shape 117"/>
              <p:cNvSpPr>
                <a:spLocks/>
              </p:cNvSpPr>
              <p:nvPr/>
            </p:nvSpPr>
            <p:spPr bwMode="auto">
              <a:xfrm>
                <a:off x="13482949" y="7800178"/>
                <a:ext cx="782963" cy="581545"/>
              </a:xfrm>
              <a:custGeom>
                <a:avLst/>
                <a:gdLst>
                  <a:gd name="T0" fmla="*/ 1637 w 1638"/>
                  <a:gd name="T1" fmla="*/ 728 h 1215"/>
                  <a:gd name="T2" fmla="*/ 255 w 1638"/>
                  <a:gd name="T3" fmla="*/ 1214 h 1215"/>
                  <a:gd name="T4" fmla="*/ 0 w 1638"/>
                  <a:gd name="T5" fmla="*/ 481 h 1215"/>
                  <a:gd name="T6" fmla="*/ 1382 w 1638"/>
                  <a:gd name="T7" fmla="*/ 0 h 1215"/>
                  <a:gd name="T8" fmla="*/ 1637 w 1638"/>
                  <a:gd name="T9" fmla="*/ 728 h 1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38" h="1215">
                    <a:moveTo>
                      <a:pt x="1637" y="728"/>
                    </a:moveTo>
                    <a:lnTo>
                      <a:pt x="255" y="1214"/>
                    </a:lnTo>
                    <a:lnTo>
                      <a:pt x="0" y="481"/>
                    </a:lnTo>
                    <a:lnTo>
                      <a:pt x="1382" y="0"/>
                    </a:lnTo>
                    <a:lnTo>
                      <a:pt x="1637" y="728"/>
                    </a:lnTo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75" name="Freeform: Shape 118"/>
              <p:cNvSpPr>
                <a:spLocks/>
              </p:cNvSpPr>
              <p:nvPr/>
            </p:nvSpPr>
            <p:spPr bwMode="auto">
              <a:xfrm>
                <a:off x="13482949" y="8030682"/>
                <a:ext cx="389365" cy="348927"/>
              </a:xfrm>
              <a:custGeom>
                <a:avLst/>
                <a:gdLst>
                  <a:gd name="T0" fmla="*/ 0 w 817"/>
                  <a:gd name="T1" fmla="*/ 0 h 734"/>
                  <a:gd name="T2" fmla="*/ 816 w 817"/>
                  <a:gd name="T3" fmla="*/ 124 h 734"/>
                  <a:gd name="T4" fmla="*/ 255 w 817"/>
                  <a:gd name="T5" fmla="*/ 733 h 734"/>
                  <a:gd name="T6" fmla="*/ 0 w 817"/>
                  <a:gd name="T7" fmla="*/ 0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7" h="734">
                    <a:moveTo>
                      <a:pt x="0" y="0"/>
                    </a:moveTo>
                    <a:lnTo>
                      <a:pt x="816" y="124"/>
                    </a:lnTo>
                    <a:lnTo>
                      <a:pt x="255" y="73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76" name="Freeform: Shape 119"/>
              <p:cNvSpPr>
                <a:spLocks/>
              </p:cNvSpPr>
              <p:nvPr/>
            </p:nvSpPr>
            <p:spPr bwMode="auto">
              <a:xfrm>
                <a:off x="13874431" y="7800178"/>
                <a:ext cx="391481" cy="346812"/>
              </a:xfrm>
              <a:custGeom>
                <a:avLst/>
                <a:gdLst>
                  <a:gd name="T0" fmla="*/ 566 w 822"/>
                  <a:gd name="T1" fmla="*/ 0 h 729"/>
                  <a:gd name="T2" fmla="*/ 0 w 822"/>
                  <a:gd name="T3" fmla="*/ 605 h 729"/>
                  <a:gd name="T4" fmla="*/ 821 w 822"/>
                  <a:gd name="T5" fmla="*/ 728 h 729"/>
                  <a:gd name="T6" fmla="*/ 566 w 822"/>
                  <a:gd name="T7" fmla="*/ 0 h 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22" h="729">
                    <a:moveTo>
                      <a:pt x="566" y="0"/>
                    </a:moveTo>
                    <a:lnTo>
                      <a:pt x="0" y="605"/>
                    </a:lnTo>
                    <a:lnTo>
                      <a:pt x="821" y="728"/>
                    </a:lnTo>
                    <a:lnTo>
                      <a:pt x="566" y="0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77" name="Freeform: Shape 120"/>
              <p:cNvSpPr>
                <a:spLocks/>
              </p:cNvSpPr>
              <p:nvPr/>
            </p:nvSpPr>
            <p:spPr bwMode="auto">
              <a:xfrm>
                <a:off x="13482949" y="7694443"/>
                <a:ext cx="662344" cy="334124"/>
              </a:xfrm>
              <a:custGeom>
                <a:avLst/>
                <a:gdLst>
                  <a:gd name="T0" fmla="*/ 0 w 1383"/>
                  <a:gd name="T1" fmla="*/ 700 h 701"/>
                  <a:gd name="T2" fmla="*/ 530 w 1383"/>
                  <a:gd name="T3" fmla="*/ 0 h 701"/>
                  <a:gd name="T4" fmla="*/ 1382 w 1383"/>
                  <a:gd name="T5" fmla="*/ 219 h 701"/>
                  <a:gd name="T6" fmla="*/ 0 w 1383"/>
                  <a:gd name="T7" fmla="*/ 700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83" h="701">
                    <a:moveTo>
                      <a:pt x="0" y="700"/>
                    </a:moveTo>
                    <a:lnTo>
                      <a:pt x="530" y="0"/>
                    </a:lnTo>
                    <a:lnTo>
                      <a:pt x="1382" y="219"/>
                    </a:lnTo>
                    <a:lnTo>
                      <a:pt x="0" y="700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78" name="Freeform: Shape 121"/>
              <p:cNvSpPr>
                <a:spLocks/>
              </p:cNvSpPr>
              <p:nvPr/>
            </p:nvSpPr>
            <p:spPr bwMode="auto">
              <a:xfrm>
                <a:off x="13463904" y="7745196"/>
                <a:ext cx="681389" cy="342583"/>
              </a:xfrm>
              <a:custGeom>
                <a:avLst/>
                <a:gdLst>
                  <a:gd name="T0" fmla="*/ 40 w 1423"/>
                  <a:gd name="T1" fmla="*/ 593 h 718"/>
                  <a:gd name="T2" fmla="*/ 0 w 1423"/>
                  <a:gd name="T3" fmla="*/ 482 h 718"/>
                  <a:gd name="T4" fmla="*/ 1382 w 1423"/>
                  <a:gd name="T5" fmla="*/ 0 h 718"/>
                  <a:gd name="T6" fmla="*/ 1422 w 1423"/>
                  <a:gd name="T7" fmla="*/ 112 h 718"/>
                  <a:gd name="T8" fmla="*/ 856 w 1423"/>
                  <a:gd name="T9" fmla="*/ 717 h 718"/>
                  <a:gd name="T10" fmla="*/ 40 w 1423"/>
                  <a:gd name="T11" fmla="*/ 593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23" h="718">
                    <a:moveTo>
                      <a:pt x="40" y="593"/>
                    </a:moveTo>
                    <a:lnTo>
                      <a:pt x="0" y="482"/>
                    </a:lnTo>
                    <a:lnTo>
                      <a:pt x="1382" y="0"/>
                    </a:lnTo>
                    <a:lnTo>
                      <a:pt x="1422" y="112"/>
                    </a:lnTo>
                    <a:lnTo>
                      <a:pt x="856" y="717"/>
                    </a:lnTo>
                    <a:lnTo>
                      <a:pt x="40" y="59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79" name="Freeform: Shape 122"/>
              <p:cNvSpPr>
                <a:spLocks/>
              </p:cNvSpPr>
              <p:nvPr/>
            </p:nvSpPr>
            <p:spPr bwMode="auto">
              <a:xfrm>
                <a:off x="13614148" y="7840358"/>
                <a:ext cx="397830" cy="156488"/>
              </a:xfrm>
              <a:custGeom>
                <a:avLst/>
                <a:gdLst>
                  <a:gd name="T0" fmla="*/ 812 w 833"/>
                  <a:gd name="T1" fmla="*/ 52 h 332"/>
                  <a:gd name="T2" fmla="*/ 812 w 833"/>
                  <a:gd name="T3" fmla="*/ 52 h 332"/>
                  <a:gd name="T4" fmla="*/ 40 w 833"/>
                  <a:gd name="T5" fmla="*/ 323 h 332"/>
                  <a:gd name="T6" fmla="*/ 4 w 833"/>
                  <a:gd name="T7" fmla="*/ 307 h 332"/>
                  <a:gd name="T8" fmla="*/ 20 w 833"/>
                  <a:gd name="T9" fmla="*/ 275 h 332"/>
                  <a:gd name="T10" fmla="*/ 796 w 833"/>
                  <a:gd name="T11" fmla="*/ 4 h 332"/>
                  <a:gd name="T12" fmla="*/ 828 w 833"/>
                  <a:gd name="T13" fmla="*/ 20 h 332"/>
                  <a:gd name="T14" fmla="*/ 812 w 833"/>
                  <a:gd name="T15" fmla="*/ 52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33" h="332">
                    <a:moveTo>
                      <a:pt x="812" y="52"/>
                    </a:moveTo>
                    <a:lnTo>
                      <a:pt x="812" y="52"/>
                    </a:lnTo>
                    <a:cubicBezTo>
                      <a:pt x="40" y="323"/>
                      <a:pt x="40" y="323"/>
                      <a:pt x="40" y="323"/>
                    </a:cubicBezTo>
                    <a:cubicBezTo>
                      <a:pt x="24" y="331"/>
                      <a:pt x="8" y="323"/>
                      <a:pt x="4" y="307"/>
                    </a:cubicBezTo>
                    <a:cubicBezTo>
                      <a:pt x="0" y="295"/>
                      <a:pt x="8" y="279"/>
                      <a:pt x="20" y="275"/>
                    </a:cubicBezTo>
                    <a:cubicBezTo>
                      <a:pt x="796" y="4"/>
                      <a:pt x="796" y="4"/>
                      <a:pt x="796" y="4"/>
                    </a:cubicBezTo>
                    <a:cubicBezTo>
                      <a:pt x="808" y="0"/>
                      <a:pt x="824" y="8"/>
                      <a:pt x="828" y="20"/>
                    </a:cubicBezTo>
                    <a:cubicBezTo>
                      <a:pt x="832" y="36"/>
                      <a:pt x="828" y="48"/>
                      <a:pt x="812" y="52"/>
                    </a:cubicBezTo>
                  </a:path>
                </a:pathLst>
              </a:custGeom>
              <a:solidFill>
                <a:srgbClr val="E0E1E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80" name="Freeform: Shape 123"/>
              <p:cNvSpPr>
                <a:spLocks/>
              </p:cNvSpPr>
              <p:nvPr/>
            </p:nvSpPr>
            <p:spPr bwMode="auto">
              <a:xfrm>
                <a:off x="13631077" y="7888996"/>
                <a:ext cx="397830" cy="154374"/>
              </a:xfrm>
              <a:custGeom>
                <a:avLst/>
                <a:gdLst>
                  <a:gd name="T0" fmla="*/ 812 w 833"/>
                  <a:gd name="T1" fmla="*/ 51 h 327"/>
                  <a:gd name="T2" fmla="*/ 812 w 833"/>
                  <a:gd name="T3" fmla="*/ 51 h 327"/>
                  <a:gd name="T4" fmla="*/ 40 w 833"/>
                  <a:gd name="T5" fmla="*/ 322 h 327"/>
                  <a:gd name="T6" fmla="*/ 4 w 833"/>
                  <a:gd name="T7" fmla="*/ 306 h 327"/>
                  <a:gd name="T8" fmla="*/ 4 w 833"/>
                  <a:gd name="T9" fmla="*/ 306 h 327"/>
                  <a:gd name="T10" fmla="*/ 20 w 833"/>
                  <a:gd name="T11" fmla="*/ 274 h 327"/>
                  <a:gd name="T12" fmla="*/ 796 w 833"/>
                  <a:gd name="T13" fmla="*/ 4 h 327"/>
                  <a:gd name="T14" fmla="*/ 828 w 833"/>
                  <a:gd name="T15" fmla="*/ 20 h 327"/>
                  <a:gd name="T16" fmla="*/ 812 w 833"/>
                  <a:gd name="T17" fmla="*/ 51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3" h="327">
                    <a:moveTo>
                      <a:pt x="812" y="51"/>
                    </a:moveTo>
                    <a:lnTo>
                      <a:pt x="812" y="51"/>
                    </a:lnTo>
                    <a:cubicBezTo>
                      <a:pt x="40" y="322"/>
                      <a:pt x="40" y="322"/>
                      <a:pt x="40" y="322"/>
                    </a:cubicBezTo>
                    <a:cubicBezTo>
                      <a:pt x="24" y="326"/>
                      <a:pt x="8" y="322"/>
                      <a:pt x="4" y="306"/>
                    </a:cubicBezTo>
                    <a:lnTo>
                      <a:pt x="4" y="306"/>
                    </a:lnTo>
                    <a:cubicBezTo>
                      <a:pt x="0" y="294"/>
                      <a:pt x="8" y="278"/>
                      <a:pt x="20" y="274"/>
                    </a:cubicBezTo>
                    <a:cubicBezTo>
                      <a:pt x="796" y="4"/>
                      <a:pt x="796" y="4"/>
                      <a:pt x="796" y="4"/>
                    </a:cubicBezTo>
                    <a:cubicBezTo>
                      <a:pt x="808" y="0"/>
                      <a:pt x="824" y="4"/>
                      <a:pt x="828" y="20"/>
                    </a:cubicBezTo>
                    <a:cubicBezTo>
                      <a:pt x="832" y="32"/>
                      <a:pt x="828" y="48"/>
                      <a:pt x="812" y="51"/>
                    </a:cubicBezTo>
                  </a:path>
                </a:pathLst>
              </a:custGeom>
              <a:solidFill>
                <a:srgbClr val="E0E1E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Group 160"/>
            <p:cNvGrpSpPr/>
            <p:nvPr/>
          </p:nvGrpSpPr>
          <p:grpSpPr>
            <a:xfrm>
              <a:off x="4801951" y="2537479"/>
              <a:ext cx="189769" cy="252149"/>
              <a:chOff x="9916767" y="11659096"/>
              <a:chExt cx="1032769" cy="1372771"/>
            </a:xfrm>
            <a:solidFill>
              <a:schemeClr val="accent1"/>
            </a:solidFill>
          </p:grpSpPr>
          <p:sp>
            <p:nvSpPr>
              <p:cNvPr id="46" name="Freeform: Shape 161"/>
              <p:cNvSpPr>
                <a:spLocks/>
              </p:cNvSpPr>
              <p:nvPr/>
            </p:nvSpPr>
            <p:spPr bwMode="auto">
              <a:xfrm>
                <a:off x="9916767" y="12943702"/>
                <a:ext cx="75568" cy="88165"/>
              </a:xfrm>
              <a:custGeom>
                <a:avLst/>
                <a:gdLst>
                  <a:gd name="T0" fmla="*/ 3 w 26"/>
                  <a:gd name="T1" fmla="*/ 0 h 29"/>
                  <a:gd name="T2" fmla="*/ 3 w 26"/>
                  <a:gd name="T3" fmla="*/ 0 h 29"/>
                  <a:gd name="T4" fmla="*/ 3 w 26"/>
                  <a:gd name="T5" fmla="*/ 25 h 29"/>
                  <a:gd name="T6" fmla="*/ 25 w 26"/>
                  <a:gd name="T7" fmla="*/ 13 h 29"/>
                  <a:gd name="T8" fmla="*/ 3 w 26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9">
                    <a:moveTo>
                      <a:pt x="3" y="0"/>
                    </a:moveTo>
                    <a:lnTo>
                      <a:pt x="3" y="0"/>
                    </a:lnTo>
                    <a:cubicBezTo>
                      <a:pt x="3" y="4"/>
                      <a:pt x="0" y="22"/>
                      <a:pt x="3" y="25"/>
                    </a:cubicBezTo>
                    <a:cubicBezTo>
                      <a:pt x="3" y="28"/>
                      <a:pt x="22" y="13"/>
                      <a:pt x="25" y="13"/>
                    </a:cubicBezTo>
                    <a:cubicBezTo>
                      <a:pt x="22" y="7"/>
                      <a:pt x="13" y="0"/>
                      <a:pt x="3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162"/>
              <p:cNvSpPr>
                <a:spLocks/>
              </p:cNvSpPr>
              <p:nvPr/>
            </p:nvSpPr>
            <p:spPr bwMode="auto">
              <a:xfrm>
                <a:off x="9967144" y="11759852"/>
                <a:ext cx="692717" cy="944566"/>
              </a:xfrm>
              <a:custGeom>
                <a:avLst/>
                <a:gdLst>
                  <a:gd name="T0" fmla="*/ 12 w 243"/>
                  <a:gd name="T1" fmla="*/ 327 h 331"/>
                  <a:gd name="T2" fmla="*/ 12 w 243"/>
                  <a:gd name="T3" fmla="*/ 327 h 331"/>
                  <a:gd name="T4" fmla="*/ 18 w 243"/>
                  <a:gd name="T5" fmla="*/ 330 h 331"/>
                  <a:gd name="T6" fmla="*/ 242 w 243"/>
                  <a:gd name="T7" fmla="*/ 15 h 331"/>
                  <a:gd name="T8" fmla="*/ 224 w 243"/>
                  <a:gd name="T9" fmla="*/ 0 h 331"/>
                  <a:gd name="T10" fmla="*/ 0 w 243"/>
                  <a:gd name="T11" fmla="*/ 315 h 331"/>
                  <a:gd name="T12" fmla="*/ 9 w 243"/>
                  <a:gd name="T13" fmla="*/ 321 h 331"/>
                  <a:gd name="T14" fmla="*/ 12 w 243"/>
                  <a:gd name="T15" fmla="*/ 327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3" h="331">
                    <a:moveTo>
                      <a:pt x="12" y="327"/>
                    </a:moveTo>
                    <a:lnTo>
                      <a:pt x="12" y="327"/>
                    </a:lnTo>
                    <a:cubicBezTo>
                      <a:pt x="15" y="327"/>
                      <a:pt x="15" y="330"/>
                      <a:pt x="18" y="330"/>
                    </a:cubicBezTo>
                    <a:cubicBezTo>
                      <a:pt x="242" y="15"/>
                      <a:pt x="242" y="15"/>
                      <a:pt x="242" y="15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9" y="321"/>
                      <a:pt x="9" y="321"/>
                      <a:pt x="9" y="321"/>
                    </a:cubicBezTo>
                    <a:lnTo>
                      <a:pt x="12" y="327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63"/>
              <p:cNvSpPr>
                <a:spLocks/>
              </p:cNvSpPr>
              <p:nvPr/>
            </p:nvSpPr>
            <p:spPr bwMode="auto">
              <a:xfrm>
                <a:off x="10080497" y="11848010"/>
                <a:ext cx="705308" cy="944560"/>
              </a:xfrm>
              <a:custGeom>
                <a:avLst/>
                <a:gdLst>
                  <a:gd name="T0" fmla="*/ 6 w 246"/>
                  <a:gd name="T1" fmla="*/ 318 h 331"/>
                  <a:gd name="T2" fmla="*/ 6 w 246"/>
                  <a:gd name="T3" fmla="*/ 318 h 331"/>
                  <a:gd name="T4" fmla="*/ 18 w 246"/>
                  <a:gd name="T5" fmla="*/ 327 h 331"/>
                  <a:gd name="T6" fmla="*/ 21 w 246"/>
                  <a:gd name="T7" fmla="*/ 330 h 331"/>
                  <a:gd name="T8" fmla="*/ 245 w 246"/>
                  <a:gd name="T9" fmla="*/ 12 h 331"/>
                  <a:gd name="T10" fmla="*/ 224 w 246"/>
                  <a:gd name="T11" fmla="*/ 0 h 331"/>
                  <a:gd name="T12" fmla="*/ 0 w 246"/>
                  <a:gd name="T13" fmla="*/ 315 h 331"/>
                  <a:gd name="T14" fmla="*/ 3 w 246"/>
                  <a:gd name="T15" fmla="*/ 315 h 331"/>
                  <a:gd name="T16" fmla="*/ 6 w 246"/>
                  <a:gd name="T17" fmla="*/ 318 h 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6" h="331">
                    <a:moveTo>
                      <a:pt x="6" y="318"/>
                    </a:moveTo>
                    <a:lnTo>
                      <a:pt x="6" y="318"/>
                    </a:lnTo>
                    <a:cubicBezTo>
                      <a:pt x="18" y="327"/>
                      <a:pt x="18" y="327"/>
                      <a:pt x="18" y="327"/>
                    </a:cubicBezTo>
                    <a:cubicBezTo>
                      <a:pt x="18" y="327"/>
                      <a:pt x="18" y="327"/>
                      <a:pt x="21" y="330"/>
                    </a:cubicBezTo>
                    <a:cubicBezTo>
                      <a:pt x="245" y="12"/>
                      <a:pt x="245" y="12"/>
                      <a:pt x="245" y="12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0" y="315"/>
                      <a:pt x="0" y="315"/>
                      <a:pt x="0" y="315"/>
                    </a:cubicBezTo>
                    <a:lnTo>
                      <a:pt x="3" y="315"/>
                    </a:lnTo>
                    <a:lnTo>
                      <a:pt x="6" y="318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49" name="Freeform: Shape 164"/>
              <p:cNvSpPr>
                <a:spLocks/>
              </p:cNvSpPr>
              <p:nvPr/>
            </p:nvSpPr>
            <p:spPr bwMode="auto">
              <a:xfrm>
                <a:off x="10672451" y="11659096"/>
                <a:ext cx="277085" cy="239294"/>
              </a:xfrm>
              <a:custGeom>
                <a:avLst/>
                <a:gdLst>
                  <a:gd name="T0" fmla="*/ 88 w 95"/>
                  <a:gd name="T1" fmla="*/ 36 h 82"/>
                  <a:gd name="T2" fmla="*/ 88 w 95"/>
                  <a:gd name="T3" fmla="*/ 36 h 82"/>
                  <a:gd name="T4" fmla="*/ 39 w 95"/>
                  <a:gd name="T5" fmla="*/ 2 h 82"/>
                  <a:gd name="T6" fmla="*/ 30 w 95"/>
                  <a:gd name="T7" fmla="*/ 0 h 82"/>
                  <a:gd name="T8" fmla="*/ 21 w 95"/>
                  <a:gd name="T9" fmla="*/ 0 h 82"/>
                  <a:gd name="T10" fmla="*/ 0 w 95"/>
                  <a:gd name="T11" fmla="*/ 27 h 82"/>
                  <a:gd name="T12" fmla="*/ 78 w 95"/>
                  <a:gd name="T13" fmla="*/ 81 h 82"/>
                  <a:gd name="T14" fmla="*/ 94 w 95"/>
                  <a:gd name="T15" fmla="*/ 54 h 82"/>
                  <a:gd name="T16" fmla="*/ 88 w 95"/>
                  <a:gd name="T17" fmla="*/ 36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5" h="82">
                    <a:moveTo>
                      <a:pt x="88" y="36"/>
                    </a:moveTo>
                    <a:lnTo>
                      <a:pt x="88" y="36"/>
                    </a:lnTo>
                    <a:cubicBezTo>
                      <a:pt x="39" y="2"/>
                      <a:pt x="39" y="2"/>
                      <a:pt x="39" y="2"/>
                    </a:cubicBezTo>
                    <a:cubicBezTo>
                      <a:pt x="36" y="0"/>
                      <a:pt x="33" y="0"/>
                      <a:pt x="30" y="0"/>
                    </a:cubicBezTo>
                    <a:cubicBezTo>
                      <a:pt x="27" y="0"/>
                      <a:pt x="24" y="0"/>
                      <a:pt x="21" y="0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78" y="81"/>
                      <a:pt x="78" y="81"/>
                      <a:pt x="78" y="81"/>
                    </a:cubicBezTo>
                    <a:cubicBezTo>
                      <a:pt x="94" y="54"/>
                      <a:pt x="94" y="54"/>
                      <a:pt x="94" y="54"/>
                    </a:cubicBezTo>
                    <a:cubicBezTo>
                      <a:pt x="94" y="48"/>
                      <a:pt x="94" y="39"/>
                      <a:pt x="88" y="36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165"/>
              <p:cNvSpPr>
                <a:spLocks/>
              </p:cNvSpPr>
              <p:nvPr/>
            </p:nvSpPr>
            <p:spPr bwMode="auto">
              <a:xfrm>
                <a:off x="10181258" y="11923578"/>
                <a:ext cx="692708" cy="931969"/>
              </a:xfrm>
              <a:custGeom>
                <a:avLst/>
                <a:gdLst>
                  <a:gd name="T0" fmla="*/ 0 w 243"/>
                  <a:gd name="T1" fmla="*/ 315 h 325"/>
                  <a:gd name="T2" fmla="*/ 0 w 243"/>
                  <a:gd name="T3" fmla="*/ 315 h 325"/>
                  <a:gd name="T4" fmla="*/ 6 w 243"/>
                  <a:gd name="T5" fmla="*/ 318 h 325"/>
                  <a:gd name="T6" fmla="*/ 9 w 243"/>
                  <a:gd name="T7" fmla="*/ 318 h 325"/>
                  <a:gd name="T8" fmla="*/ 18 w 243"/>
                  <a:gd name="T9" fmla="*/ 324 h 325"/>
                  <a:gd name="T10" fmla="*/ 242 w 243"/>
                  <a:gd name="T11" fmla="*/ 12 h 325"/>
                  <a:gd name="T12" fmla="*/ 227 w 243"/>
                  <a:gd name="T13" fmla="*/ 0 h 325"/>
                  <a:gd name="T14" fmla="*/ 0 w 243"/>
                  <a:gd name="T15" fmla="*/ 315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3" h="325">
                    <a:moveTo>
                      <a:pt x="0" y="315"/>
                    </a:moveTo>
                    <a:lnTo>
                      <a:pt x="0" y="315"/>
                    </a:lnTo>
                    <a:cubicBezTo>
                      <a:pt x="3" y="315"/>
                      <a:pt x="6" y="315"/>
                      <a:pt x="6" y="318"/>
                    </a:cubicBezTo>
                    <a:cubicBezTo>
                      <a:pt x="9" y="318"/>
                      <a:pt x="9" y="318"/>
                      <a:pt x="9" y="318"/>
                    </a:cubicBezTo>
                    <a:cubicBezTo>
                      <a:pt x="18" y="324"/>
                      <a:pt x="18" y="324"/>
                      <a:pt x="18" y="324"/>
                    </a:cubicBezTo>
                    <a:cubicBezTo>
                      <a:pt x="242" y="12"/>
                      <a:pt x="242" y="12"/>
                      <a:pt x="242" y="12"/>
                    </a:cubicBezTo>
                    <a:cubicBezTo>
                      <a:pt x="227" y="0"/>
                      <a:pt x="227" y="0"/>
                      <a:pt x="227" y="0"/>
                    </a:cubicBezTo>
                    <a:lnTo>
                      <a:pt x="0" y="315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166"/>
              <p:cNvSpPr>
                <a:spLocks/>
              </p:cNvSpPr>
              <p:nvPr/>
            </p:nvSpPr>
            <p:spPr bwMode="auto">
              <a:xfrm>
                <a:off x="9941956" y="12729603"/>
                <a:ext cx="239306" cy="239285"/>
              </a:xfrm>
              <a:custGeom>
                <a:avLst/>
                <a:gdLst>
                  <a:gd name="T0" fmla="*/ 78 w 85"/>
                  <a:gd name="T1" fmla="*/ 48 h 83"/>
                  <a:gd name="T2" fmla="*/ 78 w 85"/>
                  <a:gd name="T3" fmla="*/ 48 h 83"/>
                  <a:gd name="T4" fmla="*/ 51 w 85"/>
                  <a:gd name="T5" fmla="*/ 27 h 83"/>
                  <a:gd name="T6" fmla="*/ 42 w 85"/>
                  <a:gd name="T7" fmla="*/ 21 h 83"/>
                  <a:gd name="T8" fmla="*/ 15 w 85"/>
                  <a:gd name="T9" fmla="*/ 3 h 83"/>
                  <a:gd name="T10" fmla="*/ 15 w 85"/>
                  <a:gd name="T11" fmla="*/ 0 h 83"/>
                  <a:gd name="T12" fmla="*/ 12 w 85"/>
                  <a:gd name="T13" fmla="*/ 0 h 83"/>
                  <a:gd name="T14" fmla="*/ 6 w 85"/>
                  <a:gd name="T15" fmla="*/ 15 h 83"/>
                  <a:gd name="T16" fmla="*/ 3 w 85"/>
                  <a:gd name="T17" fmla="*/ 21 h 83"/>
                  <a:gd name="T18" fmla="*/ 0 w 85"/>
                  <a:gd name="T19" fmla="*/ 57 h 83"/>
                  <a:gd name="T20" fmla="*/ 33 w 85"/>
                  <a:gd name="T21" fmla="*/ 82 h 83"/>
                  <a:gd name="T22" fmla="*/ 63 w 85"/>
                  <a:gd name="T23" fmla="*/ 63 h 83"/>
                  <a:gd name="T24" fmla="*/ 69 w 85"/>
                  <a:gd name="T25" fmla="*/ 60 h 83"/>
                  <a:gd name="T26" fmla="*/ 84 w 85"/>
                  <a:gd name="T27" fmla="*/ 51 h 83"/>
                  <a:gd name="T28" fmla="*/ 81 w 85"/>
                  <a:gd name="T29" fmla="*/ 48 h 83"/>
                  <a:gd name="T30" fmla="*/ 78 w 85"/>
                  <a:gd name="T31" fmla="*/ 48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5" h="83">
                    <a:moveTo>
                      <a:pt x="78" y="48"/>
                    </a:moveTo>
                    <a:lnTo>
                      <a:pt x="78" y="48"/>
                    </a:lnTo>
                    <a:cubicBezTo>
                      <a:pt x="69" y="45"/>
                      <a:pt x="57" y="36"/>
                      <a:pt x="51" y="27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33" y="18"/>
                      <a:pt x="21" y="9"/>
                      <a:pt x="15" y="3"/>
                    </a:cubicBezTo>
                    <a:lnTo>
                      <a:pt x="15" y="0"/>
                    </a:lnTo>
                    <a:cubicBezTo>
                      <a:pt x="12" y="0"/>
                      <a:pt x="12" y="0"/>
                      <a:pt x="12" y="0"/>
                    </a:cubicBezTo>
                    <a:cubicBezTo>
                      <a:pt x="9" y="0"/>
                      <a:pt x="6" y="6"/>
                      <a:pt x="6" y="15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9" y="60"/>
                      <a:pt x="24" y="66"/>
                      <a:pt x="33" y="82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78" y="57"/>
                      <a:pt x="81" y="54"/>
                      <a:pt x="84" y="51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1" y="48"/>
                      <a:pt x="81" y="48"/>
                      <a:pt x="78" y="48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0" name="组合 189"/>
          <p:cNvGrpSpPr/>
          <p:nvPr/>
        </p:nvGrpSpPr>
        <p:grpSpPr>
          <a:xfrm>
            <a:off x="2563118" y="1198128"/>
            <a:ext cx="4144117" cy="2737723"/>
            <a:chOff x="2563118" y="1198128"/>
            <a:chExt cx="4144117" cy="2737723"/>
          </a:xfrm>
        </p:grpSpPr>
        <p:grpSp>
          <p:nvGrpSpPr>
            <p:cNvPr id="8" name="Group 93"/>
            <p:cNvGrpSpPr/>
            <p:nvPr/>
          </p:nvGrpSpPr>
          <p:grpSpPr>
            <a:xfrm>
              <a:off x="4103090" y="1198128"/>
              <a:ext cx="1111738" cy="1041164"/>
              <a:chOff x="10561952" y="3914662"/>
              <a:chExt cx="3244004" cy="3039255"/>
            </a:xfrm>
          </p:grpSpPr>
          <p:sp>
            <p:nvSpPr>
              <p:cNvPr id="93" name="Freeform: Shape 94"/>
              <p:cNvSpPr>
                <a:spLocks/>
              </p:cNvSpPr>
              <p:nvPr/>
            </p:nvSpPr>
            <p:spPr bwMode="auto">
              <a:xfrm>
                <a:off x="11448604" y="6439972"/>
                <a:ext cx="1472816" cy="513945"/>
              </a:xfrm>
              <a:custGeom>
                <a:avLst/>
                <a:gdLst>
                  <a:gd name="T0" fmla="*/ 3036 w 3072"/>
                  <a:gd name="T1" fmla="*/ 143 h 1078"/>
                  <a:gd name="T2" fmla="*/ 3036 w 3072"/>
                  <a:gd name="T3" fmla="*/ 143 h 1078"/>
                  <a:gd name="T4" fmla="*/ 3071 w 3072"/>
                  <a:gd name="T5" fmla="*/ 92 h 1078"/>
                  <a:gd name="T6" fmla="*/ 3071 w 3072"/>
                  <a:gd name="T7" fmla="*/ 51 h 1078"/>
                  <a:gd name="T8" fmla="*/ 3036 w 3072"/>
                  <a:gd name="T9" fmla="*/ 0 h 1078"/>
                  <a:gd name="T10" fmla="*/ 34 w 3072"/>
                  <a:gd name="T11" fmla="*/ 0 h 1078"/>
                  <a:gd name="T12" fmla="*/ 0 w 3072"/>
                  <a:gd name="T13" fmla="*/ 51 h 1078"/>
                  <a:gd name="T14" fmla="*/ 0 w 3072"/>
                  <a:gd name="T15" fmla="*/ 92 h 1078"/>
                  <a:gd name="T16" fmla="*/ 34 w 3072"/>
                  <a:gd name="T17" fmla="*/ 143 h 1078"/>
                  <a:gd name="T18" fmla="*/ 82 w 3072"/>
                  <a:gd name="T19" fmla="*/ 143 h 1078"/>
                  <a:gd name="T20" fmla="*/ 82 w 3072"/>
                  <a:gd name="T21" fmla="*/ 933 h 1078"/>
                  <a:gd name="T22" fmla="*/ 34 w 3072"/>
                  <a:gd name="T23" fmla="*/ 933 h 1078"/>
                  <a:gd name="T24" fmla="*/ 0 w 3072"/>
                  <a:gd name="T25" fmla="*/ 984 h 1078"/>
                  <a:gd name="T26" fmla="*/ 0 w 3072"/>
                  <a:gd name="T27" fmla="*/ 1025 h 1078"/>
                  <a:gd name="T28" fmla="*/ 34 w 3072"/>
                  <a:gd name="T29" fmla="*/ 1077 h 1078"/>
                  <a:gd name="T30" fmla="*/ 3036 w 3072"/>
                  <a:gd name="T31" fmla="*/ 1077 h 1078"/>
                  <a:gd name="T32" fmla="*/ 3071 w 3072"/>
                  <a:gd name="T33" fmla="*/ 1025 h 1078"/>
                  <a:gd name="T34" fmla="*/ 3071 w 3072"/>
                  <a:gd name="T35" fmla="*/ 984 h 1078"/>
                  <a:gd name="T36" fmla="*/ 3036 w 3072"/>
                  <a:gd name="T37" fmla="*/ 933 h 1078"/>
                  <a:gd name="T38" fmla="*/ 2989 w 3072"/>
                  <a:gd name="T39" fmla="*/ 933 h 1078"/>
                  <a:gd name="T40" fmla="*/ 2989 w 3072"/>
                  <a:gd name="T41" fmla="*/ 143 h 1078"/>
                  <a:gd name="T42" fmla="*/ 3036 w 3072"/>
                  <a:gd name="T43" fmla="*/ 143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072" h="1078">
                    <a:moveTo>
                      <a:pt x="3036" y="143"/>
                    </a:moveTo>
                    <a:lnTo>
                      <a:pt x="3036" y="143"/>
                    </a:lnTo>
                    <a:cubicBezTo>
                      <a:pt x="3057" y="143"/>
                      <a:pt x="3071" y="119"/>
                      <a:pt x="3071" y="92"/>
                    </a:cubicBezTo>
                    <a:cubicBezTo>
                      <a:pt x="3071" y="51"/>
                      <a:pt x="3071" y="51"/>
                      <a:pt x="3071" y="51"/>
                    </a:cubicBezTo>
                    <a:cubicBezTo>
                      <a:pt x="3071" y="24"/>
                      <a:pt x="3057" y="0"/>
                      <a:pt x="3036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3" y="0"/>
                      <a:pt x="0" y="24"/>
                      <a:pt x="0" y="51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119"/>
                      <a:pt x="13" y="143"/>
                      <a:pt x="34" y="143"/>
                    </a:cubicBezTo>
                    <a:cubicBezTo>
                      <a:pt x="82" y="143"/>
                      <a:pt x="82" y="143"/>
                      <a:pt x="82" y="143"/>
                    </a:cubicBezTo>
                    <a:cubicBezTo>
                      <a:pt x="82" y="933"/>
                      <a:pt x="82" y="933"/>
                      <a:pt x="82" y="933"/>
                    </a:cubicBezTo>
                    <a:cubicBezTo>
                      <a:pt x="34" y="933"/>
                      <a:pt x="34" y="933"/>
                      <a:pt x="34" y="933"/>
                    </a:cubicBezTo>
                    <a:cubicBezTo>
                      <a:pt x="13" y="933"/>
                      <a:pt x="0" y="957"/>
                      <a:pt x="0" y="984"/>
                    </a:cubicBezTo>
                    <a:cubicBezTo>
                      <a:pt x="0" y="1025"/>
                      <a:pt x="0" y="1025"/>
                      <a:pt x="0" y="1025"/>
                    </a:cubicBezTo>
                    <a:cubicBezTo>
                      <a:pt x="0" y="1053"/>
                      <a:pt x="13" y="1077"/>
                      <a:pt x="34" y="1077"/>
                    </a:cubicBezTo>
                    <a:cubicBezTo>
                      <a:pt x="3036" y="1077"/>
                      <a:pt x="3036" y="1077"/>
                      <a:pt x="3036" y="1077"/>
                    </a:cubicBezTo>
                    <a:cubicBezTo>
                      <a:pt x="3057" y="1077"/>
                      <a:pt x="3071" y="1053"/>
                      <a:pt x="3071" y="1025"/>
                    </a:cubicBezTo>
                    <a:cubicBezTo>
                      <a:pt x="3071" y="984"/>
                      <a:pt x="3071" y="984"/>
                      <a:pt x="3071" y="984"/>
                    </a:cubicBezTo>
                    <a:cubicBezTo>
                      <a:pt x="3071" y="957"/>
                      <a:pt x="3057" y="933"/>
                      <a:pt x="3036" y="933"/>
                    </a:cubicBezTo>
                    <a:cubicBezTo>
                      <a:pt x="2989" y="933"/>
                      <a:pt x="2989" y="933"/>
                      <a:pt x="2989" y="933"/>
                    </a:cubicBezTo>
                    <a:cubicBezTo>
                      <a:pt x="2989" y="143"/>
                      <a:pt x="2989" y="143"/>
                      <a:pt x="2989" y="143"/>
                    </a:cubicBezTo>
                    <a:lnTo>
                      <a:pt x="3036" y="143"/>
                    </a:ln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4" name="Freeform: Shape 95"/>
              <p:cNvSpPr>
                <a:spLocks/>
              </p:cNvSpPr>
              <p:nvPr/>
            </p:nvSpPr>
            <p:spPr bwMode="auto">
              <a:xfrm>
                <a:off x="10561952" y="3914662"/>
                <a:ext cx="3244004" cy="2531655"/>
              </a:xfrm>
              <a:custGeom>
                <a:avLst/>
                <a:gdLst>
                  <a:gd name="T0" fmla="*/ 6747 w 6765"/>
                  <a:gd name="T1" fmla="*/ 647 h 5285"/>
                  <a:gd name="T2" fmla="*/ 6747 w 6765"/>
                  <a:gd name="T3" fmla="*/ 647 h 5285"/>
                  <a:gd name="T4" fmla="*/ 6744 w 6765"/>
                  <a:gd name="T5" fmla="*/ 561 h 5285"/>
                  <a:gd name="T6" fmla="*/ 5557 w 6765"/>
                  <a:gd name="T7" fmla="*/ 561 h 5285"/>
                  <a:gd name="T8" fmla="*/ 5578 w 6765"/>
                  <a:gd name="T9" fmla="*/ 144 h 5285"/>
                  <a:gd name="T10" fmla="*/ 5639 w 6765"/>
                  <a:gd name="T11" fmla="*/ 144 h 5285"/>
                  <a:gd name="T12" fmla="*/ 5711 w 6765"/>
                  <a:gd name="T13" fmla="*/ 72 h 5285"/>
                  <a:gd name="T14" fmla="*/ 5639 w 6765"/>
                  <a:gd name="T15" fmla="*/ 0 h 5285"/>
                  <a:gd name="T16" fmla="*/ 5578 w 6765"/>
                  <a:gd name="T17" fmla="*/ 0 h 5285"/>
                  <a:gd name="T18" fmla="*/ 3382 w 6765"/>
                  <a:gd name="T19" fmla="*/ 0 h 5285"/>
                  <a:gd name="T20" fmla="*/ 1187 w 6765"/>
                  <a:gd name="T21" fmla="*/ 0 h 5285"/>
                  <a:gd name="T22" fmla="*/ 1125 w 6765"/>
                  <a:gd name="T23" fmla="*/ 0 h 5285"/>
                  <a:gd name="T24" fmla="*/ 1053 w 6765"/>
                  <a:gd name="T25" fmla="*/ 72 h 5285"/>
                  <a:gd name="T26" fmla="*/ 1125 w 6765"/>
                  <a:gd name="T27" fmla="*/ 144 h 5285"/>
                  <a:gd name="T28" fmla="*/ 1187 w 6765"/>
                  <a:gd name="T29" fmla="*/ 144 h 5285"/>
                  <a:gd name="T30" fmla="*/ 1207 w 6765"/>
                  <a:gd name="T31" fmla="*/ 561 h 5285"/>
                  <a:gd name="T32" fmla="*/ 21 w 6765"/>
                  <a:gd name="T33" fmla="*/ 561 h 5285"/>
                  <a:gd name="T34" fmla="*/ 17 w 6765"/>
                  <a:gd name="T35" fmla="*/ 647 h 5285"/>
                  <a:gd name="T36" fmla="*/ 537 w 6765"/>
                  <a:gd name="T37" fmla="*/ 1580 h 5285"/>
                  <a:gd name="T38" fmla="*/ 906 w 6765"/>
                  <a:gd name="T39" fmla="*/ 2264 h 5285"/>
                  <a:gd name="T40" fmla="*/ 1655 w 6765"/>
                  <a:gd name="T41" fmla="*/ 2264 h 5285"/>
                  <a:gd name="T42" fmla="*/ 3037 w 6765"/>
                  <a:gd name="T43" fmla="*/ 3345 h 5285"/>
                  <a:gd name="T44" fmla="*/ 3037 w 6765"/>
                  <a:gd name="T45" fmla="*/ 3837 h 5285"/>
                  <a:gd name="T46" fmla="*/ 2979 w 6765"/>
                  <a:gd name="T47" fmla="*/ 3837 h 5285"/>
                  <a:gd name="T48" fmla="*/ 2979 w 6765"/>
                  <a:gd name="T49" fmla="*/ 4313 h 5285"/>
                  <a:gd name="T50" fmla="*/ 3037 w 6765"/>
                  <a:gd name="T51" fmla="*/ 4313 h 5285"/>
                  <a:gd name="T52" fmla="*/ 3037 w 6765"/>
                  <a:gd name="T53" fmla="*/ 4613 h 5285"/>
                  <a:gd name="T54" fmla="*/ 3016 w 6765"/>
                  <a:gd name="T55" fmla="*/ 4613 h 5285"/>
                  <a:gd name="T56" fmla="*/ 2845 w 6765"/>
                  <a:gd name="T57" fmla="*/ 4784 h 5285"/>
                  <a:gd name="T58" fmla="*/ 2845 w 6765"/>
                  <a:gd name="T59" fmla="*/ 5113 h 5285"/>
                  <a:gd name="T60" fmla="*/ 3016 w 6765"/>
                  <a:gd name="T61" fmla="*/ 5284 h 5285"/>
                  <a:gd name="T62" fmla="*/ 3037 w 6765"/>
                  <a:gd name="T63" fmla="*/ 5284 h 5285"/>
                  <a:gd name="T64" fmla="*/ 3727 w 6765"/>
                  <a:gd name="T65" fmla="*/ 5284 h 5285"/>
                  <a:gd name="T66" fmla="*/ 3748 w 6765"/>
                  <a:gd name="T67" fmla="*/ 5284 h 5285"/>
                  <a:gd name="T68" fmla="*/ 3919 w 6765"/>
                  <a:gd name="T69" fmla="*/ 5113 h 5285"/>
                  <a:gd name="T70" fmla="*/ 3919 w 6765"/>
                  <a:gd name="T71" fmla="*/ 4784 h 5285"/>
                  <a:gd name="T72" fmla="*/ 3748 w 6765"/>
                  <a:gd name="T73" fmla="*/ 4613 h 5285"/>
                  <a:gd name="T74" fmla="*/ 3727 w 6765"/>
                  <a:gd name="T75" fmla="*/ 4613 h 5285"/>
                  <a:gd name="T76" fmla="*/ 3727 w 6765"/>
                  <a:gd name="T77" fmla="*/ 4313 h 5285"/>
                  <a:gd name="T78" fmla="*/ 3786 w 6765"/>
                  <a:gd name="T79" fmla="*/ 4313 h 5285"/>
                  <a:gd name="T80" fmla="*/ 3786 w 6765"/>
                  <a:gd name="T81" fmla="*/ 3837 h 5285"/>
                  <a:gd name="T82" fmla="*/ 3727 w 6765"/>
                  <a:gd name="T83" fmla="*/ 3837 h 5285"/>
                  <a:gd name="T84" fmla="*/ 3727 w 6765"/>
                  <a:gd name="T85" fmla="*/ 3345 h 5285"/>
                  <a:gd name="T86" fmla="*/ 5109 w 6765"/>
                  <a:gd name="T87" fmla="*/ 2264 h 5285"/>
                  <a:gd name="T88" fmla="*/ 5858 w 6765"/>
                  <a:gd name="T89" fmla="*/ 2264 h 5285"/>
                  <a:gd name="T90" fmla="*/ 6227 w 6765"/>
                  <a:gd name="T91" fmla="*/ 1580 h 5285"/>
                  <a:gd name="T92" fmla="*/ 6747 w 6765"/>
                  <a:gd name="T93" fmla="*/ 647 h 5285"/>
                  <a:gd name="T94" fmla="*/ 1016 w 6765"/>
                  <a:gd name="T95" fmla="*/ 2083 h 5285"/>
                  <a:gd name="T96" fmla="*/ 1016 w 6765"/>
                  <a:gd name="T97" fmla="*/ 2083 h 5285"/>
                  <a:gd name="T98" fmla="*/ 663 w 6765"/>
                  <a:gd name="T99" fmla="*/ 1433 h 5285"/>
                  <a:gd name="T100" fmla="*/ 629 w 6765"/>
                  <a:gd name="T101" fmla="*/ 1423 h 5285"/>
                  <a:gd name="T102" fmla="*/ 198 w 6765"/>
                  <a:gd name="T103" fmla="*/ 742 h 5285"/>
                  <a:gd name="T104" fmla="*/ 1228 w 6765"/>
                  <a:gd name="T105" fmla="*/ 742 h 5285"/>
                  <a:gd name="T106" fmla="*/ 1566 w 6765"/>
                  <a:gd name="T107" fmla="*/ 2083 h 5285"/>
                  <a:gd name="T108" fmla="*/ 1016 w 6765"/>
                  <a:gd name="T109" fmla="*/ 2083 h 5285"/>
                  <a:gd name="T110" fmla="*/ 6135 w 6765"/>
                  <a:gd name="T111" fmla="*/ 1423 h 5285"/>
                  <a:gd name="T112" fmla="*/ 6135 w 6765"/>
                  <a:gd name="T113" fmla="*/ 1423 h 5285"/>
                  <a:gd name="T114" fmla="*/ 6101 w 6765"/>
                  <a:gd name="T115" fmla="*/ 1433 h 5285"/>
                  <a:gd name="T116" fmla="*/ 5749 w 6765"/>
                  <a:gd name="T117" fmla="*/ 2083 h 5285"/>
                  <a:gd name="T118" fmla="*/ 5198 w 6765"/>
                  <a:gd name="T119" fmla="*/ 2083 h 5285"/>
                  <a:gd name="T120" fmla="*/ 5537 w 6765"/>
                  <a:gd name="T121" fmla="*/ 742 h 5285"/>
                  <a:gd name="T122" fmla="*/ 6566 w 6765"/>
                  <a:gd name="T123" fmla="*/ 742 h 5285"/>
                  <a:gd name="T124" fmla="*/ 6135 w 6765"/>
                  <a:gd name="T125" fmla="*/ 1423 h 5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765" h="5285">
                    <a:moveTo>
                      <a:pt x="6747" y="647"/>
                    </a:moveTo>
                    <a:lnTo>
                      <a:pt x="6747" y="647"/>
                    </a:lnTo>
                    <a:cubicBezTo>
                      <a:pt x="6744" y="561"/>
                      <a:pt x="6744" y="561"/>
                      <a:pt x="6744" y="561"/>
                    </a:cubicBezTo>
                    <a:cubicBezTo>
                      <a:pt x="5557" y="561"/>
                      <a:pt x="5557" y="561"/>
                      <a:pt x="5557" y="561"/>
                    </a:cubicBezTo>
                    <a:cubicBezTo>
                      <a:pt x="5571" y="387"/>
                      <a:pt x="5578" y="243"/>
                      <a:pt x="5578" y="144"/>
                    </a:cubicBezTo>
                    <a:cubicBezTo>
                      <a:pt x="5639" y="144"/>
                      <a:pt x="5639" y="144"/>
                      <a:pt x="5639" y="144"/>
                    </a:cubicBezTo>
                    <a:cubicBezTo>
                      <a:pt x="5680" y="144"/>
                      <a:pt x="5711" y="113"/>
                      <a:pt x="5711" y="72"/>
                    </a:cubicBezTo>
                    <a:cubicBezTo>
                      <a:pt x="5711" y="31"/>
                      <a:pt x="5680" y="0"/>
                      <a:pt x="5639" y="0"/>
                    </a:cubicBezTo>
                    <a:cubicBezTo>
                      <a:pt x="5578" y="0"/>
                      <a:pt x="5578" y="0"/>
                      <a:pt x="5578" y="0"/>
                    </a:cubicBezTo>
                    <a:cubicBezTo>
                      <a:pt x="3382" y="0"/>
                      <a:pt x="3382" y="0"/>
                      <a:pt x="3382" y="0"/>
                    </a:cubicBezTo>
                    <a:cubicBezTo>
                      <a:pt x="1187" y="0"/>
                      <a:pt x="1187" y="0"/>
                      <a:pt x="1187" y="0"/>
                    </a:cubicBezTo>
                    <a:cubicBezTo>
                      <a:pt x="1125" y="0"/>
                      <a:pt x="1125" y="0"/>
                      <a:pt x="1125" y="0"/>
                    </a:cubicBezTo>
                    <a:cubicBezTo>
                      <a:pt x="1084" y="0"/>
                      <a:pt x="1053" y="31"/>
                      <a:pt x="1053" y="72"/>
                    </a:cubicBezTo>
                    <a:cubicBezTo>
                      <a:pt x="1053" y="113"/>
                      <a:pt x="1084" y="144"/>
                      <a:pt x="1125" y="144"/>
                    </a:cubicBezTo>
                    <a:cubicBezTo>
                      <a:pt x="1187" y="144"/>
                      <a:pt x="1187" y="144"/>
                      <a:pt x="1187" y="144"/>
                    </a:cubicBezTo>
                    <a:cubicBezTo>
                      <a:pt x="1187" y="243"/>
                      <a:pt x="1194" y="387"/>
                      <a:pt x="1207" y="561"/>
                    </a:cubicBezTo>
                    <a:cubicBezTo>
                      <a:pt x="21" y="561"/>
                      <a:pt x="21" y="561"/>
                      <a:pt x="21" y="561"/>
                    </a:cubicBezTo>
                    <a:cubicBezTo>
                      <a:pt x="17" y="647"/>
                      <a:pt x="17" y="647"/>
                      <a:pt x="17" y="647"/>
                    </a:cubicBezTo>
                    <a:cubicBezTo>
                      <a:pt x="0" y="896"/>
                      <a:pt x="92" y="1402"/>
                      <a:pt x="537" y="1580"/>
                    </a:cubicBezTo>
                    <a:cubicBezTo>
                      <a:pt x="906" y="2264"/>
                      <a:pt x="906" y="2264"/>
                      <a:pt x="906" y="2264"/>
                    </a:cubicBezTo>
                    <a:cubicBezTo>
                      <a:pt x="1655" y="2264"/>
                      <a:pt x="1655" y="2264"/>
                      <a:pt x="1655" y="2264"/>
                    </a:cubicBezTo>
                    <a:cubicBezTo>
                      <a:pt x="1925" y="2791"/>
                      <a:pt x="2356" y="3232"/>
                      <a:pt x="3037" y="3345"/>
                    </a:cubicBezTo>
                    <a:cubicBezTo>
                      <a:pt x="3037" y="3837"/>
                      <a:pt x="3037" y="3837"/>
                      <a:pt x="3037" y="3837"/>
                    </a:cubicBezTo>
                    <a:cubicBezTo>
                      <a:pt x="2979" y="3837"/>
                      <a:pt x="2979" y="3837"/>
                      <a:pt x="2979" y="3837"/>
                    </a:cubicBezTo>
                    <a:cubicBezTo>
                      <a:pt x="2979" y="3837"/>
                      <a:pt x="2814" y="4097"/>
                      <a:pt x="2979" y="4313"/>
                    </a:cubicBezTo>
                    <a:cubicBezTo>
                      <a:pt x="3037" y="4313"/>
                      <a:pt x="3037" y="4313"/>
                      <a:pt x="3037" y="4313"/>
                    </a:cubicBezTo>
                    <a:cubicBezTo>
                      <a:pt x="3037" y="4613"/>
                      <a:pt x="3037" y="4613"/>
                      <a:pt x="3037" y="4613"/>
                    </a:cubicBezTo>
                    <a:cubicBezTo>
                      <a:pt x="3016" y="4613"/>
                      <a:pt x="3016" y="4613"/>
                      <a:pt x="3016" y="4613"/>
                    </a:cubicBezTo>
                    <a:cubicBezTo>
                      <a:pt x="2924" y="4613"/>
                      <a:pt x="2845" y="4689"/>
                      <a:pt x="2845" y="4784"/>
                    </a:cubicBezTo>
                    <a:cubicBezTo>
                      <a:pt x="2845" y="5113"/>
                      <a:pt x="2845" y="5113"/>
                      <a:pt x="2845" y="5113"/>
                    </a:cubicBezTo>
                    <a:cubicBezTo>
                      <a:pt x="2845" y="5208"/>
                      <a:pt x="2924" y="5284"/>
                      <a:pt x="3016" y="5284"/>
                    </a:cubicBezTo>
                    <a:cubicBezTo>
                      <a:pt x="3037" y="5284"/>
                      <a:pt x="3037" y="5284"/>
                      <a:pt x="3037" y="5284"/>
                    </a:cubicBezTo>
                    <a:cubicBezTo>
                      <a:pt x="3727" y="5284"/>
                      <a:pt x="3727" y="5284"/>
                      <a:pt x="3727" y="5284"/>
                    </a:cubicBezTo>
                    <a:cubicBezTo>
                      <a:pt x="3748" y="5284"/>
                      <a:pt x="3748" y="5284"/>
                      <a:pt x="3748" y="5284"/>
                    </a:cubicBezTo>
                    <a:cubicBezTo>
                      <a:pt x="3841" y="5284"/>
                      <a:pt x="3919" y="5208"/>
                      <a:pt x="3919" y="5113"/>
                    </a:cubicBezTo>
                    <a:cubicBezTo>
                      <a:pt x="3919" y="4784"/>
                      <a:pt x="3919" y="4784"/>
                      <a:pt x="3919" y="4784"/>
                    </a:cubicBezTo>
                    <a:cubicBezTo>
                      <a:pt x="3919" y="4689"/>
                      <a:pt x="3841" y="4613"/>
                      <a:pt x="3748" y="4613"/>
                    </a:cubicBezTo>
                    <a:cubicBezTo>
                      <a:pt x="3727" y="4613"/>
                      <a:pt x="3727" y="4613"/>
                      <a:pt x="3727" y="4613"/>
                    </a:cubicBezTo>
                    <a:cubicBezTo>
                      <a:pt x="3727" y="4313"/>
                      <a:pt x="3727" y="4313"/>
                      <a:pt x="3727" y="4313"/>
                    </a:cubicBezTo>
                    <a:cubicBezTo>
                      <a:pt x="3786" y="4313"/>
                      <a:pt x="3786" y="4313"/>
                      <a:pt x="3786" y="4313"/>
                    </a:cubicBezTo>
                    <a:cubicBezTo>
                      <a:pt x="3950" y="4097"/>
                      <a:pt x="3786" y="3837"/>
                      <a:pt x="3786" y="3837"/>
                    </a:cubicBezTo>
                    <a:cubicBezTo>
                      <a:pt x="3727" y="3837"/>
                      <a:pt x="3727" y="3837"/>
                      <a:pt x="3727" y="3837"/>
                    </a:cubicBezTo>
                    <a:cubicBezTo>
                      <a:pt x="3727" y="3345"/>
                      <a:pt x="3727" y="3345"/>
                      <a:pt x="3727" y="3345"/>
                    </a:cubicBezTo>
                    <a:cubicBezTo>
                      <a:pt x="4408" y="3232"/>
                      <a:pt x="4839" y="2791"/>
                      <a:pt x="5109" y="2264"/>
                    </a:cubicBezTo>
                    <a:cubicBezTo>
                      <a:pt x="5858" y="2264"/>
                      <a:pt x="5858" y="2264"/>
                      <a:pt x="5858" y="2264"/>
                    </a:cubicBezTo>
                    <a:cubicBezTo>
                      <a:pt x="6227" y="1580"/>
                      <a:pt x="6227" y="1580"/>
                      <a:pt x="6227" y="1580"/>
                    </a:cubicBezTo>
                    <a:cubicBezTo>
                      <a:pt x="6672" y="1402"/>
                      <a:pt x="6764" y="896"/>
                      <a:pt x="6747" y="647"/>
                    </a:cubicBezTo>
                    <a:close/>
                    <a:moveTo>
                      <a:pt x="1016" y="2083"/>
                    </a:moveTo>
                    <a:lnTo>
                      <a:pt x="1016" y="2083"/>
                    </a:lnTo>
                    <a:cubicBezTo>
                      <a:pt x="663" y="1433"/>
                      <a:pt x="663" y="1433"/>
                      <a:pt x="663" y="1433"/>
                    </a:cubicBezTo>
                    <a:cubicBezTo>
                      <a:pt x="629" y="1423"/>
                      <a:pt x="629" y="1423"/>
                      <a:pt x="629" y="1423"/>
                    </a:cubicBezTo>
                    <a:cubicBezTo>
                      <a:pt x="270" y="1297"/>
                      <a:pt x="205" y="913"/>
                      <a:pt x="198" y="742"/>
                    </a:cubicBezTo>
                    <a:cubicBezTo>
                      <a:pt x="1228" y="742"/>
                      <a:pt x="1228" y="742"/>
                      <a:pt x="1228" y="742"/>
                    </a:cubicBezTo>
                    <a:cubicBezTo>
                      <a:pt x="1272" y="1136"/>
                      <a:pt x="1368" y="1631"/>
                      <a:pt x="1566" y="2083"/>
                    </a:cubicBezTo>
                    <a:lnTo>
                      <a:pt x="1016" y="2083"/>
                    </a:lnTo>
                    <a:close/>
                    <a:moveTo>
                      <a:pt x="6135" y="1423"/>
                    </a:moveTo>
                    <a:lnTo>
                      <a:pt x="6135" y="1423"/>
                    </a:lnTo>
                    <a:cubicBezTo>
                      <a:pt x="6101" y="1433"/>
                      <a:pt x="6101" y="1433"/>
                      <a:pt x="6101" y="1433"/>
                    </a:cubicBezTo>
                    <a:cubicBezTo>
                      <a:pt x="5749" y="2083"/>
                      <a:pt x="5749" y="2083"/>
                      <a:pt x="5749" y="2083"/>
                    </a:cubicBezTo>
                    <a:cubicBezTo>
                      <a:pt x="5198" y="2083"/>
                      <a:pt x="5198" y="2083"/>
                      <a:pt x="5198" y="2083"/>
                    </a:cubicBezTo>
                    <a:cubicBezTo>
                      <a:pt x="5396" y="1631"/>
                      <a:pt x="5492" y="1136"/>
                      <a:pt x="5537" y="742"/>
                    </a:cubicBezTo>
                    <a:cubicBezTo>
                      <a:pt x="6566" y="742"/>
                      <a:pt x="6566" y="742"/>
                      <a:pt x="6566" y="742"/>
                    </a:cubicBezTo>
                    <a:cubicBezTo>
                      <a:pt x="6559" y="913"/>
                      <a:pt x="6498" y="1297"/>
                      <a:pt x="6135" y="14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5" name="Freeform: Shape 96"/>
              <p:cNvSpPr>
                <a:spLocks/>
              </p:cNvSpPr>
              <p:nvPr/>
            </p:nvSpPr>
            <p:spPr bwMode="auto">
              <a:xfrm>
                <a:off x="12019955" y="5983132"/>
                <a:ext cx="330114" cy="16920"/>
              </a:xfrm>
              <a:custGeom>
                <a:avLst/>
                <a:gdLst>
                  <a:gd name="T0" fmla="*/ 690 w 691"/>
                  <a:gd name="T1" fmla="*/ 37 h 38"/>
                  <a:gd name="T2" fmla="*/ 0 w 691"/>
                  <a:gd name="T3" fmla="*/ 37 h 38"/>
                  <a:gd name="T4" fmla="*/ 0 w 691"/>
                  <a:gd name="T5" fmla="*/ 0 h 38"/>
                  <a:gd name="T6" fmla="*/ 690 w 691"/>
                  <a:gd name="T7" fmla="*/ 0 h 38"/>
                  <a:gd name="T8" fmla="*/ 690 w 691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38">
                    <a:moveTo>
                      <a:pt x="690" y="37"/>
                    </a:moveTo>
                    <a:lnTo>
                      <a:pt x="0" y="37"/>
                    </a:lnTo>
                    <a:lnTo>
                      <a:pt x="0" y="0"/>
                    </a:lnTo>
                    <a:lnTo>
                      <a:pt x="690" y="0"/>
                    </a:lnTo>
                    <a:lnTo>
                      <a:pt x="690" y="37"/>
                    </a:ln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6" name="Freeform: Shape 97"/>
              <p:cNvSpPr>
                <a:spLocks/>
              </p:cNvSpPr>
              <p:nvPr/>
            </p:nvSpPr>
            <p:spPr bwMode="auto">
              <a:xfrm>
                <a:off x="12019955" y="5737792"/>
                <a:ext cx="330114" cy="16920"/>
              </a:xfrm>
              <a:custGeom>
                <a:avLst/>
                <a:gdLst>
                  <a:gd name="T0" fmla="*/ 690 w 691"/>
                  <a:gd name="T1" fmla="*/ 37 h 38"/>
                  <a:gd name="T2" fmla="*/ 0 w 691"/>
                  <a:gd name="T3" fmla="*/ 37 h 38"/>
                  <a:gd name="T4" fmla="*/ 0 w 691"/>
                  <a:gd name="T5" fmla="*/ 0 h 38"/>
                  <a:gd name="T6" fmla="*/ 690 w 691"/>
                  <a:gd name="T7" fmla="*/ 0 h 38"/>
                  <a:gd name="T8" fmla="*/ 690 w 691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38">
                    <a:moveTo>
                      <a:pt x="690" y="37"/>
                    </a:moveTo>
                    <a:lnTo>
                      <a:pt x="0" y="37"/>
                    </a:lnTo>
                    <a:lnTo>
                      <a:pt x="0" y="0"/>
                    </a:lnTo>
                    <a:lnTo>
                      <a:pt x="690" y="0"/>
                    </a:lnTo>
                    <a:lnTo>
                      <a:pt x="690" y="37"/>
                    </a:lnTo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7" name="Freeform: Shape 98"/>
              <p:cNvSpPr>
                <a:spLocks/>
              </p:cNvSpPr>
              <p:nvPr/>
            </p:nvSpPr>
            <p:spPr bwMode="auto">
              <a:xfrm>
                <a:off x="12019955" y="5519947"/>
                <a:ext cx="330114" cy="16920"/>
              </a:xfrm>
              <a:custGeom>
                <a:avLst/>
                <a:gdLst>
                  <a:gd name="T0" fmla="*/ 690 w 691"/>
                  <a:gd name="T1" fmla="*/ 37 h 38"/>
                  <a:gd name="T2" fmla="*/ 0 w 691"/>
                  <a:gd name="T3" fmla="*/ 37 h 38"/>
                  <a:gd name="T4" fmla="*/ 0 w 691"/>
                  <a:gd name="T5" fmla="*/ 0 h 38"/>
                  <a:gd name="T6" fmla="*/ 690 w 691"/>
                  <a:gd name="T7" fmla="*/ 0 h 38"/>
                  <a:gd name="T8" fmla="*/ 690 w 691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38">
                    <a:moveTo>
                      <a:pt x="690" y="37"/>
                    </a:moveTo>
                    <a:lnTo>
                      <a:pt x="0" y="37"/>
                    </a:lnTo>
                    <a:lnTo>
                      <a:pt x="0" y="0"/>
                    </a:lnTo>
                    <a:lnTo>
                      <a:pt x="690" y="0"/>
                    </a:lnTo>
                    <a:lnTo>
                      <a:pt x="690" y="37"/>
                    </a:ln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8" name="Freeform: Shape 99"/>
              <p:cNvSpPr>
                <a:spLocks/>
              </p:cNvSpPr>
              <p:nvPr/>
            </p:nvSpPr>
            <p:spPr bwMode="auto">
              <a:xfrm>
                <a:off x="11131187" y="3984457"/>
                <a:ext cx="2105534" cy="27495"/>
              </a:xfrm>
              <a:custGeom>
                <a:avLst/>
                <a:gdLst>
                  <a:gd name="T0" fmla="*/ 4391 w 4392"/>
                  <a:gd name="T1" fmla="*/ 62 h 63"/>
                  <a:gd name="T2" fmla="*/ 0 w 4392"/>
                  <a:gd name="T3" fmla="*/ 62 h 63"/>
                  <a:gd name="T4" fmla="*/ 0 w 4392"/>
                  <a:gd name="T5" fmla="*/ 0 h 63"/>
                  <a:gd name="T6" fmla="*/ 4391 w 4392"/>
                  <a:gd name="T7" fmla="*/ 0 h 63"/>
                  <a:gd name="T8" fmla="*/ 4391 w 4392"/>
                  <a:gd name="T9" fmla="*/ 62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92" h="63">
                    <a:moveTo>
                      <a:pt x="4391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4391" y="0"/>
                    </a:lnTo>
                    <a:lnTo>
                      <a:pt x="4391" y="62"/>
                    </a:ln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99" name="Freeform: Shape 100"/>
              <p:cNvSpPr>
                <a:spLocks/>
              </p:cNvSpPr>
              <p:nvPr/>
            </p:nvSpPr>
            <p:spPr bwMode="auto">
              <a:xfrm>
                <a:off x="12019955" y="6114262"/>
                <a:ext cx="330114" cy="10575"/>
              </a:xfrm>
              <a:custGeom>
                <a:avLst/>
                <a:gdLst>
                  <a:gd name="T0" fmla="*/ 690 w 691"/>
                  <a:gd name="T1" fmla="*/ 0 h 28"/>
                  <a:gd name="T2" fmla="*/ 0 w 691"/>
                  <a:gd name="T3" fmla="*/ 0 h 28"/>
                  <a:gd name="T4" fmla="*/ 0 w 691"/>
                  <a:gd name="T5" fmla="*/ 27 h 28"/>
                  <a:gd name="T6" fmla="*/ 690 w 691"/>
                  <a:gd name="T7" fmla="*/ 27 h 28"/>
                  <a:gd name="T8" fmla="*/ 690 w 691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1" h="28">
                    <a:moveTo>
                      <a:pt x="690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690" y="27"/>
                    </a:lnTo>
                    <a:lnTo>
                      <a:pt x="690" y="0"/>
                    </a:lnTo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0" name="Freeform: Shape 101"/>
              <p:cNvSpPr>
                <a:spLocks/>
              </p:cNvSpPr>
              <p:nvPr/>
            </p:nvSpPr>
            <p:spPr bwMode="auto">
              <a:xfrm>
                <a:off x="11768137" y="6509767"/>
                <a:ext cx="831633" cy="376470"/>
              </a:xfrm>
              <a:custGeom>
                <a:avLst/>
                <a:gdLst>
                  <a:gd name="T0" fmla="*/ 1738 w 1739"/>
                  <a:gd name="T1" fmla="*/ 790 h 791"/>
                  <a:gd name="T2" fmla="*/ 0 w 1739"/>
                  <a:gd name="T3" fmla="*/ 790 h 791"/>
                  <a:gd name="T4" fmla="*/ 0 w 1739"/>
                  <a:gd name="T5" fmla="*/ 0 h 791"/>
                  <a:gd name="T6" fmla="*/ 1738 w 1739"/>
                  <a:gd name="T7" fmla="*/ 0 h 791"/>
                  <a:gd name="T8" fmla="*/ 1738 w 1739"/>
                  <a:gd name="T9" fmla="*/ 790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9" h="791">
                    <a:moveTo>
                      <a:pt x="1738" y="790"/>
                    </a:moveTo>
                    <a:lnTo>
                      <a:pt x="0" y="790"/>
                    </a:lnTo>
                    <a:lnTo>
                      <a:pt x="0" y="0"/>
                    </a:lnTo>
                    <a:lnTo>
                      <a:pt x="1738" y="0"/>
                    </a:lnTo>
                    <a:lnTo>
                      <a:pt x="1738" y="79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101" name="Freeform: Shape 102"/>
              <p:cNvSpPr>
                <a:spLocks/>
              </p:cNvSpPr>
              <p:nvPr/>
            </p:nvSpPr>
            <p:spPr bwMode="auto">
              <a:xfrm>
                <a:off x="11486694" y="6509767"/>
                <a:ext cx="1392404" cy="12690"/>
              </a:xfrm>
              <a:custGeom>
                <a:avLst/>
                <a:gdLst>
                  <a:gd name="T0" fmla="*/ 2907 w 2908"/>
                  <a:gd name="T1" fmla="*/ 28 h 29"/>
                  <a:gd name="T2" fmla="*/ 0 w 2908"/>
                  <a:gd name="T3" fmla="*/ 28 h 29"/>
                  <a:gd name="T4" fmla="*/ 0 w 2908"/>
                  <a:gd name="T5" fmla="*/ 0 h 29"/>
                  <a:gd name="T6" fmla="*/ 2907 w 2908"/>
                  <a:gd name="T7" fmla="*/ 0 h 29"/>
                  <a:gd name="T8" fmla="*/ 2907 w 2908"/>
                  <a:gd name="T9" fmla="*/ 28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08" h="29">
                    <a:moveTo>
                      <a:pt x="2907" y="28"/>
                    </a:moveTo>
                    <a:lnTo>
                      <a:pt x="0" y="28"/>
                    </a:lnTo>
                    <a:lnTo>
                      <a:pt x="0" y="0"/>
                    </a:lnTo>
                    <a:lnTo>
                      <a:pt x="2907" y="0"/>
                    </a:lnTo>
                    <a:lnTo>
                      <a:pt x="2907" y="28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124"/>
            <p:cNvGrpSpPr/>
            <p:nvPr/>
          </p:nvGrpSpPr>
          <p:grpSpPr>
            <a:xfrm>
              <a:off x="3014229" y="2136117"/>
              <a:ext cx="3281821" cy="1287333"/>
              <a:chOff x="8629877" y="7102069"/>
              <a:chExt cx="7227331" cy="2836115"/>
            </a:xfrm>
            <a:solidFill>
              <a:schemeClr val="accent1"/>
            </a:solidFill>
          </p:grpSpPr>
          <p:sp>
            <p:nvSpPr>
              <p:cNvPr id="70" name="Freeform: Shape 125"/>
              <p:cNvSpPr>
                <a:spLocks/>
              </p:cNvSpPr>
              <p:nvPr/>
            </p:nvSpPr>
            <p:spPr bwMode="auto">
              <a:xfrm>
                <a:off x="8629877" y="8725520"/>
                <a:ext cx="526494" cy="1176087"/>
              </a:xfrm>
              <a:custGeom>
                <a:avLst/>
                <a:gdLst>
                  <a:gd name="T0" fmla="*/ 40 w 829"/>
                  <a:gd name="T1" fmla="*/ 1845 h 1846"/>
                  <a:gd name="T2" fmla="*/ 6 w 829"/>
                  <a:gd name="T3" fmla="*/ 1805 h 1846"/>
                  <a:gd name="T4" fmla="*/ 57 w 829"/>
                  <a:gd name="T5" fmla="*/ 1742 h 1846"/>
                  <a:gd name="T6" fmla="*/ 74 w 829"/>
                  <a:gd name="T7" fmla="*/ 1823 h 1846"/>
                  <a:gd name="T8" fmla="*/ 86 w 829"/>
                  <a:gd name="T9" fmla="*/ 1680 h 1846"/>
                  <a:gd name="T10" fmla="*/ 74 w 829"/>
                  <a:gd name="T11" fmla="*/ 1680 h 1846"/>
                  <a:gd name="T12" fmla="*/ 57 w 829"/>
                  <a:gd name="T13" fmla="*/ 1600 h 1846"/>
                  <a:gd name="T14" fmla="*/ 126 w 829"/>
                  <a:gd name="T15" fmla="*/ 1623 h 1846"/>
                  <a:gd name="T16" fmla="*/ 86 w 829"/>
                  <a:gd name="T17" fmla="*/ 1680 h 1846"/>
                  <a:gd name="T18" fmla="*/ 131 w 829"/>
                  <a:gd name="T19" fmla="*/ 1514 h 1846"/>
                  <a:gd name="T20" fmla="*/ 97 w 829"/>
                  <a:gd name="T21" fmla="*/ 1468 h 1846"/>
                  <a:gd name="T22" fmla="*/ 148 w 829"/>
                  <a:gd name="T23" fmla="*/ 1411 h 1846"/>
                  <a:gd name="T24" fmla="*/ 166 w 829"/>
                  <a:gd name="T25" fmla="*/ 1491 h 1846"/>
                  <a:gd name="T26" fmla="*/ 183 w 829"/>
                  <a:gd name="T27" fmla="*/ 1348 h 1846"/>
                  <a:gd name="T28" fmla="*/ 171 w 829"/>
                  <a:gd name="T29" fmla="*/ 1348 h 1846"/>
                  <a:gd name="T30" fmla="*/ 160 w 829"/>
                  <a:gd name="T31" fmla="*/ 1268 h 1846"/>
                  <a:gd name="T32" fmla="*/ 229 w 829"/>
                  <a:gd name="T33" fmla="*/ 1291 h 1846"/>
                  <a:gd name="T34" fmla="*/ 183 w 829"/>
                  <a:gd name="T35" fmla="*/ 1348 h 1846"/>
                  <a:gd name="T36" fmla="*/ 240 w 829"/>
                  <a:gd name="T37" fmla="*/ 1188 h 1846"/>
                  <a:gd name="T38" fmla="*/ 206 w 829"/>
                  <a:gd name="T39" fmla="*/ 1137 h 1846"/>
                  <a:gd name="T40" fmla="*/ 263 w 829"/>
                  <a:gd name="T41" fmla="*/ 1085 h 1846"/>
                  <a:gd name="T42" fmla="*/ 274 w 829"/>
                  <a:gd name="T43" fmla="*/ 1165 h 1846"/>
                  <a:gd name="T44" fmla="*/ 297 w 829"/>
                  <a:gd name="T45" fmla="*/ 1023 h 1846"/>
                  <a:gd name="T46" fmla="*/ 286 w 829"/>
                  <a:gd name="T47" fmla="*/ 1023 h 1846"/>
                  <a:gd name="T48" fmla="*/ 280 w 829"/>
                  <a:gd name="T49" fmla="*/ 943 h 1846"/>
                  <a:gd name="T50" fmla="*/ 343 w 829"/>
                  <a:gd name="T51" fmla="*/ 971 h 1846"/>
                  <a:gd name="T52" fmla="*/ 297 w 829"/>
                  <a:gd name="T53" fmla="*/ 1023 h 1846"/>
                  <a:gd name="T54" fmla="*/ 366 w 829"/>
                  <a:gd name="T55" fmla="*/ 868 h 1846"/>
                  <a:gd name="T56" fmla="*/ 331 w 829"/>
                  <a:gd name="T57" fmla="*/ 817 h 1846"/>
                  <a:gd name="T58" fmla="*/ 394 w 829"/>
                  <a:gd name="T59" fmla="*/ 766 h 1846"/>
                  <a:gd name="T60" fmla="*/ 400 w 829"/>
                  <a:gd name="T61" fmla="*/ 846 h 1846"/>
                  <a:gd name="T62" fmla="*/ 440 w 829"/>
                  <a:gd name="T63" fmla="*/ 708 h 1846"/>
                  <a:gd name="T64" fmla="*/ 423 w 829"/>
                  <a:gd name="T65" fmla="*/ 708 h 1846"/>
                  <a:gd name="T66" fmla="*/ 423 w 829"/>
                  <a:gd name="T67" fmla="*/ 628 h 1846"/>
                  <a:gd name="T68" fmla="*/ 486 w 829"/>
                  <a:gd name="T69" fmla="*/ 657 h 1846"/>
                  <a:gd name="T70" fmla="*/ 440 w 829"/>
                  <a:gd name="T71" fmla="*/ 708 h 1846"/>
                  <a:gd name="T72" fmla="*/ 514 w 829"/>
                  <a:gd name="T73" fmla="*/ 554 h 1846"/>
                  <a:gd name="T74" fmla="*/ 480 w 829"/>
                  <a:gd name="T75" fmla="*/ 503 h 1846"/>
                  <a:gd name="T76" fmla="*/ 543 w 829"/>
                  <a:gd name="T77" fmla="*/ 457 h 1846"/>
                  <a:gd name="T78" fmla="*/ 543 w 829"/>
                  <a:gd name="T79" fmla="*/ 537 h 1846"/>
                  <a:gd name="T80" fmla="*/ 594 w 829"/>
                  <a:gd name="T81" fmla="*/ 400 h 1846"/>
                  <a:gd name="T82" fmla="*/ 577 w 829"/>
                  <a:gd name="T83" fmla="*/ 400 h 1846"/>
                  <a:gd name="T84" fmla="*/ 577 w 829"/>
                  <a:gd name="T85" fmla="*/ 320 h 1846"/>
                  <a:gd name="T86" fmla="*/ 640 w 829"/>
                  <a:gd name="T87" fmla="*/ 354 h 1846"/>
                  <a:gd name="T88" fmla="*/ 594 w 829"/>
                  <a:gd name="T89" fmla="*/ 400 h 1846"/>
                  <a:gd name="T90" fmla="*/ 680 w 829"/>
                  <a:gd name="T91" fmla="*/ 251 h 1846"/>
                  <a:gd name="T92" fmla="*/ 646 w 829"/>
                  <a:gd name="T93" fmla="*/ 200 h 1846"/>
                  <a:gd name="T94" fmla="*/ 714 w 829"/>
                  <a:gd name="T95" fmla="*/ 154 h 1846"/>
                  <a:gd name="T96" fmla="*/ 708 w 829"/>
                  <a:gd name="T97" fmla="*/ 234 h 1846"/>
                  <a:gd name="T98" fmla="*/ 765 w 829"/>
                  <a:gd name="T99" fmla="*/ 103 h 1846"/>
                  <a:gd name="T100" fmla="*/ 748 w 829"/>
                  <a:gd name="T101" fmla="*/ 97 h 1846"/>
                  <a:gd name="T102" fmla="*/ 754 w 829"/>
                  <a:gd name="T103" fmla="*/ 23 h 1846"/>
                  <a:gd name="T104" fmla="*/ 817 w 829"/>
                  <a:gd name="T105" fmla="*/ 57 h 1846"/>
                  <a:gd name="T106" fmla="*/ 765 w 829"/>
                  <a:gd name="T107" fmla="*/ 103 h 1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29" h="1846">
                    <a:moveTo>
                      <a:pt x="40" y="1845"/>
                    </a:moveTo>
                    <a:lnTo>
                      <a:pt x="40" y="1845"/>
                    </a:lnTo>
                    <a:lnTo>
                      <a:pt x="34" y="1845"/>
                    </a:lnTo>
                    <a:cubicBezTo>
                      <a:pt x="17" y="1840"/>
                      <a:pt x="0" y="1823"/>
                      <a:pt x="6" y="1805"/>
                    </a:cubicBezTo>
                    <a:cubicBezTo>
                      <a:pt x="17" y="1771"/>
                      <a:pt x="17" y="1771"/>
                      <a:pt x="17" y="1771"/>
                    </a:cubicBezTo>
                    <a:cubicBezTo>
                      <a:pt x="17" y="1748"/>
                      <a:pt x="40" y="1737"/>
                      <a:pt x="57" y="1742"/>
                    </a:cubicBezTo>
                    <a:cubicBezTo>
                      <a:pt x="74" y="1748"/>
                      <a:pt x="86" y="1765"/>
                      <a:pt x="86" y="1788"/>
                    </a:cubicBezTo>
                    <a:cubicBezTo>
                      <a:pt x="74" y="1823"/>
                      <a:pt x="74" y="1823"/>
                      <a:pt x="74" y="1823"/>
                    </a:cubicBezTo>
                    <a:cubicBezTo>
                      <a:pt x="74" y="1834"/>
                      <a:pt x="57" y="1845"/>
                      <a:pt x="40" y="1845"/>
                    </a:cubicBezTo>
                    <a:close/>
                    <a:moveTo>
                      <a:pt x="86" y="1680"/>
                    </a:moveTo>
                    <a:lnTo>
                      <a:pt x="86" y="1680"/>
                    </a:lnTo>
                    <a:cubicBezTo>
                      <a:pt x="80" y="1680"/>
                      <a:pt x="80" y="1680"/>
                      <a:pt x="74" y="1680"/>
                    </a:cubicBezTo>
                    <a:cubicBezTo>
                      <a:pt x="57" y="1674"/>
                      <a:pt x="46" y="1657"/>
                      <a:pt x="51" y="1634"/>
                    </a:cubicBezTo>
                    <a:cubicBezTo>
                      <a:pt x="57" y="1600"/>
                      <a:pt x="57" y="1600"/>
                      <a:pt x="57" y="1600"/>
                    </a:cubicBezTo>
                    <a:cubicBezTo>
                      <a:pt x="63" y="1582"/>
                      <a:pt x="80" y="1571"/>
                      <a:pt x="103" y="1577"/>
                    </a:cubicBezTo>
                    <a:cubicBezTo>
                      <a:pt x="120" y="1582"/>
                      <a:pt x="131" y="1600"/>
                      <a:pt x="126" y="1623"/>
                    </a:cubicBezTo>
                    <a:cubicBezTo>
                      <a:pt x="120" y="1651"/>
                      <a:pt x="120" y="1651"/>
                      <a:pt x="120" y="1651"/>
                    </a:cubicBezTo>
                    <a:cubicBezTo>
                      <a:pt x="114" y="1668"/>
                      <a:pt x="97" y="1680"/>
                      <a:pt x="86" y="1680"/>
                    </a:cubicBezTo>
                    <a:close/>
                    <a:moveTo>
                      <a:pt x="131" y="1514"/>
                    </a:moveTo>
                    <a:lnTo>
                      <a:pt x="131" y="1514"/>
                    </a:lnTo>
                    <a:cubicBezTo>
                      <a:pt x="126" y="1514"/>
                      <a:pt x="126" y="1514"/>
                      <a:pt x="120" y="1514"/>
                    </a:cubicBezTo>
                    <a:cubicBezTo>
                      <a:pt x="103" y="1508"/>
                      <a:pt x="91" y="1485"/>
                      <a:pt x="97" y="1468"/>
                    </a:cubicBezTo>
                    <a:cubicBezTo>
                      <a:pt x="108" y="1434"/>
                      <a:pt x="108" y="1434"/>
                      <a:pt x="108" y="1434"/>
                    </a:cubicBezTo>
                    <a:cubicBezTo>
                      <a:pt x="114" y="1417"/>
                      <a:pt x="131" y="1405"/>
                      <a:pt x="148" y="1411"/>
                    </a:cubicBezTo>
                    <a:cubicBezTo>
                      <a:pt x="171" y="1417"/>
                      <a:pt x="177" y="1440"/>
                      <a:pt x="171" y="1457"/>
                    </a:cubicBezTo>
                    <a:cubicBezTo>
                      <a:pt x="166" y="1491"/>
                      <a:pt x="166" y="1491"/>
                      <a:pt x="166" y="1491"/>
                    </a:cubicBezTo>
                    <a:cubicBezTo>
                      <a:pt x="160" y="1503"/>
                      <a:pt x="143" y="1514"/>
                      <a:pt x="131" y="1514"/>
                    </a:cubicBezTo>
                    <a:close/>
                    <a:moveTo>
                      <a:pt x="183" y="1348"/>
                    </a:moveTo>
                    <a:lnTo>
                      <a:pt x="183" y="1348"/>
                    </a:lnTo>
                    <a:cubicBezTo>
                      <a:pt x="177" y="1348"/>
                      <a:pt x="171" y="1348"/>
                      <a:pt x="171" y="1348"/>
                    </a:cubicBezTo>
                    <a:cubicBezTo>
                      <a:pt x="154" y="1343"/>
                      <a:pt x="143" y="1320"/>
                      <a:pt x="148" y="1303"/>
                    </a:cubicBezTo>
                    <a:cubicBezTo>
                      <a:pt x="160" y="1268"/>
                      <a:pt x="160" y="1268"/>
                      <a:pt x="160" y="1268"/>
                    </a:cubicBezTo>
                    <a:cubicBezTo>
                      <a:pt x="166" y="1251"/>
                      <a:pt x="183" y="1240"/>
                      <a:pt x="206" y="1245"/>
                    </a:cubicBezTo>
                    <a:cubicBezTo>
                      <a:pt x="223" y="1251"/>
                      <a:pt x="234" y="1274"/>
                      <a:pt x="229" y="1291"/>
                    </a:cubicBezTo>
                    <a:cubicBezTo>
                      <a:pt x="217" y="1325"/>
                      <a:pt x="217" y="1325"/>
                      <a:pt x="217" y="1325"/>
                    </a:cubicBezTo>
                    <a:cubicBezTo>
                      <a:pt x="211" y="1343"/>
                      <a:pt x="194" y="1348"/>
                      <a:pt x="183" y="1348"/>
                    </a:cubicBezTo>
                    <a:close/>
                    <a:moveTo>
                      <a:pt x="240" y="1188"/>
                    </a:moveTo>
                    <a:lnTo>
                      <a:pt x="240" y="1188"/>
                    </a:lnTo>
                    <a:cubicBezTo>
                      <a:pt x="234" y="1188"/>
                      <a:pt x="229" y="1188"/>
                      <a:pt x="229" y="1183"/>
                    </a:cubicBezTo>
                    <a:cubicBezTo>
                      <a:pt x="206" y="1177"/>
                      <a:pt x="200" y="1160"/>
                      <a:pt x="206" y="1137"/>
                    </a:cubicBezTo>
                    <a:cubicBezTo>
                      <a:pt x="217" y="1108"/>
                      <a:pt x="217" y="1108"/>
                      <a:pt x="217" y="1108"/>
                    </a:cubicBezTo>
                    <a:cubicBezTo>
                      <a:pt x="223" y="1085"/>
                      <a:pt x="246" y="1080"/>
                      <a:pt x="263" y="1085"/>
                    </a:cubicBezTo>
                    <a:cubicBezTo>
                      <a:pt x="280" y="1091"/>
                      <a:pt x="291" y="1114"/>
                      <a:pt x="286" y="1131"/>
                    </a:cubicBezTo>
                    <a:cubicBezTo>
                      <a:pt x="274" y="1165"/>
                      <a:pt x="274" y="1165"/>
                      <a:pt x="274" y="1165"/>
                    </a:cubicBezTo>
                    <a:cubicBezTo>
                      <a:pt x="268" y="1177"/>
                      <a:pt x="251" y="1188"/>
                      <a:pt x="240" y="1188"/>
                    </a:cubicBezTo>
                    <a:close/>
                    <a:moveTo>
                      <a:pt x="297" y="1023"/>
                    </a:moveTo>
                    <a:lnTo>
                      <a:pt x="297" y="1023"/>
                    </a:lnTo>
                    <a:cubicBezTo>
                      <a:pt x="297" y="1023"/>
                      <a:pt x="291" y="1023"/>
                      <a:pt x="286" y="1023"/>
                    </a:cubicBezTo>
                    <a:cubicBezTo>
                      <a:pt x="268" y="1017"/>
                      <a:pt x="257" y="994"/>
                      <a:pt x="268" y="977"/>
                    </a:cubicBezTo>
                    <a:cubicBezTo>
                      <a:pt x="280" y="943"/>
                      <a:pt x="280" y="943"/>
                      <a:pt x="280" y="943"/>
                    </a:cubicBezTo>
                    <a:cubicBezTo>
                      <a:pt x="286" y="925"/>
                      <a:pt x="308" y="920"/>
                      <a:pt x="326" y="925"/>
                    </a:cubicBezTo>
                    <a:cubicBezTo>
                      <a:pt x="343" y="931"/>
                      <a:pt x="354" y="954"/>
                      <a:pt x="343" y="971"/>
                    </a:cubicBezTo>
                    <a:cubicBezTo>
                      <a:pt x="331" y="1006"/>
                      <a:pt x="331" y="1006"/>
                      <a:pt x="331" y="1006"/>
                    </a:cubicBezTo>
                    <a:cubicBezTo>
                      <a:pt x="326" y="1017"/>
                      <a:pt x="314" y="1023"/>
                      <a:pt x="297" y="1023"/>
                    </a:cubicBezTo>
                    <a:close/>
                    <a:moveTo>
                      <a:pt x="366" y="868"/>
                    </a:moveTo>
                    <a:lnTo>
                      <a:pt x="366" y="868"/>
                    </a:lnTo>
                    <a:cubicBezTo>
                      <a:pt x="360" y="868"/>
                      <a:pt x="354" y="863"/>
                      <a:pt x="354" y="863"/>
                    </a:cubicBezTo>
                    <a:cubicBezTo>
                      <a:pt x="331" y="857"/>
                      <a:pt x="326" y="834"/>
                      <a:pt x="331" y="817"/>
                    </a:cubicBezTo>
                    <a:cubicBezTo>
                      <a:pt x="348" y="783"/>
                      <a:pt x="348" y="783"/>
                      <a:pt x="348" y="783"/>
                    </a:cubicBezTo>
                    <a:cubicBezTo>
                      <a:pt x="354" y="766"/>
                      <a:pt x="377" y="760"/>
                      <a:pt x="394" y="766"/>
                    </a:cubicBezTo>
                    <a:cubicBezTo>
                      <a:pt x="411" y="777"/>
                      <a:pt x="423" y="794"/>
                      <a:pt x="411" y="811"/>
                    </a:cubicBezTo>
                    <a:cubicBezTo>
                      <a:pt x="400" y="846"/>
                      <a:pt x="400" y="846"/>
                      <a:pt x="400" y="846"/>
                    </a:cubicBezTo>
                    <a:cubicBezTo>
                      <a:pt x="394" y="857"/>
                      <a:pt x="377" y="868"/>
                      <a:pt x="366" y="868"/>
                    </a:cubicBezTo>
                    <a:close/>
                    <a:moveTo>
                      <a:pt x="440" y="708"/>
                    </a:moveTo>
                    <a:lnTo>
                      <a:pt x="440" y="708"/>
                    </a:lnTo>
                    <a:cubicBezTo>
                      <a:pt x="434" y="708"/>
                      <a:pt x="428" y="708"/>
                      <a:pt x="423" y="708"/>
                    </a:cubicBezTo>
                    <a:cubicBezTo>
                      <a:pt x="406" y="697"/>
                      <a:pt x="394" y="674"/>
                      <a:pt x="406" y="657"/>
                    </a:cubicBezTo>
                    <a:cubicBezTo>
                      <a:pt x="423" y="628"/>
                      <a:pt x="423" y="628"/>
                      <a:pt x="423" y="628"/>
                    </a:cubicBezTo>
                    <a:cubicBezTo>
                      <a:pt x="428" y="611"/>
                      <a:pt x="451" y="600"/>
                      <a:pt x="468" y="611"/>
                    </a:cubicBezTo>
                    <a:cubicBezTo>
                      <a:pt x="486" y="617"/>
                      <a:pt x="491" y="640"/>
                      <a:pt x="486" y="657"/>
                    </a:cubicBezTo>
                    <a:cubicBezTo>
                      <a:pt x="468" y="691"/>
                      <a:pt x="468" y="691"/>
                      <a:pt x="468" y="691"/>
                    </a:cubicBezTo>
                    <a:cubicBezTo>
                      <a:pt x="463" y="703"/>
                      <a:pt x="451" y="708"/>
                      <a:pt x="440" y="708"/>
                    </a:cubicBezTo>
                    <a:close/>
                    <a:moveTo>
                      <a:pt x="514" y="554"/>
                    </a:moveTo>
                    <a:lnTo>
                      <a:pt x="514" y="554"/>
                    </a:lnTo>
                    <a:cubicBezTo>
                      <a:pt x="508" y="554"/>
                      <a:pt x="503" y="554"/>
                      <a:pt x="497" y="549"/>
                    </a:cubicBezTo>
                    <a:cubicBezTo>
                      <a:pt x="480" y="543"/>
                      <a:pt x="474" y="520"/>
                      <a:pt x="480" y="503"/>
                    </a:cubicBezTo>
                    <a:cubicBezTo>
                      <a:pt x="497" y="474"/>
                      <a:pt x="497" y="474"/>
                      <a:pt x="497" y="474"/>
                    </a:cubicBezTo>
                    <a:cubicBezTo>
                      <a:pt x="508" y="457"/>
                      <a:pt x="526" y="446"/>
                      <a:pt x="543" y="457"/>
                    </a:cubicBezTo>
                    <a:cubicBezTo>
                      <a:pt x="560" y="463"/>
                      <a:pt x="571" y="486"/>
                      <a:pt x="560" y="503"/>
                    </a:cubicBezTo>
                    <a:cubicBezTo>
                      <a:pt x="543" y="537"/>
                      <a:pt x="543" y="537"/>
                      <a:pt x="543" y="537"/>
                    </a:cubicBezTo>
                    <a:cubicBezTo>
                      <a:pt x="537" y="549"/>
                      <a:pt x="526" y="554"/>
                      <a:pt x="514" y="554"/>
                    </a:cubicBezTo>
                    <a:close/>
                    <a:moveTo>
                      <a:pt x="594" y="400"/>
                    </a:moveTo>
                    <a:lnTo>
                      <a:pt x="594" y="400"/>
                    </a:lnTo>
                    <a:cubicBezTo>
                      <a:pt x="588" y="400"/>
                      <a:pt x="583" y="400"/>
                      <a:pt x="577" y="400"/>
                    </a:cubicBezTo>
                    <a:cubicBezTo>
                      <a:pt x="560" y="389"/>
                      <a:pt x="554" y="366"/>
                      <a:pt x="560" y="349"/>
                    </a:cubicBezTo>
                    <a:cubicBezTo>
                      <a:pt x="577" y="320"/>
                      <a:pt x="577" y="320"/>
                      <a:pt x="577" y="320"/>
                    </a:cubicBezTo>
                    <a:cubicBezTo>
                      <a:pt x="588" y="303"/>
                      <a:pt x="611" y="297"/>
                      <a:pt x="628" y="303"/>
                    </a:cubicBezTo>
                    <a:cubicBezTo>
                      <a:pt x="646" y="314"/>
                      <a:pt x="651" y="337"/>
                      <a:pt x="640" y="354"/>
                    </a:cubicBezTo>
                    <a:cubicBezTo>
                      <a:pt x="623" y="383"/>
                      <a:pt x="623" y="383"/>
                      <a:pt x="623" y="383"/>
                    </a:cubicBezTo>
                    <a:cubicBezTo>
                      <a:pt x="617" y="394"/>
                      <a:pt x="606" y="400"/>
                      <a:pt x="594" y="400"/>
                    </a:cubicBezTo>
                    <a:close/>
                    <a:moveTo>
                      <a:pt x="680" y="251"/>
                    </a:moveTo>
                    <a:lnTo>
                      <a:pt x="680" y="251"/>
                    </a:lnTo>
                    <a:cubicBezTo>
                      <a:pt x="674" y="251"/>
                      <a:pt x="668" y="251"/>
                      <a:pt x="663" y="246"/>
                    </a:cubicBezTo>
                    <a:cubicBezTo>
                      <a:pt x="646" y="234"/>
                      <a:pt x="640" y="217"/>
                      <a:pt x="646" y="200"/>
                    </a:cubicBezTo>
                    <a:cubicBezTo>
                      <a:pt x="663" y="166"/>
                      <a:pt x="663" y="166"/>
                      <a:pt x="663" y="166"/>
                    </a:cubicBezTo>
                    <a:cubicBezTo>
                      <a:pt x="674" y="154"/>
                      <a:pt x="697" y="149"/>
                      <a:pt x="714" y="154"/>
                    </a:cubicBezTo>
                    <a:cubicBezTo>
                      <a:pt x="731" y="166"/>
                      <a:pt x="737" y="189"/>
                      <a:pt x="725" y="206"/>
                    </a:cubicBezTo>
                    <a:cubicBezTo>
                      <a:pt x="708" y="234"/>
                      <a:pt x="708" y="234"/>
                      <a:pt x="708" y="234"/>
                    </a:cubicBezTo>
                    <a:cubicBezTo>
                      <a:pt x="703" y="246"/>
                      <a:pt x="691" y="251"/>
                      <a:pt x="680" y="251"/>
                    </a:cubicBezTo>
                    <a:close/>
                    <a:moveTo>
                      <a:pt x="765" y="103"/>
                    </a:moveTo>
                    <a:lnTo>
                      <a:pt x="765" y="103"/>
                    </a:lnTo>
                    <a:cubicBezTo>
                      <a:pt x="760" y="103"/>
                      <a:pt x="754" y="103"/>
                      <a:pt x="748" y="97"/>
                    </a:cubicBezTo>
                    <a:cubicBezTo>
                      <a:pt x="731" y="86"/>
                      <a:pt x="725" y="69"/>
                      <a:pt x="737" y="51"/>
                    </a:cubicBezTo>
                    <a:cubicBezTo>
                      <a:pt x="754" y="23"/>
                      <a:pt x="754" y="23"/>
                      <a:pt x="754" y="23"/>
                    </a:cubicBezTo>
                    <a:cubicBezTo>
                      <a:pt x="765" y="6"/>
                      <a:pt x="788" y="0"/>
                      <a:pt x="805" y="11"/>
                    </a:cubicBezTo>
                    <a:cubicBezTo>
                      <a:pt x="823" y="23"/>
                      <a:pt x="828" y="40"/>
                      <a:pt x="817" y="57"/>
                    </a:cubicBezTo>
                    <a:cubicBezTo>
                      <a:pt x="800" y="86"/>
                      <a:pt x="800" y="86"/>
                      <a:pt x="800" y="86"/>
                    </a:cubicBezTo>
                    <a:cubicBezTo>
                      <a:pt x="788" y="97"/>
                      <a:pt x="777" y="103"/>
                      <a:pt x="765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71" name="Freeform: Shape 126"/>
              <p:cNvSpPr>
                <a:spLocks/>
              </p:cNvSpPr>
              <p:nvPr/>
            </p:nvSpPr>
            <p:spPr bwMode="auto">
              <a:xfrm>
                <a:off x="10245961" y="7107697"/>
                <a:ext cx="1207840" cy="526145"/>
              </a:xfrm>
              <a:custGeom>
                <a:avLst/>
                <a:gdLst>
                  <a:gd name="T0" fmla="*/ 40 w 1897"/>
                  <a:gd name="T1" fmla="*/ 828 h 829"/>
                  <a:gd name="T2" fmla="*/ 23 w 1897"/>
                  <a:gd name="T3" fmla="*/ 759 h 829"/>
                  <a:gd name="T4" fmla="*/ 97 w 1897"/>
                  <a:gd name="T5" fmla="*/ 754 h 829"/>
                  <a:gd name="T6" fmla="*/ 57 w 1897"/>
                  <a:gd name="T7" fmla="*/ 822 h 829"/>
                  <a:gd name="T8" fmla="*/ 188 w 1897"/>
                  <a:gd name="T9" fmla="*/ 736 h 829"/>
                  <a:gd name="T10" fmla="*/ 160 w 1897"/>
                  <a:gd name="T11" fmla="*/ 719 h 829"/>
                  <a:gd name="T12" fmla="*/ 200 w 1897"/>
                  <a:gd name="T13" fmla="*/ 651 h 829"/>
                  <a:gd name="T14" fmla="*/ 240 w 1897"/>
                  <a:gd name="T15" fmla="*/ 714 h 829"/>
                  <a:gd name="T16" fmla="*/ 188 w 1897"/>
                  <a:gd name="T17" fmla="*/ 736 h 829"/>
                  <a:gd name="T18" fmla="*/ 342 w 1897"/>
                  <a:gd name="T19" fmla="*/ 645 h 829"/>
                  <a:gd name="T20" fmla="*/ 325 w 1897"/>
                  <a:gd name="T21" fmla="*/ 582 h 829"/>
                  <a:gd name="T22" fmla="*/ 405 w 1897"/>
                  <a:gd name="T23" fmla="*/ 576 h 829"/>
                  <a:gd name="T24" fmla="*/ 360 w 1897"/>
                  <a:gd name="T25" fmla="*/ 645 h 829"/>
                  <a:gd name="T26" fmla="*/ 497 w 1897"/>
                  <a:gd name="T27" fmla="*/ 565 h 829"/>
                  <a:gd name="T28" fmla="*/ 468 w 1897"/>
                  <a:gd name="T29" fmla="*/ 548 h 829"/>
                  <a:gd name="T30" fmla="*/ 514 w 1897"/>
                  <a:gd name="T31" fmla="*/ 479 h 829"/>
                  <a:gd name="T32" fmla="*/ 548 w 1897"/>
                  <a:gd name="T33" fmla="*/ 542 h 829"/>
                  <a:gd name="T34" fmla="*/ 497 w 1897"/>
                  <a:gd name="T35" fmla="*/ 565 h 829"/>
                  <a:gd name="T36" fmla="*/ 657 w 1897"/>
                  <a:gd name="T37" fmla="*/ 485 h 829"/>
                  <a:gd name="T38" fmla="*/ 640 w 1897"/>
                  <a:gd name="T39" fmla="*/ 417 h 829"/>
                  <a:gd name="T40" fmla="*/ 720 w 1897"/>
                  <a:gd name="T41" fmla="*/ 422 h 829"/>
                  <a:gd name="T42" fmla="*/ 674 w 1897"/>
                  <a:gd name="T43" fmla="*/ 485 h 829"/>
                  <a:gd name="T44" fmla="*/ 817 w 1897"/>
                  <a:gd name="T45" fmla="*/ 411 h 829"/>
                  <a:gd name="T46" fmla="*/ 783 w 1897"/>
                  <a:gd name="T47" fmla="*/ 394 h 829"/>
                  <a:gd name="T48" fmla="*/ 834 w 1897"/>
                  <a:gd name="T49" fmla="*/ 331 h 829"/>
                  <a:gd name="T50" fmla="*/ 862 w 1897"/>
                  <a:gd name="T51" fmla="*/ 394 h 829"/>
                  <a:gd name="T52" fmla="*/ 817 w 1897"/>
                  <a:gd name="T53" fmla="*/ 411 h 829"/>
                  <a:gd name="T54" fmla="*/ 982 w 1897"/>
                  <a:gd name="T55" fmla="*/ 348 h 829"/>
                  <a:gd name="T56" fmla="*/ 965 w 1897"/>
                  <a:gd name="T57" fmla="*/ 279 h 829"/>
                  <a:gd name="T58" fmla="*/ 1045 w 1897"/>
                  <a:gd name="T59" fmla="*/ 285 h 829"/>
                  <a:gd name="T60" fmla="*/ 994 w 1897"/>
                  <a:gd name="T61" fmla="*/ 342 h 829"/>
                  <a:gd name="T62" fmla="*/ 1142 w 1897"/>
                  <a:gd name="T63" fmla="*/ 279 h 829"/>
                  <a:gd name="T64" fmla="*/ 1114 w 1897"/>
                  <a:gd name="T65" fmla="*/ 257 h 829"/>
                  <a:gd name="T66" fmla="*/ 1165 w 1897"/>
                  <a:gd name="T67" fmla="*/ 200 h 829"/>
                  <a:gd name="T68" fmla="*/ 1188 w 1897"/>
                  <a:gd name="T69" fmla="*/ 268 h 829"/>
                  <a:gd name="T70" fmla="*/ 1142 w 1897"/>
                  <a:gd name="T71" fmla="*/ 279 h 829"/>
                  <a:gd name="T72" fmla="*/ 1314 w 1897"/>
                  <a:gd name="T73" fmla="*/ 222 h 829"/>
                  <a:gd name="T74" fmla="*/ 1302 w 1897"/>
                  <a:gd name="T75" fmla="*/ 154 h 829"/>
                  <a:gd name="T76" fmla="*/ 1377 w 1897"/>
                  <a:gd name="T77" fmla="*/ 165 h 829"/>
                  <a:gd name="T78" fmla="*/ 1319 w 1897"/>
                  <a:gd name="T79" fmla="*/ 222 h 829"/>
                  <a:gd name="T80" fmla="*/ 1479 w 1897"/>
                  <a:gd name="T81" fmla="*/ 171 h 829"/>
                  <a:gd name="T82" fmla="*/ 1445 w 1897"/>
                  <a:gd name="T83" fmla="*/ 148 h 829"/>
                  <a:gd name="T84" fmla="*/ 1502 w 1897"/>
                  <a:gd name="T85" fmla="*/ 91 h 829"/>
                  <a:gd name="T86" fmla="*/ 1525 w 1897"/>
                  <a:gd name="T87" fmla="*/ 159 h 829"/>
                  <a:gd name="T88" fmla="*/ 1479 w 1897"/>
                  <a:gd name="T89" fmla="*/ 171 h 829"/>
                  <a:gd name="T90" fmla="*/ 1651 w 1897"/>
                  <a:gd name="T91" fmla="*/ 125 h 829"/>
                  <a:gd name="T92" fmla="*/ 1639 w 1897"/>
                  <a:gd name="T93" fmla="*/ 51 h 829"/>
                  <a:gd name="T94" fmla="*/ 1719 w 1897"/>
                  <a:gd name="T95" fmla="*/ 68 h 829"/>
                  <a:gd name="T96" fmla="*/ 1657 w 1897"/>
                  <a:gd name="T97" fmla="*/ 125 h 829"/>
                  <a:gd name="T98" fmla="*/ 1822 w 1897"/>
                  <a:gd name="T99" fmla="*/ 79 h 829"/>
                  <a:gd name="T100" fmla="*/ 1788 w 1897"/>
                  <a:gd name="T101" fmla="*/ 51 h 829"/>
                  <a:gd name="T102" fmla="*/ 1845 w 1897"/>
                  <a:gd name="T103" fmla="*/ 5 h 829"/>
                  <a:gd name="T104" fmla="*/ 1862 w 1897"/>
                  <a:gd name="T105" fmla="*/ 74 h 829"/>
                  <a:gd name="T106" fmla="*/ 1822 w 1897"/>
                  <a:gd name="T107" fmla="*/ 79 h 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897" h="829">
                    <a:moveTo>
                      <a:pt x="40" y="828"/>
                    </a:moveTo>
                    <a:lnTo>
                      <a:pt x="40" y="828"/>
                    </a:lnTo>
                    <a:cubicBezTo>
                      <a:pt x="28" y="828"/>
                      <a:pt x="17" y="822"/>
                      <a:pt x="11" y="811"/>
                    </a:cubicBezTo>
                    <a:cubicBezTo>
                      <a:pt x="0" y="794"/>
                      <a:pt x="6" y="771"/>
                      <a:pt x="23" y="759"/>
                    </a:cubicBezTo>
                    <a:cubicBezTo>
                      <a:pt x="51" y="742"/>
                      <a:pt x="51" y="742"/>
                      <a:pt x="51" y="742"/>
                    </a:cubicBezTo>
                    <a:cubicBezTo>
                      <a:pt x="68" y="731"/>
                      <a:pt x="91" y="736"/>
                      <a:pt x="97" y="754"/>
                    </a:cubicBezTo>
                    <a:cubicBezTo>
                      <a:pt x="108" y="771"/>
                      <a:pt x="103" y="794"/>
                      <a:pt x="85" y="805"/>
                    </a:cubicBezTo>
                    <a:cubicBezTo>
                      <a:pt x="57" y="822"/>
                      <a:pt x="57" y="822"/>
                      <a:pt x="57" y="822"/>
                    </a:cubicBezTo>
                    <a:cubicBezTo>
                      <a:pt x="51" y="828"/>
                      <a:pt x="45" y="828"/>
                      <a:pt x="40" y="828"/>
                    </a:cubicBezTo>
                    <a:close/>
                    <a:moveTo>
                      <a:pt x="188" y="736"/>
                    </a:moveTo>
                    <a:lnTo>
                      <a:pt x="188" y="736"/>
                    </a:lnTo>
                    <a:cubicBezTo>
                      <a:pt x="177" y="736"/>
                      <a:pt x="166" y="731"/>
                      <a:pt x="160" y="719"/>
                    </a:cubicBezTo>
                    <a:cubicBezTo>
                      <a:pt x="148" y="702"/>
                      <a:pt x="154" y="679"/>
                      <a:pt x="171" y="668"/>
                    </a:cubicBezTo>
                    <a:cubicBezTo>
                      <a:pt x="200" y="651"/>
                      <a:pt x="200" y="651"/>
                      <a:pt x="200" y="651"/>
                    </a:cubicBezTo>
                    <a:cubicBezTo>
                      <a:pt x="217" y="639"/>
                      <a:pt x="240" y="645"/>
                      <a:pt x="251" y="662"/>
                    </a:cubicBezTo>
                    <a:cubicBezTo>
                      <a:pt x="263" y="679"/>
                      <a:pt x="257" y="702"/>
                      <a:pt x="240" y="714"/>
                    </a:cubicBezTo>
                    <a:cubicBezTo>
                      <a:pt x="205" y="731"/>
                      <a:pt x="205" y="731"/>
                      <a:pt x="205" y="731"/>
                    </a:cubicBezTo>
                    <a:cubicBezTo>
                      <a:pt x="200" y="736"/>
                      <a:pt x="194" y="736"/>
                      <a:pt x="188" y="736"/>
                    </a:cubicBezTo>
                    <a:close/>
                    <a:moveTo>
                      <a:pt x="342" y="645"/>
                    </a:moveTo>
                    <a:lnTo>
                      <a:pt x="342" y="645"/>
                    </a:lnTo>
                    <a:cubicBezTo>
                      <a:pt x="331" y="645"/>
                      <a:pt x="320" y="639"/>
                      <a:pt x="314" y="628"/>
                    </a:cubicBezTo>
                    <a:cubicBezTo>
                      <a:pt x="303" y="611"/>
                      <a:pt x="308" y="588"/>
                      <a:pt x="325" y="582"/>
                    </a:cubicBezTo>
                    <a:cubicBezTo>
                      <a:pt x="354" y="565"/>
                      <a:pt x="354" y="565"/>
                      <a:pt x="354" y="565"/>
                    </a:cubicBezTo>
                    <a:cubicBezTo>
                      <a:pt x="371" y="554"/>
                      <a:pt x="394" y="559"/>
                      <a:pt x="405" y="576"/>
                    </a:cubicBezTo>
                    <a:cubicBezTo>
                      <a:pt x="417" y="594"/>
                      <a:pt x="405" y="617"/>
                      <a:pt x="388" y="628"/>
                    </a:cubicBezTo>
                    <a:cubicBezTo>
                      <a:pt x="360" y="645"/>
                      <a:pt x="360" y="645"/>
                      <a:pt x="360" y="645"/>
                    </a:cubicBezTo>
                    <a:cubicBezTo>
                      <a:pt x="354" y="645"/>
                      <a:pt x="348" y="645"/>
                      <a:pt x="342" y="645"/>
                    </a:cubicBezTo>
                    <a:close/>
                    <a:moveTo>
                      <a:pt x="497" y="565"/>
                    </a:moveTo>
                    <a:lnTo>
                      <a:pt x="497" y="565"/>
                    </a:lnTo>
                    <a:cubicBezTo>
                      <a:pt x="485" y="565"/>
                      <a:pt x="474" y="559"/>
                      <a:pt x="468" y="548"/>
                    </a:cubicBezTo>
                    <a:cubicBezTo>
                      <a:pt x="457" y="531"/>
                      <a:pt x="463" y="508"/>
                      <a:pt x="480" y="497"/>
                    </a:cubicBezTo>
                    <a:cubicBezTo>
                      <a:pt x="514" y="479"/>
                      <a:pt x="514" y="479"/>
                      <a:pt x="514" y="479"/>
                    </a:cubicBezTo>
                    <a:cubicBezTo>
                      <a:pt x="531" y="474"/>
                      <a:pt x="554" y="479"/>
                      <a:pt x="560" y="497"/>
                    </a:cubicBezTo>
                    <a:cubicBezTo>
                      <a:pt x="571" y="514"/>
                      <a:pt x="565" y="536"/>
                      <a:pt x="548" y="542"/>
                    </a:cubicBezTo>
                    <a:cubicBezTo>
                      <a:pt x="514" y="559"/>
                      <a:pt x="514" y="559"/>
                      <a:pt x="514" y="559"/>
                    </a:cubicBezTo>
                    <a:cubicBezTo>
                      <a:pt x="508" y="565"/>
                      <a:pt x="502" y="565"/>
                      <a:pt x="497" y="565"/>
                    </a:cubicBezTo>
                    <a:close/>
                    <a:moveTo>
                      <a:pt x="657" y="485"/>
                    </a:moveTo>
                    <a:lnTo>
                      <a:pt x="657" y="485"/>
                    </a:lnTo>
                    <a:cubicBezTo>
                      <a:pt x="645" y="485"/>
                      <a:pt x="628" y="479"/>
                      <a:pt x="623" y="468"/>
                    </a:cubicBezTo>
                    <a:cubicBezTo>
                      <a:pt x="617" y="451"/>
                      <a:pt x="623" y="428"/>
                      <a:pt x="640" y="417"/>
                    </a:cubicBezTo>
                    <a:cubicBezTo>
                      <a:pt x="674" y="405"/>
                      <a:pt x="674" y="405"/>
                      <a:pt x="674" y="405"/>
                    </a:cubicBezTo>
                    <a:cubicBezTo>
                      <a:pt x="691" y="394"/>
                      <a:pt x="714" y="405"/>
                      <a:pt x="720" y="422"/>
                    </a:cubicBezTo>
                    <a:cubicBezTo>
                      <a:pt x="731" y="439"/>
                      <a:pt x="720" y="462"/>
                      <a:pt x="702" y="468"/>
                    </a:cubicBezTo>
                    <a:cubicBezTo>
                      <a:pt x="674" y="485"/>
                      <a:pt x="674" y="485"/>
                      <a:pt x="674" y="485"/>
                    </a:cubicBezTo>
                    <a:cubicBezTo>
                      <a:pt x="668" y="485"/>
                      <a:pt x="662" y="485"/>
                      <a:pt x="657" y="485"/>
                    </a:cubicBezTo>
                    <a:close/>
                    <a:moveTo>
                      <a:pt x="817" y="411"/>
                    </a:moveTo>
                    <a:lnTo>
                      <a:pt x="817" y="411"/>
                    </a:lnTo>
                    <a:cubicBezTo>
                      <a:pt x="805" y="411"/>
                      <a:pt x="788" y="405"/>
                      <a:pt x="783" y="394"/>
                    </a:cubicBezTo>
                    <a:cubicBezTo>
                      <a:pt x="777" y="376"/>
                      <a:pt x="783" y="354"/>
                      <a:pt x="805" y="348"/>
                    </a:cubicBezTo>
                    <a:cubicBezTo>
                      <a:pt x="834" y="331"/>
                      <a:pt x="834" y="331"/>
                      <a:pt x="834" y="331"/>
                    </a:cubicBezTo>
                    <a:cubicBezTo>
                      <a:pt x="851" y="325"/>
                      <a:pt x="874" y="331"/>
                      <a:pt x="880" y="348"/>
                    </a:cubicBezTo>
                    <a:cubicBezTo>
                      <a:pt x="891" y="365"/>
                      <a:pt x="880" y="388"/>
                      <a:pt x="862" y="394"/>
                    </a:cubicBezTo>
                    <a:cubicBezTo>
                      <a:pt x="834" y="411"/>
                      <a:pt x="834" y="411"/>
                      <a:pt x="834" y="411"/>
                    </a:cubicBezTo>
                    <a:cubicBezTo>
                      <a:pt x="828" y="411"/>
                      <a:pt x="822" y="411"/>
                      <a:pt x="817" y="411"/>
                    </a:cubicBezTo>
                    <a:close/>
                    <a:moveTo>
                      <a:pt x="982" y="348"/>
                    </a:moveTo>
                    <a:lnTo>
                      <a:pt x="982" y="348"/>
                    </a:lnTo>
                    <a:cubicBezTo>
                      <a:pt x="965" y="348"/>
                      <a:pt x="954" y="337"/>
                      <a:pt x="948" y="325"/>
                    </a:cubicBezTo>
                    <a:cubicBezTo>
                      <a:pt x="937" y="302"/>
                      <a:pt x="948" y="285"/>
                      <a:pt x="965" y="279"/>
                    </a:cubicBezTo>
                    <a:cubicBezTo>
                      <a:pt x="1000" y="262"/>
                      <a:pt x="1000" y="262"/>
                      <a:pt x="1000" y="262"/>
                    </a:cubicBezTo>
                    <a:cubicBezTo>
                      <a:pt x="1017" y="257"/>
                      <a:pt x="1040" y="268"/>
                      <a:pt x="1045" y="285"/>
                    </a:cubicBezTo>
                    <a:cubicBezTo>
                      <a:pt x="1051" y="302"/>
                      <a:pt x="1045" y="325"/>
                      <a:pt x="1028" y="331"/>
                    </a:cubicBezTo>
                    <a:cubicBezTo>
                      <a:pt x="994" y="342"/>
                      <a:pt x="994" y="342"/>
                      <a:pt x="994" y="342"/>
                    </a:cubicBezTo>
                    <a:cubicBezTo>
                      <a:pt x="988" y="342"/>
                      <a:pt x="982" y="348"/>
                      <a:pt x="982" y="348"/>
                    </a:cubicBezTo>
                    <a:close/>
                    <a:moveTo>
                      <a:pt x="1142" y="279"/>
                    </a:moveTo>
                    <a:lnTo>
                      <a:pt x="1142" y="279"/>
                    </a:lnTo>
                    <a:cubicBezTo>
                      <a:pt x="1131" y="279"/>
                      <a:pt x="1114" y="274"/>
                      <a:pt x="1114" y="257"/>
                    </a:cubicBezTo>
                    <a:cubicBezTo>
                      <a:pt x="1102" y="239"/>
                      <a:pt x="1114" y="222"/>
                      <a:pt x="1131" y="211"/>
                    </a:cubicBezTo>
                    <a:cubicBezTo>
                      <a:pt x="1165" y="200"/>
                      <a:pt x="1165" y="200"/>
                      <a:pt x="1165" y="200"/>
                    </a:cubicBezTo>
                    <a:cubicBezTo>
                      <a:pt x="1182" y="194"/>
                      <a:pt x="1205" y="205"/>
                      <a:pt x="1211" y="222"/>
                    </a:cubicBezTo>
                    <a:cubicBezTo>
                      <a:pt x="1217" y="239"/>
                      <a:pt x="1211" y="262"/>
                      <a:pt x="1188" y="268"/>
                    </a:cubicBezTo>
                    <a:cubicBezTo>
                      <a:pt x="1159" y="279"/>
                      <a:pt x="1159" y="279"/>
                      <a:pt x="1159" y="279"/>
                    </a:cubicBezTo>
                    <a:cubicBezTo>
                      <a:pt x="1154" y="279"/>
                      <a:pt x="1148" y="279"/>
                      <a:pt x="1142" y="279"/>
                    </a:cubicBezTo>
                    <a:close/>
                    <a:moveTo>
                      <a:pt x="1314" y="222"/>
                    </a:moveTo>
                    <a:lnTo>
                      <a:pt x="1314" y="222"/>
                    </a:lnTo>
                    <a:cubicBezTo>
                      <a:pt x="1297" y="222"/>
                      <a:pt x="1285" y="217"/>
                      <a:pt x="1279" y="200"/>
                    </a:cubicBezTo>
                    <a:cubicBezTo>
                      <a:pt x="1274" y="182"/>
                      <a:pt x="1279" y="159"/>
                      <a:pt x="1302" y="154"/>
                    </a:cubicBezTo>
                    <a:cubicBezTo>
                      <a:pt x="1337" y="142"/>
                      <a:pt x="1337" y="142"/>
                      <a:pt x="1337" y="142"/>
                    </a:cubicBezTo>
                    <a:cubicBezTo>
                      <a:pt x="1354" y="137"/>
                      <a:pt x="1371" y="148"/>
                      <a:pt x="1377" y="165"/>
                    </a:cubicBezTo>
                    <a:cubicBezTo>
                      <a:pt x="1382" y="188"/>
                      <a:pt x="1377" y="205"/>
                      <a:pt x="1354" y="211"/>
                    </a:cubicBezTo>
                    <a:cubicBezTo>
                      <a:pt x="1319" y="222"/>
                      <a:pt x="1319" y="222"/>
                      <a:pt x="1319" y="222"/>
                    </a:cubicBezTo>
                    <a:lnTo>
                      <a:pt x="1314" y="222"/>
                    </a:lnTo>
                    <a:close/>
                    <a:moveTo>
                      <a:pt x="1479" y="171"/>
                    </a:moveTo>
                    <a:lnTo>
                      <a:pt x="1479" y="171"/>
                    </a:lnTo>
                    <a:cubicBezTo>
                      <a:pt x="1462" y="171"/>
                      <a:pt x="1451" y="159"/>
                      <a:pt x="1445" y="148"/>
                    </a:cubicBezTo>
                    <a:cubicBezTo>
                      <a:pt x="1439" y="125"/>
                      <a:pt x="1451" y="108"/>
                      <a:pt x="1468" y="102"/>
                    </a:cubicBezTo>
                    <a:cubicBezTo>
                      <a:pt x="1502" y="91"/>
                      <a:pt x="1502" y="91"/>
                      <a:pt x="1502" y="91"/>
                    </a:cubicBezTo>
                    <a:cubicBezTo>
                      <a:pt x="1525" y="85"/>
                      <a:pt x="1542" y="97"/>
                      <a:pt x="1548" y="114"/>
                    </a:cubicBezTo>
                    <a:cubicBezTo>
                      <a:pt x="1554" y="137"/>
                      <a:pt x="1542" y="154"/>
                      <a:pt x="1525" y="159"/>
                    </a:cubicBezTo>
                    <a:cubicBezTo>
                      <a:pt x="1491" y="171"/>
                      <a:pt x="1491" y="171"/>
                      <a:pt x="1491" y="171"/>
                    </a:cubicBezTo>
                    <a:cubicBezTo>
                      <a:pt x="1485" y="171"/>
                      <a:pt x="1485" y="171"/>
                      <a:pt x="1479" y="171"/>
                    </a:cubicBezTo>
                    <a:close/>
                    <a:moveTo>
                      <a:pt x="1651" y="125"/>
                    </a:moveTo>
                    <a:lnTo>
                      <a:pt x="1651" y="125"/>
                    </a:lnTo>
                    <a:cubicBezTo>
                      <a:pt x="1634" y="125"/>
                      <a:pt x="1617" y="114"/>
                      <a:pt x="1617" y="97"/>
                    </a:cubicBezTo>
                    <a:cubicBezTo>
                      <a:pt x="1611" y="79"/>
                      <a:pt x="1622" y="57"/>
                      <a:pt x="1639" y="51"/>
                    </a:cubicBezTo>
                    <a:cubicBezTo>
                      <a:pt x="1674" y="45"/>
                      <a:pt x="1674" y="45"/>
                      <a:pt x="1674" y="45"/>
                    </a:cubicBezTo>
                    <a:cubicBezTo>
                      <a:pt x="1691" y="40"/>
                      <a:pt x="1714" y="51"/>
                      <a:pt x="1719" y="68"/>
                    </a:cubicBezTo>
                    <a:cubicBezTo>
                      <a:pt x="1725" y="91"/>
                      <a:pt x="1714" y="108"/>
                      <a:pt x="1691" y="114"/>
                    </a:cubicBezTo>
                    <a:cubicBezTo>
                      <a:pt x="1657" y="125"/>
                      <a:pt x="1657" y="125"/>
                      <a:pt x="1657" y="125"/>
                    </a:cubicBezTo>
                    <a:lnTo>
                      <a:pt x="1651" y="125"/>
                    </a:lnTo>
                    <a:close/>
                    <a:moveTo>
                      <a:pt x="1822" y="79"/>
                    </a:moveTo>
                    <a:lnTo>
                      <a:pt x="1822" y="79"/>
                    </a:lnTo>
                    <a:cubicBezTo>
                      <a:pt x="1805" y="79"/>
                      <a:pt x="1788" y="68"/>
                      <a:pt x="1788" y="51"/>
                    </a:cubicBezTo>
                    <a:cubicBezTo>
                      <a:pt x="1782" y="34"/>
                      <a:pt x="1794" y="17"/>
                      <a:pt x="1811" y="11"/>
                    </a:cubicBezTo>
                    <a:cubicBezTo>
                      <a:pt x="1845" y="5"/>
                      <a:pt x="1845" y="5"/>
                      <a:pt x="1845" y="5"/>
                    </a:cubicBezTo>
                    <a:cubicBezTo>
                      <a:pt x="1868" y="0"/>
                      <a:pt x="1885" y="11"/>
                      <a:pt x="1891" y="28"/>
                    </a:cubicBezTo>
                    <a:cubicBezTo>
                      <a:pt x="1896" y="51"/>
                      <a:pt x="1879" y="68"/>
                      <a:pt x="1862" y="74"/>
                    </a:cubicBezTo>
                    <a:cubicBezTo>
                      <a:pt x="1828" y="79"/>
                      <a:pt x="1828" y="79"/>
                      <a:pt x="1828" y="79"/>
                    </a:cubicBezTo>
                    <a:lnTo>
                      <a:pt x="1822" y="7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72" name="Freeform: Shape 127"/>
              <p:cNvSpPr>
                <a:spLocks/>
              </p:cNvSpPr>
              <p:nvPr/>
            </p:nvSpPr>
            <p:spPr bwMode="auto">
              <a:xfrm>
                <a:off x="12999499" y="7102069"/>
                <a:ext cx="1227548" cy="528958"/>
              </a:xfrm>
              <a:custGeom>
                <a:avLst/>
                <a:gdLst>
                  <a:gd name="T0" fmla="*/ 1885 w 1926"/>
                  <a:gd name="T1" fmla="*/ 834 h 835"/>
                  <a:gd name="T2" fmla="*/ 1840 w 1926"/>
                  <a:gd name="T3" fmla="*/ 811 h 835"/>
                  <a:gd name="T4" fmla="*/ 1874 w 1926"/>
                  <a:gd name="T5" fmla="*/ 748 h 835"/>
                  <a:gd name="T6" fmla="*/ 1920 w 1926"/>
                  <a:gd name="T7" fmla="*/ 817 h 835"/>
                  <a:gd name="T8" fmla="*/ 1737 w 1926"/>
                  <a:gd name="T9" fmla="*/ 737 h 835"/>
                  <a:gd name="T10" fmla="*/ 1714 w 1926"/>
                  <a:gd name="T11" fmla="*/ 737 h 835"/>
                  <a:gd name="T12" fmla="*/ 1674 w 1926"/>
                  <a:gd name="T13" fmla="*/ 669 h 835"/>
                  <a:gd name="T14" fmla="*/ 1754 w 1926"/>
                  <a:gd name="T15" fmla="*/ 674 h 835"/>
                  <a:gd name="T16" fmla="*/ 1737 w 1926"/>
                  <a:gd name="T17" fmla="*/ 737 h 835"/>
                  <a:gd name="T18" fmla="*/ 1577 w 1926"/>
                  <a:gd name="T19" fmla="*/ 651 h 835"/>
                  <a:gd name="T20" fmla="*/ 1531 w 1926"/>
                  <a:gd name="T21" fmla="*/ 629 h 835"/>
                  <a:gd name="T22" fmla="*/ 1565 w 1926"/>
                  <a:gd name="T23" fmla="*/ 566 h 835"/>
                  <a:gd name="T24" fmla="*/ 1611 w 1926"/>
                  <a:gd name="T25" fmla="*/ 634 h 835"/>
                  <a:gd name="T26" fmla="*/ 1423 w 1926"/>
                  <a:gd name="T27" fmla="*/ 566 h 835"/>
                  <a:gd name="T28" fmla="*/ 1406 w 1926"/>
                  <a:gd name="T29" fmla="*/ 566 h 835"/>
                  <a:gd name="T30" fmla="*/ 1354 w 1926"/>
                  <a:gd name="T31" fmla="*/ 503 h 835"/>
                  <a:gd name="T32" fmla="*/ 1434 w 1926"/>
                  <a:gd name="T33" fmla="*/ 503 h 835"/>
                  <a:gd name="T34" fmla="*/ 1423 w 1926"/>
                  <a:gd name="T35" fmla="*/ 566 h 835"/>
                  <a:gd name="T36" fmla="*/ 1257 w 1926"/>
                  <a:gd name="T37" fmla="*/ 491 h 835"/>
                  <a:gd name="T38" fmla="*/ 1211 w 1926"/>
                  <a:gd name="T39" fmla="*/ 469 h 835"/>
                  <a:gd name="T40" fmla="*/ 1240 w 1926"/>
                  <a:gd name="T41" fmla="*/ 406 h 835"/>
                  <a:gd name="T42" fmla="*/ 1291 w 1926"/>
                  <a:gd name="T43" fmla="*/ 469 h 835"/>
                  <a:gd name="T44" fmla="*/ 1097 w 1926"/>
                  <a:gd name="T45" fmla="*/ 417 h 835"/>
                  <a:gd name="T46" fmla="*/ 1080 w 1926"/>
                  <a:gd name="T47" fmla="*/ 411 h 835"/>
                  <a:gd name="T48" fmla="*/ 1028 w 1926"/>
                  <a:gd name="T49" fmla="*/ 354 h 835"/>
                  <a:gd name="T50" fmla="*/ 1108 w 1926"/>
                  <a:gd name="T51" fmla="*/ 349 h 835"/>
                  <a:gd name="T52" fmla="*/ 1097 w 1926"/>
                  <a:gd name="T53" fmla="*/ 417 h 835"/>
                  <a:gd name="T54" fmla="*/ 931 w 1926"/>
                  <a:gd name="T55" fmla="*/ 349 h 835"/>
                  <a:gd name="T56" fmla="*/ 886 w 1926"/>
                  <a:gd name="T57" fmla="*/ 331 h 835"/>
                  <a:gd name="T58" fmla="*/ 908 w 1926"/>
                  <a:gd name="T59" fmla="*/ 263 h 835"/>
                  <a:gd name="T60" fmla="*/ 965 w 1926"/>
                  <a:gd name="T61" fmla="*/ 326 h 835"/>
                  <a:gd name="T62" fmla="*/ 766 w 1926"/>
                  <a:gd name="T63" fmla="*/ 286 h 835"/>
                  <a:gd name="T64" fmla="*/ 748 w 1926"/>
                  <a:gd name="T65" fmla="*/ 280 h 835"/>
                  <a:gd name="T66" fmla="*/ 697 w 1926"/>
                  <a:gd name="T67" fmla="*/ 223 h 835"/>
                  <a:gd name="T68" fmla="*/ 777 w 1926"/>
                  <a:gd name="T69" fmla="*/ 217 h 835"/>
                  <a:gd name="T70" fmla="*/ 766 w 1926"/>
                  <a:gd name="T71" fmla="*/ 286 h 835"/>
                  <a:gd name="T72" fmla="*/ 594 w 1926"/>
                  <a:gd name="T73" fmla="*/ 229 h 835"/>
                  <a:gd name="T74" fmla="*/ 548 w 1926"/>
                  <a:gd name="T75" fmla="*/ 212 h 835"/>
                  <a:gd name="T76" fmla="*/ 571 w 1926"/>
                  <a:gd name="T77" fmla="*/ 143 h 835"/>
                  <a:gd name="T78" fmla="*/ 629 w 1926"/>
                  <a:gd name="T79" fmla="*/ 200 h 835"/>
                  <a:gd name="T80" fmla="*/ 423 w 1926"/>
                  <a:gd name="T81" fmla="*/ 171 h 835"/>
                  <a:gd name="T82" fmla="*/ 411 w 1926"/>
                  <a:gd name="T83" fmla="*/ 171 h 835"/>
                  <a:gd name="T84" fmla="*/ 354 w 1926"/>
                  <a:gd name="T85" fmla="*/ 120 h 835"/>
                  <a:gd name="T86" fmla="*/ 434 w 1926"/>
                  <a:gd name="T87" fmla="*/ 103 h 835"/>
                  <a:gd name="T88" fmla="*/ 423 w 1926"/>
                  <a:gd name="T89" fmla="*/ 171 h 835"/>
                  <a:gd name="T90" fmla="*/ 251 w 1926"/>
                  <a:gd name="T91" fmla="*/ 126 h 835"/>
                  <a:gd name="T92" fmla="*/ 206 w 1926"/>
                  <a:gd name="T93" fmla="*/ 114 h 835"/>
                  <a:gd name="T94" fmla="*/ 223 w 1926"/>
                  <a:gd name="T95" fmla="*/ 46 h 835"/>
                  <a:gd name="T96" fmla="*/ 286 w 1926"/>
                  <a:gd name="T97" fmla="*/ 97 h 835"/>
                  <a:gd name="T98" fmla="*/ 74 w 1926"/>
                  <a:gd name="T99" fmla="*/ 86 h 835"/>
                  <a:gd name="T100" fmla="*/ 69 w 1926"/>
                  <a:gd name="T101" fmla="*/ 86 h 835"/>
                  <a:gd name="T102" fmla="*/ 6 w 1926"/>
                  <a:gd name="T103" fmla="*/ 34 h 835"/>
                  <a:gd name="T104" fmla="*/ 86 w 1926"/>
                  <a:gd name="T105" fmla="*/ 12 h 835"/>
                  <a:gd name="T106" fmla="*/ 74 w 1926"/>
                  <a:gd name="T107" fmla="*/ 86 h 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926" h="835">
                    <a:moveTo>
                      <a:pt x="1885" y="834"/>
                    </a:moveTo>
                    <a:lnTo>
                      <a:pt x="1885" y="834"/>
                    </a:lnTo>
                    <a:cubicBezTo>
                      <a:pt x="1880" y="834"/>
                      <a:pt x="1874" y="834"/>
                      <a:pt x="1868" y="829"/>
                    </a:cubicBezTo>
                    <a:cubicBezTo>
                      <a:pt x="1840" y="811"/>
                      <a:pt x="1840" y="811"/>
                      <a:pt x="1840" y="811"/>
                    </a:cubicBezTo>
                    <a:cubicBezTo>
                      <a:pt x="1823" y="800"/>
                      <a:pt x="1817" y="777"/>
                      <a:pt x="1828" y="760"/>
                    </a:cubicBezTo>
                    <a:cubicBezTo>
                      <a:pt x="1840" y="743"/>
                      <a:pt x="1857" y="737"/>
                      <a:pt x="1874" y="748"/>
                    </a:cubicBezTo>
                    <a:cubicBezTo>
                      <a:pt x="1908" y="766"/>
                      <a:pt x="1908" y="766"/>
                      <a:pt x="1908" y="766"/>
                    </a:cubicBezTo>
                    <a:cubicBezTo>
                      <a:pt x="1925" y="777"/>
                      <a:pt x="1925" y="800"/>
                      <a:pt x="1920" y="817"/>
                    </a:cubicBezTo>
                    <a:cubicBezTo>
                      <a:pt x="1908" y="829"/>
                      <a:pt x="1897" y="834"/>
                      <a:pt x="1885" y="834"/>
                    </a:cubicBezTo>
                    <a:close/>
                    <a:moveTo>
                      <a:pt x="1737" y="737"/>
                    </a:moveTo>
                    <a:lnTo>
                      <a:pt x="1737" y="737"/>
                    </a:lnTo>
                    <a:cubicBezTo>
                      <a:pt x="1731" y="737"/>
                      <a:pt x="1720" y="737"/>
                      <a:pt x="1714" y="737"/>
                    </a:cubicBezTo>
                    <a:cubicBezTo>
                      <a:pt x="1685" y="714"/>
                      <a:pt x="1685" y="714"/>
                      <a:pt x="1685" y="714"/>
                    </a:cubicBezTo>
                    <a:cubicBezTo>
                      <a:pt x="1668" y="708"/>
                      <a:pt x="1663" y="686"/>
                      <a:pt x="1674" y="669"/>
                    </a:cubicBezTo>
                    <a:cubicBezTo>
                      <a:pt x="1685" y="651"/>
                      <a:pt x="1703" y="646"/>
                      <a:pt x="1720" y="657"/>
                    </a:cubicBezTo>
                    <a:cubicBezTo>
                      <a:pt x="1754" y="674"/>
                      <a:pt x="1754" y="674"/>
                      <a:pt x="1754" y="674"/>
                    </a:cubicBezTo>
                    <a:cubicBezTo>
                      <a:pt x="1771" y="686"/>
                      <a:pt x="1777" y="703"/>
                      <a:pt x="1765" y="720"/>
                    </a:cubicBezTo>
                    <a:cubicBezTo>
                      <a:pt x="1760" y="731"/>
                      <a:pt x="1748" y="737"/>
                      <a:pt x="1737" y="737"/>
                    </a:cubicBezTo>
                    <a:close/>
                    <a:moveTo>
                      <a:pt x="1577" y="651"/>
                    </a:moveTo>
                    <a:lnTo>
                      <a:pt x="1577" y="651"/>
                    </a:lnTo>
                    <a:cubicBezTo>
                      <a:pt x="1571" y="651"/>
                      <a:pt x="1565" y="651"/>
                      <a:pt x="1560" y="646"/>
                    </a:cubicBezTo>
                    <a:cubicBezTo>
                      <a:pt x="1531" y="629"/>
                      <a:pt x="1531" y="629"/>
                      <a:pt x="1531" y="629"/>
                    </a:cubicBezTo>
                    <a:cubicBezTo>
                      <a:pt x="1514" y="623"/>
                      <a:pt x="1508" y="600"/>
                      <a:pt x="1514" y="583"/>
                    </a:cubicBezTo>
                    <a:cubicBezTo>
                      <a:pt x="1525" y="566"/>
                      <a:pt x="1548" y="560"/>
                      <a:pt x="1565" y="566"/>
                    </a:cubicBezTo>
                    <a:cubicBezTo>
                      <a:pt x="1594" y="583"/>
                      <a:pt x="1594" y="583"/>
                      <a:pt x="1594" y="583"/>
                    </a:cubicBezTo>
                    <a:cubicBezTo>
                      <a:pt x="1611" y="594"/>
                      <a:pt x="1617" y="617"/>
                      <a:pt x="1611" y="634"/>
                    </a:cubicBezTo>
                    <a:cubicBezTo>
                      <a:pt x="1605" y="646"/>
                      <a:pt x="1594" y="651"/>
                      <a:pt x="1577" y="651"/>
                    </a:cubicBezTo>
                    <a:close/>
                    <a:moveTo>
                      <a:pt x="1423" y="566"/>
                    </a:moveTo>
                    <a:lnTo>
                      <a:pt x="1423" y="566"/>
                    </a:lnTo>
                    <a:cubicBezTo>
                      <a:pt x="1417" y="566"/>
                      <a:pt x="1411" y="566"/>
                      <a:pt x="1406" y="566"/>
                    </a:cubicBezTo>
                    <a:cubicBezTo>
                      <a:pt x="1371" y="548"/>
                      <a:pt x="1371" y="548"/>
                      <a:pt x="1371" y="548"/>
                    </a:cubicBezTo>
                    <a:cubicBezTo>
                      <a:pt x="1354" y="537"/>
                      <a:pt x="1348" y="520"/>
                      <a:pt x="1354" y="503"/>
                    </a:cubicBezTo>
                    <a:cubicBezTo>
                      <a:pt x="1365" y="480"/>
                      <a:pt x="1388" y="474"/>
                      <a:pt x="1406" y="486"/>
                    </a:cubicBezTo>
                    <a:cubicBezTo>
                      <a:pt x="1434" y="503"/>
                      <a:pt x="1434" y="503"/>
                      <a:pt x="1434" y="503"/>
                    </a:cubicBezTo>
                    <a:cubicBezTo>
                      <a:pt x="1451" y="509"/>
                      <a:pt x="1463" y="531"/>
                      <a:pt x="1451" y="548"/>
                    </a:cubicBezTo>
                    <a:cubicBezTo>
                      <a:pt x="1445" y="560"/>
                      <a:pt x="1434" y="566"/>
                      <a:pt x="1423" y="566"/>
                    </a:cubicBezTo>
                    <a:close/>
                    <a:moveTo>
                      <a:pt x="1257" y="491"/>
                    </a:moveTo>
                    <a:lnTo>
                      <a:pt x="1257" y="491"/>
                    </a:lnTo>
                    <a:cubicBezTo>
                      <a:pt x="1257" y="491"/>
                      <a:pt x="1251" y="486"/>
                      <a:pt x="1246" y="486"/>
                    </a:cubicBezTo>
                    <a:cubicBezTo>
                      <a:pt x="1211" y="469"/>
                      <a:pt x="1211" y="469"/>
                      <a:pt x="1211" y="469"/>
                    </a:cubicBezTo>
                    <a:cubicBezTo>
                      <a:pt x="1194" y="463"/>
                      <a:pt x="1188" y="440"/>
                      <a:pt x="1194" y="423"/>
                    </a:cubicBezTo>
                    <a:cubicBezTo>
                      <a:pt x="1206" y="406"/>
                      <a:pt x="1223" y="400"/>
                      <a:pt x="1240" y="406"/>
                    </a:cubicBezTo>
                    <a:cubicBezTo>
                      <a:pt x="1274" y="423"/>
                      <a:pt x="1274" y="423"/>
                      <a:pt x="1274" y="423"/>
                    </a:cubicBezTo>
                    <a:cubicBezTo>
                      <a:pt x="1291" y="429"/>
                      <a:pt x="1303" y="451"/>
                      <a:pt x="1291" y="469"/>
                    </a:cubicBezTo>
                    <a:cubicBezTo>
                      <a:pt x="1285" y="480"/>
                      <a:pt x="1274" y="491"/>
                      <a:pt x="1257" y="491"/>
                    </a:cubicBezTo>
                    <a:close/>
                    <a:moveTo>
                      <a:pt x="1097" y="417"/>
                    </a:moveTo>
                    <a:lnTo>
                      <a:pt x="1097" y="417"/>
                    </a:lnTo>
                    <a:cubicBezTo>
                      <a:pt x="1091" y="417"/>
                      <a:pt x="1086" y="417"/>
                      <a:pt x="1080" y="411"/>
                    </a:cubicBezTo>
                    <a:cubicBezTo>
                      <a:pt x="1051" y="400"/>
                      <a:pt x="1051" y="400"/>
                      <a:pt x="1051" y="400"/>
                    </a:cubicBezTo>
                    <a:cubicBezTo>
                      <a:pt x="1034" y="388"/>
                      <a:pt x="1023" y="371"/>
                      <a:pt x="1028" y="354"/>
                    </a:cubicBezTo>
                    <a:cubicBezTo>
                      <a:pt x="1040" y="331"/>
                      <a:pt x="1057" y="326"/>
                      <a:pt x="1080" y="331"/>
                    </a:cubicBezTo>
                    <a:cubicBezTo>
                      <a:pt x="1108" y="349"/>
                      <a:pt x="1108" y="349"/>
                      <a:pt x="1108" y="349"/>
                    </a:cubicBezTo>
                    <a:cubicBezTo>
                      <a:pt x="1125" y="354"/>
                      <a:pt x="1137" y="377"/>
                      <a:pt x="1131" y="394"/>
                    </a:cubicBezTo>
                    <a:cubicBezTo>
                      <a:pt x="1125" y="406"/>
                      <a:pt x="1108" y="417"/>
                      <a:pt x="1097" y="417"/>
                    </a:cubicBezTo>
                    <a:close/>
                    <a:moveTo>
                      <a:pt x="931" y="349"/>
                    </a:moveTo>
                    <a:lnTo>
                      <a:pt x="931" y="349"/>
                    </a:lnTo>
                    <a:cubicBezTo>
                      <a:pt x="926" y="349"/>
                      <a:pt x="920" y="349"/>
                      <a:pt x="920" y="343"/>
                    </a:cubicBezTo>
                    <a:cubicBezTo>
                      <a:pt x="886" y="331"/>
                      <a:pt x="886" y="331"/>
                      <a:pt x="886" y="331"/>
                    </a:cubicBezTo>
                    <a:cubicBezTo>
                      <a:pt x="868" y="326"/>
                      <a:pt x="857" y="303"/>
                      <a:pt x="863" y="286"/>
                    </a:cubicBezTo>
                    <a:cubicBezTo>
                      <a:pt x="874" y="269"/>
                      <a:pt x="891" y="257"/>
                      <a:pt x="908" y="263"/>
                    </a:cubicBezTo>
                    <a:cubicBezTo>
                      <a:pt x="943" y="280"/>
                      <a:pt x="943" y="280"/>
                      <a:pt x="943" y="280"/>
                    </a:cubicBezTo>
                    <a:cubicBezTo>
                      <a:pt x="960" y="286"/>
                      <a:pt x="971" y="309"/>
                      <a:pt x="965" y="326"/>
                    </a:cubicBezTo>
                    <a:cubicBezTo>
                      <a:pt x="960" y="337"/>
                      <a:pt x="943" y="349"/>
                      <a:pt x="931" y="349"/>
                    </a:cubicBezTo>
                    <a:close/>
                    <a:moveTo>
                      <a:pt x="766" y="286"/>
                    </a:moveTo>
                    <a:lnTo>
                      <a:pt x="766" y="286"/>
                    </a:lnTo>
                    <a:cubicBezTo>
                      <a:pt x="760" y="286"/>
                      <a:pt x="754" y="286"/>
                      <a:pt x="748" y="280"/>
                    </a:cubicBezTo>
                    <a:cubicBezTo>
                      <a:pt x="720" y="269"/>
                      <a:pt x="720" y="269"/>
                      <a:pt x="720" y="269"/>
                    </a:cubicBezTo>
                    <a:cubicBezTo>
                      <a:pt x="697" y="263"/>
                      <a:pt x="691" y="246"/>
                      <a:pt x="697" y="223"/>
                    </a:cubicBezTo>
                    <a:cubicBezTo>
                      <a:pt x="703" y="206"/>
                      <a:pt x="720" y="194"/>
                      <a:pt x="743" y="200"/>
                    </a:cubicBezTo>
                    <a:cubicBezTo>
                      <a:pt x="777" y="217"/>
                      <a:pt x="777" y="217"/>
                      <a:pt x="777" y="217"/>
                    </a:cubicBezTo>
                    <a:cubicBezTo>
                      <a:pt x="794" y="223"/>
                      <a:pt x="806" y="240"/>
                      <a:pt x="794" y="263"/>
                    </a:cubicBezTo>
                    <a:cubicBezTo>
                      <a:pt x="794" y="274"/>
                      <a:pt x="777" y="286"/>
                      <a:pt x="766" y="286"/>
                    </a:cubicBezTo>
                    <a:close/>
                    <a:moveTo>
                      <a:pt x="594" y="229"/>
                    </a:moveTo>
                    <a:lnTo>
                      <a:pt x="594" y="229"/>
                    </a:lnTo>
                    <a:cubicBezTo>
                      <a:pt x="589" y="229"/>
                      <a:pt x="589" y="223"/>
                      <a:pt x="583" y="223"/>
                    </a:cubicBezTo>
                    <a:cubicBezTo>
                      <a:pt x="548" y="212"/>
                      <a:pt x="548" y="212"/>
                      <a:pt x="548" y="212"/>
                    </a:cubicBezTo>
                    <a:cubicBezTo>
                      <a:pt x="531" y="206"/>
                      <a:pt x="520" y="189"/>
                      <a:pt x="526" y="166"/>
                    </a:cubicBezTo>
                    <a:cubicBezTo>
                      <a:pt x="531" y="149"/>
                      <a:pt x="554" y="137"/>
                      <a:pt x="571" y="143"/>
                    </a:cubicBezTo>
                    <a:cubicBezTo>
                      <a:pt x="606" y="154"/>
                      <a:pt x="606" y="154"/>
                      <a:pt x="606" y="154"/>
                    </a:cubicBezTo>
                    <a:cubicBezTo>
                      <a:pt x="623" y="160"/>
                      <a:pt x="634" y="183"/>
                      <a:pt x="629" y="200"/>
                    </a:cubicBezTo>
                    <a:cubicBezTo>
                      <a:pt x="623" y="217"/>
                      <a:pt x="611" y="229"/>
                      <a:pt x="594" y="229"/>
                    </a:cubicBezTo>
                    <a:close/>
                    <a:moveTo>
                      <a:pt x="423" y="171"/>
                    </a:moveTo>
                    <a:lnTo>
                      <a:pt x="423" y="171"/>
                    </a:lnTo>
                    <a:cubicBezTo>
                      <a:pt x="417" y="171"/>
                      <a:pt x="417" y="171"/>
                      <a:pt x="411" y="171"/>
                    </a:cubicBezTo>
                    <a:cubicBezTo>
                      <a:pt x="377" y="160"/>
                      <a:pt x="377" y="160"/>
                      <a:pt x="377" y="160"/>
                    </a:cubicBezTo>
                    <a:cubicBezTo>
                      <a:pt x="360" y="154"/>
                      <a:pt x="348" y="137"/>
                      <a:pt x="354" y="120"/>
                    </a:cubicBezTo>
                    <a:cubicBezTo>
                      <a:pt x="360" y="97"/>
                      <a:pt x="377" y="86"/>
                      <a:pt x="400" y="91"/>
                    </a:cubicBezTo>
                    <a:cubicBezTo>
                      <a:pt x="434" y="103"/>
                      <a:pt x="434" y="103"/>
                      <a:pt x="434" y="103"/>
                    </a:cubicBezTo>
                    <a:cubicBezTo>
                      <a:pt x="451" y="109"/>
                      <a:pt x="463" y="131"/>
                      <a:pt x="457" y="149"/>
                    </a:cubicBezTo>
                    <a:cubicBezTo>
                      <a:pt x="451" y="166"/>
                      <a:pt x="440" y="171"/>
                      <a:pt x="423" y="171"/>
                    </a:cubicBezTo>
                    <a:close/>
                    <a:moveTo>
                      <a:pt x="251" y="126"/>
                    </a:moveTo>
                    <a:lnTo>
                      <a:pt x="251" y="126"/>
                    </a:lnTo>
                    <a:cubicBezTo>
                      <a:pt x="246" y="126"/>
                      <a:pt x="246" y="126"/>
                      <a:pt x="240" y="126"/>
                    </a:cubicBezTo>
                    <a:cubicBezTo>
                      <a:pt x="206" y="114"/>
                      <a:pt x="206" y="114"/>
                      <a:pt x="206" y="114"/>
                    </a:cubicBezTo>
                    <a:cubicBezTo>
                      <a:pt x="189" y="109"/>
                      <a:pt x="177" y="91"/>
                      <a:pt x="183" y="74"/>
                    </a:cubicBezTo>
                    <a:cubicBezTo>
                      <a:pt x="183" y="52"/>
                      <a:pt x="206" y="40"/>
                      <a:pt x="223" y="46"/>
                    </a:cubicBezTo>
                    <a:cubicBezTo>
                      <a:pt x="257" y="57"/>
                      <a:pt x="257" y="57"/>
                      <a:pt x="257" y="57"/>
                    </a:cubicBezTo>
                    <a:cubicBezTo>
                      <a:pt x="280" y="63"/>
                      <a:pt x="291" y="80"/>
                      <a:pt x="286" y="97"/>
                    </a:cubicBezTo>
                    <a:cubicBezTo>
                      <a:pt x="280" y="114"/>
                      <a:pt x="263" y="126"/>
                      <a:pt x="251" y="126"/>
                    </a:cubicBezTo>
                    <a:close/>
                    <a:moveTo>
                      <a:pt x="74" y="86"/>
                    </a:moveTo>
                    <a:lnTo>
                      <a:pt x="74" y="86"/>
                    </a:lnTo>
                    <a:lnTo>
                      <a:pt x="69" y="86"/>
                    </a:lnTo>
                    <a:cubicBezTo>
                      <a:pt x="34" y="74"/>
                      <a:pt x="34" y="74"/>
                      <a:pt x="34" y="74"/>
                    </a:cubicBezTo>
                    <a:cubicBezTo>
                      <a:pt x="12" y="69"/>
                      <a:pt x="0" y="52"/>
                      <a:pt x="6" y="34"/>
                    </a:cubicBezTo>
                    <a:cubicBezTo>
                      <a:pt x="12" y="12"/>
                      <a:pt x="29" y="0"/>
                      <a:pt x="46" y="6"/>
                    </a:cubicBezTo>
                    <a:cubicBezTo>
                      <a:pt x="86" y="12"/>
                      <a:pt x="86" y="12"/>
                      <a:pt x="86" y="12"/>
                    </a:cubicBezTo>
                    <a:cubicBezTo>
                      <a:pt x="103" y="17"/>
                      <a:pt x="114" y="34"/>
                      <a:pt x="109" y="57"/>
                    </a:cubicBezTo>
                    <a:cubicBezTo>
                      <a:pt x="109" y="74"/>
                      <a:pt x="91" y="86"/>
                      <a:pt x="74" y="86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73" name="Freeform: Shape 128"/>
              <p:cNvSpPr>
                <a:spLocks/>
              </p:cNvSpPr>
              <p:nvPr/>
            </p:nvSpPr>
            <p:spPr bwMode="auto">
              <a:xfrm>
                <a:off x="15305375" y="8697384"/>
                <a:ext cx="551833" cy="1240800"/>
              </a:xfrm>
              <a:custGeom>
                <a:avLst/>
                <a:gdLst>
                  <a:gd name="T0" fmla="*/ 828 w 869"/>
                  <a:gd name="T1" fmla="*/ 1948 h 1949"/>
                  <a:gd name="T2" fmla="*/ 782 w 869"/>
                  <a:gd name="T3" fmla="*/ 1886 h 1949"/>
                  <a:gd name="T4" fmla="*/ 857 w 869"/>
                  <a:gd name="T5" fmla="*/ 1869 h 1949"/>
                  <a:gd name="T6" fmla="*/ 834 w 869"/>
                  <a:gd name="T7" fmla="*/ 1948 h 1949"/>
                  <a:gd name="T8" fmla="*/ 782 w 869"/>
                  <a:gd name="T9" fmla="*/ 1771 h 1949"/>
                  <a:gd name="T10" fmla="*/ 748 w 869"/>
                  <a:gd name="T11" fmla="*/ 1743 h 1949"/>
                  <a:gd name="T12" fmla="*/ 765 w 869"/>
                  <a:gd name="T13" fmla="*/ 1669 h 1949"/>
                  <a:gd name="T14" fmla="*/ 817 w 869"/>
                  <a:gd name="T15" fmla="*/ 1726 h 1949"/>
                  <a:gd name="T16" fmla="*/ 782 w 869"/>
                  <a:gd name="T17" fmla="*/ 1771 h 1949"/>
                  <a:gd name="T18" fmla="*/ 737 w 869"/>
                  <a:gd name="T19" fmla="*/ 1594 h 1949"/>
                  <a:gd name="T20" fmla="*/ 691 w 869"/>
                  <a:gd name="T21" fmla="*/ 1537 h 1949"/>
                  <a:gd name="T22" fmla="*/ 759 w 869"/>
                  <a:gd name="T23" fmla="*/ 1514 h 1949"/>
                  <a:gd name="T24" fmla="*/ 748 w 869"/>
                  <a:gd name="T25" fmla="*/ 1594 h 1949"/>
                  <a:gd name="T26" fmla="*/ 685 w 869"/>
                  <a:gd name="T27" fmla="*/ 1423 h 1949"/>
                  <a:gd name="T28" fmla="*/ 651 w 869"/>
                  <a:gd name="T29" fmla="*/ 1394 h 1949"/>
                  <a:gd name="T30" fmla="*/ 662 w 869"/>
                  <a:gd name="T31" fmla="*/ 1320 h 1949"/>
                  <a:gd name="T32" fmla="*/ 720 w 869"/>
                  <a:gd name="T33" fmla="*/ 1377 h 1949"/>
                  <a:gd name="T34" fmla="*/ 685 w 869"/>
                  <a:gd name="T35" fmla="*/ 1423 h 1949"/>
                  <a:gd name="T36" fmla="*/ 622 w 869"/>
                  <a:gd name="T37" fmla="*/ 1252 h 1949"/>
                  <a:gd name="T38" fmla="*/ 577 w 869"/>
                  <a:gd name="T39" fmla="*/ 1194 h 1949"/>
                  <a:gd name="T40" fmla="*/ 645 w 869"/>
                  <a:gd name="T41" fmla="*/ 1166 h 1949"/>
                  <a:gd name="T42" fmla="*/ 634 w 869"/>
                  <a:gd name="T43" fmla="*/ 1246 h 1949"/>
                  <a:gd name="T44" fmla="*/ 560 w 869"/>
                  <a:gd name="T45" fmla="*/ 1080 h 1949"/>
                  <a:gd name="T46" fmla="*/ 525 w 869"/>
                  <a:gd name="T47" fmla="*/ 1057 h 1949"/>
                  <a:gd name="T48" fmla="*/ 531 w 869"/>
                  <a:gd name="T49" fmla="*/ 977 h 1949"/>
                  <a:gd name="T50" fmla="*/ 594 w 869"/>
                  <a:gd name="T51" fmla="*/ 1029 h 1949"/>
                  <a:gd name="T52" fmla="*/ 560 w 869"/>
                  <a:gd name="T53" fmla="*/ 1080 h 1949"/>
                  <a:gd name="T54" fmla="*/ 491 w 869"/>
                  <a:gd name="T55" fmla="*/ 909 h 1949"/>
                  <a:gd name="T56" fmla="*/ 445 w 869"/>
                  <a:gd name="T57" fmla="*/ 857 h 1949"/>
                  <a:gd name="T58" fmla="*/ 508 w 869"/>
                  <a:gd name="T59" fmla="*/ 829 h 1949"/>
                  <a:gd name="T60" fmla="*/ 502 w 869"/>
                  <a:gd name="T61" fmla="*/ 909 h 1949"/>
                  <a:gd name="T62" fmla="*/ 417 w 869"/>
                  <a:gd name="T63" fmla="*/ 743 h 1949"/>
                  <a:gd name="T64" fmla="*/ 382 w 869"/>
                  <a:gd name="T65" fmla="*/ 726 h 1949"/>
                  <a:gd name="T66" fmla="*/ 382 w 869"/>
                  <a:gd name="T67" fmla="*/ 646 h 1949"/>
                  <a:gd name="T68" fmla="*/ 445 w 869"/>
                  <a:gd name="T69" fmla="*/ 692 h 1949"/>
                  <a:gd name="T70" fmla="*/ 417 w 869"/>
                  <a:gd name="T71" fmla="*/ 743 h 1949"/>
                  <a:gd name="T72" fmla="*/ 337 w 869"/>
                  <a:gd name="T73" fmla="*/ 583 h 1949"/>
                  <a:gd name="T74" fmla="*/ 285 w 869"/>
                  <a:gd name="T75" fmla="*/ 532 h 1949"/>
                  <a:gd name="T76" fmla="*/ 348 w 869"/>
                  <a:gd name="T77" fmla="*/ 497 h 1949"/>
                  <a:gd name="T78" fmla="*/ 348 w 869"/>
                  <a:gd name="T79" fmla="*/ 577 h 1949"/>
                  <a:gd name="T80" fmla="*/ 251 w 869"/>
                  <a:gd name="T81" fmla="*/ 423 h 1949"/>
                  <a:gd name="T82" fmla="*/ 217 w 869"/>
                  <a:gd name="T83" fmla="*/ 400 h 1949"/>
                  <a:gd name="T84" fmla="*/ 211 w 869"/>
                  <a:gd name="T85" fmla="*/ 320 h 1949"/>
                  <a:gd name="T86" fmla="*/ 280 w 869"/>
                  <a:gd name="T87" fmla="*/ 366 h 1949"/>
                  <a:gd name="T88" fmla="*/ 251 w 869"/>
                  <a:gd name="T89" fmla="*/ 423 h 1949"/>
                  <a:gd name="T90" fmla="*/ 160 w 869"/>
                  <a:gd name="T91" fmla="*/ 263 h 1949"/>
                  <a:gd name="T92" fmla="*/ 108 w 869"/>
                  <a:gd name="T93" fmla="*/ 217 h 1949"/>
                  <a:gd name="T94" fmla="*/ 171 w 869"/>
                  <a:gd name="T95" fmla="*/ 178 h 1949"/>
                  <a:gd name="T96" fmla="*/ 177 w 869"/>
                  <a:gd name="T97" fmla="*/ 257 h 1949"/>
                  <a:gd name="T98" fmla="*/ 63 w 869"/>
                  <a:gd name="T99" fmla="*/ 109 h 1949"/>
                  <a:gd name="T100" fmla="*/ 34 w 869"/>
                  <a:gd name="T101" fmla="*/ 92 h 1949"/>
                  <a:gd name="T102" fmla="*/ 22 w 869"/>
                  <a:gd name="T103" fmla="*/ 12 h 1949"/>
                  <a:gd name="T104" fmla="*/ 91 w 869"/>
                  <a:gd name="T105" fmla="*/ 52 h 1949"/>
                  <a:gd name="T106" fmla="*/ 63 w 869"/>
                  <a:gd name="T107" fmla="*/ 109 h 19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69" h="1949">
                    <a:moveTo>
                      <a:pt x="828" y="1948"/>
                    </a:moveTo>
                    <a:lnTo>
                      <a:pt x="828" y="1948"/>
                    </a:lnTo>
                    <a:cubicBezTo>
                      <a:pt x="811" y="1948"/>
                      <a:pt x="794" y="1937"/>
                      <a:pt x="794" y="1920"/>
                    </a:cubicBezTo>
                    <a:cubicBezTo>
                      <a:pt x="782" y="1886"/>
                      <a:pt x="782" y="1886"/>
                      <a:pt x="782" y="1886"/>
                    </a:cubicBezTo>
                    <a:cubicBezTo>
                      <a:pt x="782" y="1869"/>
                      <a:pt x="794" y="1846"/>
                      <a:pt x="811" y="1840"/>
                    </a:cubicBezTo>
                    <a:cubicBezTo>
                      <a:pt x="828" y="1840"/>
                      <a:pt x="851" y="1851"/>
                      <a:pt x="857" y="1869"/>
                    </a:cubicBezTo>
                    <a:cubicBezTo>
                      <a:pt x="862" y="1903"/>
                      <a:pt x="862" y="1903"/>
                      <a:pt x="862" y="1903"/>
                    </a:cubicBezTo>
                    <a:cubicBezTo>
                      <a:pt x="868" y="1926"/>
                      <a:pt x="857" y="1943"/>
                      <a:pt x="834" y="1948"/>
                    </a:cubicBezTo>
                    <a:lnTo>
                      <a:pt x="828" y="1948"/>
                    </a:lnTo>
                    <a:close/>
                    <a:moveTo>
                      <a:pt x="782" y="1771"/>
                    </a:moveTo>
                    <a:lnTo>
                      <a:pt x="782" y="1771"/>
                    </a:lnTo>
                    <a:cubicBezTo>
                      <a:pt x="771" y="1771"/>
                      <a:pt x="754" y="1760"/>
                      <a:pt x="748" y="1743"/>
                    </a:cubicBezTo>
                    <a:cubicBezTo>
                      <a:pt x="742" y="1709"/>
                      <a:pt x="742" y="1709"/>
                      <a:pt x="742" y="1709"/>
                    </a:cubicBezTo>
                    <a:cubicBezTo>
                      <a:pt x="737" y="1691"/>
                      <a:pt x="748" y="1669"/>
                      <a:pt x="765" y="1669"/>
                    </a:cubicBezTo>
                    <a:cubicBezTo>
                      <a:pt x="788" y="1663"/>
                      <a:pt x="805" y="1674"/>
                      <a:pt x="811" y="1691"/>
                    </a:cubicBezTo>
                    <a:cubicBezTo>
                      <a:pt x="817" y="1726"/>
                      <a:pt x="817" y="1726"/>
                      <a:pt x="817" y="1726"/>
                    </a:cubicBezTo>
                    <a:cubicBezTo>
                      <a:pt x="822" y="1743"/>
                      <a:pt x="811" y="1766"/>
                      <a:pt x="794" y="1771"/>
                    </a:cubicBezTo>
                    <a:cubicBezTo>
                      <a:pt x="788" y="1771"/>
                      <a:pt x="788" y="1771"/>
                      <a:pt x="782" y="1771"/>
                    </a:cubicBezTo>
                    <a:close/>
                    <a:moveTo>
                      <a:pt x="737" y="1594"/>
                    </a:moveTo>
                    <a:lnTo>
                      <a:pt x="737" y="1594"/>
                    </a:lnTo>
                    <a:cubicBezTo>
                      <a:pt x="720" y="1594"/>
                      <a:pt x="708" y="1583"/>
                      <a:pt x="702" y="1571"/>
                    </a:cubicBezTo>
                    <a:cubicBezTo>
                      <a:pt x="691" y="1537"/>
                      <a:pt x="691" y="1537"/>
                      <a:pt x="691" y="1537"/>
                    </a:cubicBezTo>
                    <a:cubicBezTo>
                      <a:pt x="685" y="1514"/>
                      <a:pt x="697" y="1497"/>
                      <a:pt x="714" y="1491"/>
                    </a:cubicBezTo>
                    <a:cubicBezTo>
                      <a:pt x="737" y="1486"/>
                      <a:pt x="754" y="1497"/>
                      <a:pt x="759" y="1514"/>
                    </a:cubicBezTo>
                    <a:cubicBezTo>
                      <a:pt x="771" y="1549"/>
                      <a:pt x="771" y="1549"/>
                      <a:pt x="771" y="1549"/>
                    </a:cubicBezTo>
                    <a:cubicBezTo>
                      <a:pt x="777" y="1571"/>
                      <a:pt x="765" y="1588"/>
                      <a:pt x="748" y="1594"/>
                    </a:cubicBezTo>
                    <a:cubicBezTo>
                      <a:pt x="742" y="1594"/>
                      <a:pt x="742" y="1594"/>
                      <a:pt x="737" y="1594"/>
                    </a:cubicBezTo>
                    <a:close/>
                    <a:moveTo>
                      <a:pt x="685" y="1423"/>
                    </a:moveTo>
                    <a:lnTo>
                      <a:pt x="685" y="1423"/>
                    </a:lnTo>
                    <a:cubicBezTo>
                      <a:pt x="668" y="1423"/>
                      <a:pt x="657" y="1411"/>
                      <a:pt x="651" y="1394"/>
                    </a:cubicBezTo>
                    <a:cubicBezTo>
                      <a:pt x="639" y="1360"/>
                      <a:pt x="639" y="1360"/>
                      <a:pt x="639" y="1360"/>
                    </a:cubicBezTo>
                    <a:cubicBezTo>
                      <a:pt x="634" y="1343"/>
                      <a:pt x="639" y="1326"/>
                      <a:pt x="662" y="1320"/>
                    </a:cubicBezTo>
                    <a:cubicBezTo>
                      <a:pt x="679" y="1309"/>
                      <a:pt x="697" y="1320"/>
                      <a:pt x="708" y="1337"/>
                    </a:cubicBezTo>
                    <a:cubicBezTo>
                      <a:pt x="720" y="1377"/>
                      <a:pt x="720" y="1377"/>
                      <a:pt x="720" y="1377"/>
                    </a:cubicBezTo>
                    <a:cubicBezTo>
                      <a:pt x="725" y="1394"/>
                      <a:pt x="714" y="1411"/>
                      <a:pt x="697" y="1417"/>
                    </a:cubicBezTo>
                    <a:cubicBezTo>
                      <a:pt x="691" y="1423"/>
                      <a:pt x="685" y="1423"/>
                      <a:pt x="685" y="1423"/>
                    </a:cubicBezTo>
                    <a:close/>
                    <a:moveTo>
                      <a:pt x="622" y="1252"/>
                    </a:moveTo>
                    <a:lnTo>
                      <a:pt x="622" y="1252"/>
                    </a:lnTo>
                    <a:cubicBezTo>
                      <a:pt x="611" y="1252"/>
                      <a:pt x="594" y="1240"/>
                      <a:pt x="588" y="1223"/>
                    </a:cubicBezTo>
                    <a:cubicBezTo>
                      <a:pt x="577" y="1194"/>
                      <a:pt x="577" y="1194"/>
                      <a:pt x="577" y="1194"/>
                    </a:cubicBezTo>
                    <a:cubicBezTo>
                      <a:pt x="571" y="1171"/>
                      <a:pt x="582" y="1154"/>
                      <a:pt x="599" y="1149"/>
                    </a:cubicBezTo>
                    <a:cubicBezTo>
                      <a:pt x="617" y="1137"/>
                      <a:pt x="639" y="1149"/>
                      <a:pt x="645" y="1166"/>
                    </a:cubicBezTo>
                    <a:cubicBezTo>
                      <a:pt x="657" y="1200"/>
                      <a:pt x="657" y="1200"/>
                      <a:pt x="657" y="1200"/>
                    </a:cubicBezTo>
                    <a:cubicBezTo>
                      <a:pt x="662" y="1217"/>
                      <a:pt x="657" y="1240"/>
                      <a:pt x="634" y="1246"/>
                    </a:cubicBezTo>
                    <a:cubicBezTo>
                      <a:pt x="634" y="1246"/>
                      <a:pt x="628" y="1252"/>
                      <a:pt x="622" y="1252"/>
                    </a:cubicBezTo>
                    <a:close/>
                    <a:moveTo>
                      <a:pt x="560" y="1080"/>
                    </a:moveTo>
                    <a:lnTo>
                      <a:pt x="560" y="1080"/>
                    </a:lnTo>
                    <a:cubicBezTo>
                      <a:pt x="548" y="1080"/>
                      <a:pt x="531" y="1069"/>
                      <a:pt x="525" y="1057"/>
                    </a:cubicBezTo>
                    <a:cubicBezTo>
                      <a:pt x="514" y="1023"/>
                      <a:pt x="514" y="1023"/>
                      <a:pt x="514" y="1023"/>
                    </a:cubicBezTo>
                    <a:cubicBezTo>
                      <a:pt x="508" y="1006"/>
                      <a:pt x="514" y="983"/>
                      <a:pt x="531" y="977"/>
                    </a:cubicBezTo>
                    <a:cubicBezTo>
                      <a:pt x="554" y="971"/>
                      <a:pt x="571" y="977"/>
                      <a:pt x="577" y="994"/>
                    </a:cubicBezTo>
                    <a:cubicBezTo>
                      <a:pt x="594" y="1029"/>
                      <a:pt x="594" y="1029"/>
                      <a:pt x="594" y="1029"/>
                    </a:cubicBezTo>
                    <a:cubicBezTo>
                      <a:pt x="599" y="1046"/>
                      <a:pt x="594" y="1069"/>
                      <a:pt x="571" y="1074"/>
                    </a:cubicBezTo>
                    <a:cubicBezTo>
                      <a:pt x="571" y="1080"/>
                      <a:pt x="565" y="1080"/>
                      <a:pt x="560" y="1080"/>
                    </a:cubicBezTo>
                    <a:close/>
                    <a:moveTo>
                      <a:pt x="491" y="909"/>
                    </a:moveTo>
                    <a:lnTo>
                      <a:pt x="491" y="909"/>
                    </a:lnTo>
                    <a:cubicBezTo>
                      <a:pt x="474" y="909"/>
                      <a:pt x="462" y="903"/>
                      <a:pt x="457" y="892"/>
                    </a:cubicBezTo>
                    <a:cubicBezTo>
                      <a:pt x="445" y="857"/>
                      <a:pt x="445" y="857"/>
                      <a:pt x="445" y="857"/>
                    </a:cubicBezTo>
                    <a:cubicBezTo>
                      <a:pt x="434" y="840"/>
                      <a:pt x="445" y="817"/>
                      <a:pt x="462" y="812"/>
                    </a:cubicBezTo>
                    <a:cubicBezTo>
                      <a:pt x="480" y="800"/>
                      <a:pt x="502" y="812"/>
                      <a:pt x="508" y="829"/>
                    </a:cubicBezTo>
                    <a:cubicBezTo>
                      <a:pt x="520" y="863"/>
                      <a:pt x="520" y="863"/>
                      <a:pt x="520" y="863"/>
                    </a:cubicBezTo>
                    <a:cubicBezTo>
                      <a:pt x="531" y="880"/>
                      <a:pt x="520" y="897"/>
                      <a:pt x="502" y="909"/>
                    </a:cubicBezTo>
                    <a:cubicBezTo>
                      <a:pt x="497" y="909"/>
                      <a:pt x="497" y="909"/>
                      <a:pt x="491" y="909"/>
                    </a:cubicBezTo>
                    <a:close/>
                    <a:moveTo>
                      <a:pt x="417" y="743"/>
                    </a:moveTo>
                    <a:lnTo>
                      <a:pt x="417" y="743"/>
                    </a:lnTo>
                    <a:cubicBezTo>
                      <a:pt x="400" y="743"/>
                      <a:pt x="388" y="737"/>
                      <a:pt x="382" y="726"/>
                    </a:cubicBezTo>
                    <a:cubicBezTo>
                      <a:pt x="365" y="692"/>
                      <a:pt x="365" y="692"/>
                      <a:pt x="365" y="692"/>
                    </a:cubicBezTo>
                    <a:cubicBezTo>
                      <a:pt x="360" y="674"/>
                      <a:pt x="365" y="652"/>
                      <a:pt x="382" y="646"/>
                    </a:cubicBezTo>
                    <a:cubicBezTo>
                      <a:pt x="400" y="635"/>
                      <a:pt x="422" y="646"/>
                      <a:pt x="428" y="663"/>
                    </a:cubicBezTo>
                    <a:cubicBezTo>
                      <a:pt x="445" y="692"/>
                      <a:pt x="445" y="692"/>
                      <a:pt x="445" y="692"/>
                    </a:cubicBezTo>
                    <a:cubicBezTo>
                      <a:pt x="457" y="714"/>
                      <a:pt x="445" y="732"/>
                      <a:pt x="428" y="743"/>
                    </a:cubicBezTo>
                    <a:cubicBezTo>
                      <a:pt x="422" y="743"/>
                      <a:pt x="422" y="743"/>
                      <a:pt x="417" y="743"/>
                    </a:cubicBezTo>
                    <a:close/>
                    <a:moveTo>
                      <a:pt x="337" y="583"/>
                    </a:moveTo>
                    <a:lnTo>
                      <a:pt x="337" y="583"/>
                    </a:lnTo>
                    <a:cubicBezTo>
                      <a:pt x="320" y="583"/>
                      <a:pt x="308" y="577"/>
                      <a:pt x="302" y="560"/>
                    </a:cubicBezTo>
                    <a:cubicBezTo>
                      <a:pt x="285" y="532"/>
                      <a:pt x="285" y="532"/>
                      <a:pt x="285" y="532"/>
                    </a:cubicBezTo>
                    <a:cubicBezTo>
                      <a:pt x="280" y="514"/>
                      <a:pt x="285" y="492"/>
                      <a:pt x="302" y="480"/>
                    </a:cubicBezTo>
                    <a:cubicBezTo>
                      <a:pt x="320" y="475"/>
                      <a:pt x="342" y="480"/>
                      <a:pt x="348" y="497"/>
                    </a:cubicBezTo>
                    <a:cubicBezTo>
                      <a:pt x="365" y="532"/>
                      <a:pt x="365" y="532"/>
                      <a:pt x="365" y="532"/>
                    </a:cubicBezTo>
                    <a:cubicBezTo>
                      <a:pt x="377" y="549"/>
                      <a:pt x="365" y="572"/>
                      <a:pt x="348" y="577"/>
                    </a:cubicBezTo>
                    <a:cubicBezTo>
                      <a:pt x="342" y="583"/>
                      <a:pt x="337" y="583"/>
                      <a:pt x="337" y="583"/>
                    </a:cubicBezTo>
                    <a:close/>
                    <a:moveTo>
                      <a:pt x="251" y="423"/>
                    </a:moveTo>
                    <a:lnTo>
                      <a:pt x="251" y="423"/>
                    </a:lnTo>
                    <a:cubicBezTo>
                      <a:pt x="234" y="423"/>
                      <a:pt x="222" y="412"/>
                      <a:pt x="217" y="400"/>
                    </a:cubicBezTo>
                    <a:cubicBezTo>
                      <a:pt x="200" y="372"/>
                      <a:pt x="200" y="372"/>
                      <a:pt x="200" y="372"/>
                    </a:cubicBezTo>
                    <a:cubicBezTo>
                      <a:pt x="188" y="354"/>
                      <a:pt x="194" y="332"/>
                      <a:pt x="211" y="320"/>
                    </a:cubicBezTo>
                    <a:cubicBezTo>
                      <a:pt x="228" y="315"/>
                      <a:pt x="251" y="320"/>
                      <a:pt x="263" y="337"/>
                    </a:cubicBezTo>
                    <a:cubicBezTo>
                      <a:pt x="280" y="366"/>
                      <a:pt x="280" y="366"/>
                      <a:pt x="280" y="366"/>
                    </a:cubicBezTo>
                    <a:cubicBezTo>
                      <a:pt x="291" y="383"/>
                      <a:pt x="285" y="406"/>
                      <a:pt x="268" y="417"/>
                    </a:cubicBezTo>
                    <a:cubicBezTo>
                      <a:pt x="263" y="417"/>
                      <a:pt x="257" y="423"/>
                      <a:pt x="251" y="423"/>
                    </a:cubicBezTo>
                    <a:close/>
                    <a:moveTo>
                      <a:pt x="160" y="263"/>
                    </a:moveTo>
                    <a:lnTo>
                      <a:pt x="160" y="263"/>
                    </a:lnTo>
                    <a:cubicBezTo>
                      <a:pt x="148" y="263"/>
                      <a:pt x="137" y="257"/>
                      <a:pt x="125" y="246"/>
                    </a:cubicBezTo>
                    <a:cubicBezTo>
                      <a:pt x="108" y="217"/>
                      <a:pt x="108" y="217"/>
                      <a:pt x="108" y="217"/>
                    </a:cubicBezTo>
                    <a:cubicBezTo>
                      <a:pt x="97" y="200"/>
                      <a:pt x="103" y="178"/>
                      <a:pt x="120" y="166"/>
                    </a:cubicBezTo>
                    <a:cubicBezTo>
                      <a:pt x="137" y="155"/>
                      <a:pt x="160" y="160"/>
                      <a:pt x="171" y="178"/>
                    </a:cubicBezTo>
                    <a:cubicBezTo>
                      <a:pt x="188" y="212"/>
                      <a:pt x="188" y="212"/>
                      <a:pt x="188" y="212"/>
                    </a:cubicBezTo>
                    <a:cubicBezTo>
                      <a:pt x="200" y="229"/>
                      <a:pt x="194" y="246"/>
                      <a:pt x="177" y="257"/>
                    </a:cubicBezTo>
                    <a:cubicBezTo>
                      <a:pt x="171" y="263"/>
                      <a:pt x="165" y="263"/>
                      <a:pt x="160" y="263"/>
                    </a:cubicBezTo>
                    <a:close/>
                    <a:moveTo>
                      <a:pt x="63" y="109"/>
                    </a:moveTo>
                    <a:lnTo>
                      <a:pt x="63" y="109"/>
                    </a:lnTo>
                    <a:cubicBezTo>
                      <a:pt x="51" y="109"/>
                      <a:pt x="40" y="103"/>
                      <a:pt x="34" y="92"/>
                    </a:cubicBezTo>
                    <a:cubicBezTo>
                      <a:pt x="11" y="63"/>
                      <a:pt x="11" y="63"/>
                      <a:pt x="11" y="63"/>
                    </a:cubicBezTo>
                    <a:cubicBezTo>
                      <a:pt x="0" y="46"/>
                      <a:pt x="5" y="23"/>
                      <a:pt x="22" y="12"/>
                    </a:cubicBezTo>
                    <a:cubicBezTo>
                      <a:pt x="40" y="0"/>
                      <a:pt x="63" y="6"/>
                      <a:pt x="74" y="23"/>
                    </a:cubicBezTo>
                    <a:cubicBezTo>
                      <a:pt x="91" y="52"/>
                      <a:pt x="91" y="52"/>
                      <a:pt x="91" y="52"/>
                    </a:cubicBezTo>
                    <a:cubicBezTo>
                      <a:pt x="103" y="69"/>
                      <a:pt x="97" y="92"/>
                      <a:pt x="80" y="103"/>
                    </a:cubicBezTo>
                    <a:cubicBezTo>
                      <a:pt x="74" y="109"/>
                      <a:pt x="68" y="109"/>
                      <a:pt x="63" y="10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129"/>
            <p:cNvGrpSpPr/>
            <p:nvPr/>
          </p:nvGrpSpPr>
          <p:grpSpPr>
            <a:xfrm>
              <a:off x="3221079" y="2346608"/>
              <a:ext cx="526984" cy="485284"/>
              <a:chOff x="13296064" y="10607541"/>
              <a:chExt cx="1265763" cy="1166060"/>
            </a:xfrm>
            <a:solidFill>
              <a:schemeClr val="accent2"/>
            </a:solidFill>
          </p:grpSpPr>
          <p:sp>
            <p:nvSpPr>
              <p:cNvPr id="68" name="Freeform: Shape 130"/>
              <p:cNvSpPr>
                <a:spLocks/>
              </p:cNvSpPr>
              <p:nvPr/>
            </p:nvSpPr>
            <p:spPr bwMode="auto">
              <a:xfrm>
                <a:off x="13349333" y="10670914"/>
                <a:ext cx="1141470" cy="1039314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69" name="Freeform: Shape 131"/>
              <p:cNvSpPr>
                <a:spLocks/>
              </p:cNvSpPr>
              <p:nvPr/>
            </p:nvSpPr>
            <p:spPr bwMode="auto">
              <a:xfrm>
                <a:off x="13296064" y="10607541"/>
                <a:ext cx="1265763" cy="1166060"/>
              </a:xfrm>
              <a:custGeom>
                <a:avLst/>
                <a:gdLst>
                  <a:gd name="T0" fmla="*/ 1085 w 2206"/>
                  <a:gd name="T1" fmla="*/ 2005 h 2035"/>
                  <a:gd name="T2" fmla="*/ 1085 w 2206"/>
                  <a:gd name="T3" fmla="*/ 2005 h 2035"/>
                  <a:gd name="T4" fmla="*/ 383 w 2206"/>
                  <a:gd name="T5" fmla="*/ 1714 h 2035"/>
                  <a:gd name="T6" fmla="*/ 383 w 2206"/>
                  <a:gd name="T7" fmla="*/ 314 h 2035"/>
                  <a:gd name="T8" fmla="*/ 1085 w 2206"/>
                  <a:gd name="T9" fmla="*/ 23 h 2035"/>
                  <a:gd name="T10" fmla="*/ 1788 w 2206"/>
                  <a:gd name="T11" fmla="*/ 314 h 2035"/>
                  <a:gd name="T12" fmla="*/ 1788 w 2206"/>
                  <a:gd name="T13" fmla="*/ 1714 h 2035"/>
                  <a:gd name="T14" fmla="*/ 1085 w 2206"/>
                  <a:gd name="T15" fmla="*/ 2005 h 2035"/>
                  <a:gd name="T16" fmla="*/ 1085 w 2206"/>
                  <a:gd name="T17" fmla="*/ 0 h 2035"/>
                  <a:gd name="T18" fmla="*/ 1085 w 2206"/>
                  <a:gd name="T19" fmla="*/ 0 h 2035"/>
                  <a:gd name="T20" fmla="*/ 366 w 2206"/>
                  <a:gd name="T21" fmla="*/ 297 h 2035"/>
                  <a:gd name="T22" fmla="*/ 68 w 2206"/>
                  <a:gd name="T23" fmla="*/ 1017 h 2035"/>
                  <a:gd name="T24" fmla="*/ 366 w 2206"/>
                  <a:gd name="T25" fmla="*/ 1737 h 2035"/>
                  <a:gd name="T26" fmla="*/ 1085 w 2206"/>
                  <a:gd name="T27" fmla="*/ 2034 h 2035"/>
                  <a:gd name="T28" fmla="*/ 1085 w 2206"/>
                  <a:gd name="T29" fmla="*/ 2034 h 2035"/>
                  <a:gd name="T30" fmla="*/ 1805 w 2206"/>
                  <a:gd name="T31" fmla="*/ 1737 h 2035"/>
                  <a:gd name="T32" fmla="*/ 1805 w 2206"/>
                  <a:gd name="T33" fmla="*/ 297 h 2035"/>
                  <a:gd name="T34" fmla="*/ 1085 w 2206"/>
                  <a:gd name="T35" fmla="*/ 0 h 2035"/>
                  <a:gd name="T36" fmla="*/ 1085 w 2206"/>
                  <a:gd name="T37" fmla="*/ 2005 h 20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206" h="2035">
                    <a:moveTo>
                      <a:pt x="1085" y="2005"/>
                    </a:moveTo>
                    <a:lnTo>
                      <a:pt x="1085" y="2005"/>
                    </a:lnTo>
                    <a:cubicBezTo>
                      <a:pt x="823" y="2005"/>
                      <a:pt x="571" y="1902"/>
                      <a:pt x="383" y="1714"/>
                    </a:cubicBezTo>
                    <a:cubicBezTo>
                      <a:pt x="0" y="1331"/>
                      <a:pt x="0" y="703"/>
                      <a:pt x="383" y="314"/>
                    </a:cubicBezTo>
                    <a:cubicBezTo>
                      <a:pt x="571" y="126"/>
                      <a:pt x="823" y="23"/>
                      <a:pt x="1085" y="23"/>
                    </a:cubicBezTo>
                    <a:cubicBezTo>
                      <a:pt x="1354" y="23"/>
                      <a:pt x="1600" y="126"/>
                      <a:pt x="1788" y="314"/>
                    </a:cubicBezTo>
                    <a:cubicBezTo>
                      <a:pt x="2177" y="703"/>
                      <a:pt x="2177" y="1331"/>
                      <a:pt x="1788" y="1714"/>
                    </a:cubicBezTo>
                    <a:cubicBezTo>
                      <a:pt x="1600" y="1902"/>
                      <a:pt x="1354" y="2005"/>
                      <a:pt x="1085" y="2005"/>
                    </a:cubicBezTo>
                    <a:lnTo>
                      <a:pt x="1085" y="0"/>
                    </a:lnTo>
                    <a:lnTo>
                      <a:pt x="1085" y="0"/>
                    </a:lnTo>
                    <a:cubicBezTo>
                      <a:pt x="817" y="0"/>
                      <a:pt x="560" y="103"/>
                      <a:pt x="366" y="297"/>
                    </a:cubicBezTo>
                    <a:cubicBezTo>
                      <a:pt x="177" y="486"/>
                      <a:pt x="68" y="743"/>
                      <a:pt x="68" y="1017"/>
                    </a:cubicBezTo>
                    <a:cubicBezTo>
                      <a:pt x="68" y="1285"/>
                      <a:pt x="177" y="1542"/>
                      <a:pt x="366" y="1737"/>
                    </a:cubicBezTo>
                    <a:cubicBezTo>
                      <a:pt x="560" y="1925"/>
                      <a:pt x="817" y="2034"/>
                      <a:pt x="1085" y="2034"/>
                    </a:cubicBezTo>
                    <a:lnTo>
                      <a:pt x="1085" y="2034"/>
                    </a:lnTo>
                    <a:cubicBezTo>
                      <a:pt x="1360" y="2034"/>
                      <a:pt x="1611" y="1925"/>
                      <a:pt x="1805" y="1737"/>
                    </a:cubicBezTo>
                    <a:cubicBezTo>
                      <a:pt x="2205" y="1337"/>
                      <a:pt x="2205" y="691"/>
                      <a:pt x="1805" y="297"/>
                    </a:cubicBezTo>
                    <a:cubicBezTo>
                      <a:pt x="1611" y="103"/>
                      <a:pt x="1360" y="0"/>
                      <a:pt x="1085" y="0"/>
                    </a:cubicBezTo>
                    <a:lnTo>
                      <a:pt x="1085" y="2005"/>
                    </a:ln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Group 132"/>
            <p:cNvGrpSpPr/>
            <p:nvPr/>
          </p:nvGrpSpPr>
          <p:grpSpPr>
            <a:xfrm>
              <a:off x="2718144" y="3442599"/>
              <a:ext cx="526984" cy="485284"/>
              <a:chOff x="13296064" y="10607541"/>
              <a:chExt cx="1265763" cy="1166060"/>
            </a:xfrm>
          </p:grpSpPr>
          <p:sp>
            <p:nvSpPr>
              <p:cNvPr id="66" name="Freeform: Shape 133"/>
              <p:cNvSpPr>
                <a:spLocks/>
              </p:cNvSpPr>
              <p:nvPr/>
            </p:nvSpPr>
            <p:spPr bwMode="auto">
              <a:xfrm>
                <a:off x="13349333" y="10670914"/>
                <a:ext cx="1141470" cy="1039314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67" name="Freeform: Shape 134"/>
              <p:cNvSpPr>
                <a:spLocks/>
              </p:cNvSpPr>
              <p:nvPr/>
            </p:nvSpPr>
            <p:spPr bwMode="auto">
              <a:xfrm>
                <a:off x="13296064" y="10607541"/>
                <a:ext cx="1265763" cy="1166060"/>
              </a:xfrm>
              <a:custGeom>
                <a:avLst/>
                <a:gdLst>
                  <a:gd name="T0" fmla="*/ 1085 w 2206"/>
                  <a:gd name="T1" fmla="*/ 2005 h 2035"/>
                  <a:gd name="T2" fmla="*/ 1085 w 2206"/>
                  <a:gd name="T3" fmla="*/ 2005 h 2035"/>
                  <a:gd name="T4" fmla="*/ 383 w 2206"/>
                  <a:gd name="T5" fmla="*/ 1714 h 2035"/>
                  <a:gd name="T6" fmla="*/ 383 w 2206"/>
                  <a:gd name="T7" fmla="*/ 314 h 2035"/>
                  <a:gd name="T8" fmla="*/ 1085 w 2206"/>
                  <a:gd name="T9" fmla="*/ 23 h 2035"/>
                  <a:gd name="T10" fmla="*/ 1788 w 2206"/>
                  <a:gd name="T11" fmla="*/ 314 h 2035"/>
                  <a:gd name="T12" fmla="*/ 1788 w 2206"/>
                  <a:gd name="T13" fmla="*/ 1714 h 2035"/>
                  <a:gd name="T14" fmla="*/ 1085 w 2206"/>
                  <a:gd name="T15" fmla="*/ 2005 h 2035"/>
                  <a:gd name="T16" fmla="*/ 1085 w 2206"/>
                  <a:gd name="T17" fmla="*/ 0 h 2035"/>
                  <a:gd name="T18" fmla="*/ 1085 w 2206"/>
                  <a:gd name="T19" fmla="*/ 0 h 2035"/>
                  <a:gd name="T20" fmla="*/ 366 w 2206"/>
                  <a:gd name="T21" fmla="*/ 297 h 2035"/>
                  <a:gd name="T22" fmla="*/ 68 w 2206"/>
                  <a:gd name="T23" fmla="*/ 1017 h 2035"/>
                  <a:gd name="T24" fmla="*/ 366 w 2206"/>
                  <a:gd name="T25" fmla="*/ 1737 h 2035"/>
                  <a:gd name="T26" fmla="*/ 1085 w 2206"/>
                  <a:gd name="T27" fmla="*/ 2034 h 2035"/>
                  <a:gd name="T28" fmla="*/ 1085 w 2206"/>
                  <a:gd name="T29" fmla="*/ 2034 h 2035"/>
                  <a:gd name="T30" fmla="*/ 1805 w 2206"/>
                  <a:gd name="T31" fmla="*/ 1737 h 2035"/>
                  <a:gd name="T32" fmla="*/ 1805 w 2206"/>
                  <a:gd name="T33" fmla="*/ 297 h 2035"/>
                  <a:gd name="T34" fmla="*/ 1085 w 2206"/>
                  <a:gd name="T35" fmla="*/ 0 h 2035"/>
                  <a:gd name="T36" fmla="*/ 1085 w 2206"/>
                  <a:gd name="T37" fmla="*/ 2005 h 20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206" h="2035">
                    <a:moveTo>
                      <a:pt x="1085" y="2005"/>
                    </a:moveTo>
                    <a:lnTo>
                      <a:pt x="1085" y="2005"/>
                    </a:lnTo>
                    <a:cubicBezTo>
                      <a:pt x="823" y="2005"/>
                      <a:pt x="571" y="1902"/>
                      <a:pt x="383" y="1714"/>
                    </a:cubicBezTo>
                    <a:cubicBezTo>
                      <a:pt x="0" y="1331"/>
                      <a:pt x="0" y="703"/>
                      <a:pt x="383" y="314"/>
                    </a:cubicBezTo>
                    <a:cubicBezTo>
                      <a:pt x="571" y="126"/>
                      <a:pt x="823" y="23"/>
                      <a:pt x="1085" y="23"/>
                    </a:cubicBezTo>
                    <a:cubicBezTo>
                      <a:pt x="1354" y="23"/>
                      <a:pt x="1600" y="126"/>
                      <a:pt x="1788" y="314"/>
                    </a:cubicBezTo>
                    <a:cubicBezTo>
                      <a:pt x="2177" y="703"/>
                      <a:pt x="2177" y="1331"/>
                      <a:pt x="1788" y="1714"/>
                    </a:cubicBezTo>
                    <a:cubicBezTo>
                      <a:pt x="1600" y="1902"/>
                      <a:pt x="1354" y="2005"/>
                      <a:pt x="1085" y="2005"/>
                    </a:cubicBezTo>
                    <a:lnTo>
                      <a:pt x="1085" y="0"/>
                    </a:lnTo>
                    <a:lnTo>
                      <a:pt x="1085" y="0"/>
                    </a:lnTo>
                    <a:cubicBezTo>
                      <a:pt x="817" y="0"/>
                      <a:pt x="560" y="103"/>
                      <a:pt x="366" y="297"/>
                    </a:cubicBezTo>
                    <a:cubicBezTo>
                      <a:pt x="177" y="486"/>
                      <a:pt x="68" y="743"/>
                      <a:pt x="68" y="1017"/>
                    </a:cubicBezTo>
                    <a:cubicBezTo>
                      <a:pt x="68" y="1285"/>
                      <a:pt x="177" y="1542"/>
                      <a:pt x="366" y="1737"/>
                    </a:cubicBezTo>
                    <a:cubicBezTo>
                      <a:pt x="560" y="1925"/>
                      <a:pt x="817" y="2034"/>
                      <a:pt x="1085" y="2034"/>
                    </a:cubicBezTo>
                    <a:lnTo>
                      <a:pt x="1085" y="2034"/>
                    </a:lnTo>
                    <a:cubicBezTo>
                      <a:pt x="1360" y="2034"/>
                      <a:pt x="1611" y="1925"/>
                      <a:pt x="1805" y="1737"/>
                    </a:cubicBezTo>
                    <a:cubicBezTo>
                      <a:pt x="2205" y="1337"/>
                      <a:pt x="2205" y="691"/>
                      <a:pt x="1805" y="297"/>
                    </a:cubicBezTo>
                    <a:cubicBezTo>
                      <a:pt x="1611" y="103"/>
                      <a:pt x="1360" y="0"/>
                      <a:pt x="1085" y="0"/>
                    </a:cubicBezTo>
                    <a:lnTo>
                      <a:pt x="1085" y="2005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sp>
          <p:nvSpPr>
            <p:cNvPr id="14" name="Freeform: Shape 135"/>
            <p:cNvSpPr>
              <a:spLocks/>
            </p:cNvSpPr>
            <p:nvPr/>
          </p:nvSpPr>
          <p:spPr bwMode="auto">
            <a:xfrm>
              <a:off x="2861898" y="3570249"/>
              <a:ext cx="216496" cy="218378"/>
            </a:xfrm>
            <a:custGeom>
              <a:avLst/>
              <a:gdLst>
                <a:gd name="T0" fmla="*/ 23 w 909"/>
                <a:gd name="T1" fmla="*/ 292 h 916"/>
                <a:gd name="T2" fmla="*/ 23 w 909"/>
                <a:gd name="T3" fmla="*/ 292 h 916"/>
                <a:gd name="T4" fmla="*/ 0 w 909"/>
                <a:gd name="T5" fmla="*/ 332 h 916"/>
                <a:gd name="T6" fmla="*/ 0 w 909"/>
                <a:gd name="T7" fmla="*/ 863 h 916"/>
                <a:gd name="T8" fmla="*/ 51 w 909"/>
                <a:gd name="T9" fmla="*/ 915 h 916"/>
                <a:gd name="T10" fmla="*/ 862 w 909"/>
                <a:gd name="T11" fmla="*/ 915 h 916"/>
                <a:gd name="T12" fmla="*/ 908 w 909"/>
                <a:gd name="T13" fmla="*/ 863 h 916"/>
                <a:gd name="T14" fmla="*/ 908 w 909"/>
                <a:gd name="T15" fmla="*/ 332 h 916"/>
                <a:gd name="T16" fmla="*/ 885 w 909"/>
                <a:gd name="T17" fmla="*/ 292 h 916"/>
                <a:gd name="T18" fmla="*/ 480 w 909"/>
                <a:gd name="T19" fmla="*/ 12 h 916"/>
                <a:gd name="T20" fmla="*/ 434 w 909"/>
                <a:gd name="T21" fmla="*/ 12 h 916"/>
                <a:gd name="T22" fmla="*/ 23 w 909"/>
                <a:gd name="T23" fmla="*/ 292 h 916"/>
                <a:gd name="T24" fmla="*/ 74 w 909"/>
                <a:gd name="T25" fmla="*/ 429 h 916"/>
                <a:gd name="T26" fmla="*/ 74 w 909"/>
                <a:gd name="T27" fmla="*/ 429 h 916"/>
                <a:gd name="T28" fmla="*/ 314 w 909"/>
                <a:gd name="T29" fmla="*/ 595 h 916"/>
                <a:gd name="T30" fmla="*/ 74 w 909"/>
                <a:gd name="T31" fmla="*/ 755 h 916"/>
                <a:gd name="T32" fmla="*/ 74 w 909"/>
                <a:gd name="T33" fmla="*/ 429 h 916"/>
                <a:gd name="T34" fmla="*/ 377 w 909"/>
                <a:gd name="T35" fmla="*/ 549 h 916"/>
                <a:gd name="T36" fmla="*/ 377 w 909"/>
                <a:gd name="T37" fmla="*/ 549 h 916"/>
                <a:gd name="T38" fmla="*/ 74 w 909"/>
                <a:gd name="T39" fmla="*/ 343 h 916"/>
                <a:gd name="T40" fmla="*/ 457 w 909"/>
                <a:gd name="T41" fmla="*/ 81 h 916"/>
                <a:gd name="T42" fmla="*/ 840 w 909"/>
                <a:gd name="T43" fmla="*/ 338 h 916"/>
                <a:gd name="T44" fmla="*/ 537 w 909"/>
                <a:gd name="T45" fmla="*/ 549 h 916"/>
                <a:gd name="T46" fmla="*/ 480 w 909"/>
                <a:gd name="T47" fmla="*/ 509 h 916"/>
                <a:gd name="T48" fmla="*/ 434 w 909"/>
                <a:gd name="T49" fmla="*/ 509 h 916"/>
                <a:gd name="T50" fmla="*/ 377 w 909"/>
                <a:gd name="T51" fmla="*/ 549 h 916"/>
                <a:gd name="T52" fmla="*/ 600 w 909"/>
                <a:gd name="T53" fmla="*/ 595 h 916"/>
                <a:gd name="T54" fmla="*/ 600 w 909"/>
                <a:gd name="T55" fmla="*/ 595 h 916"/>
                <a:gd name="T56" fmla="*/ 840 w 909"/>
                <a:gd name="T57" fmla="*/ 423 h 916"/>
                <a:gd name="T58" fmla="*/ 840 w 909"/>
                <a:gd name="T59" fmla="*/ 760 h 916"/>
                <a:gd name="T60" fmla="*/ 600 w 909"/>
                <a:gd name="T61" fmla="*/ 595 h 916"/>
                <a:gd name="T62" fmla="*/ 840 w 909"/>
                <a:gd name="T63" fmla="*/ 840 h 916"/>
                <a:gd name="T64" fmla="*/ 840 w 909"/>
                <a:gd name="T65" fmla="*/ 840 h 916"/>
                <a:gd name="T66" fmla="*/ 457 w 909"/>
                <a:gd name="T67" fmla="*/ 583 h 916"/>
                <a:gd name="T68" fmla="*/ 74 w 909"/>
                <a:gd name="T69" fmla="*/ 840 h 916"/>
                <a:gd name="T70" fmla="*/ 840 w 909"/>
                <a:gd name="T71" fmla="*/ 840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09" h="916">
                  <a:moveTo>
                    <a:pt x="23" y="292"/>
                  </a:moveTo>
                  <a:lnTo>
                    <a:pt x="23" y="292"/>
                  </a:lnTo>
                  <a:cubicBezTo>
                    <a:pt x="11" y="303"/>
                    <a:pt x="0" y="315"/>
                    <a:pt x="0" y="332"/>
                  </a:cubicBezTo>
                  <a:cubicBezTo>
                    <a:pt x="0" y="509"/>
                    <a:pt x="0" y="686"/>
                    <a:pt x="0" y="863"/>
                  </a:cubicBezTo>
                  <a:cubicBezTo>
                    <a:pt x="0" y="892"/>
                    <a:pt x="23" y="915"/>
                    <a:pt x="51" y="915"/>
                  </a:cubicBezTo>
                  <a:cubicBezTo>
                    <a:pt x="862" y="915"/>
                    <a:pt x="862" y="915"/>
                    <a:pt x="862" y="915"/>
                  </a:cubicBezTo>
                  <a:cubicBezTo>
                    <a:pt x="891" y="915"/>
                    <a:pt x="908" y="892"/>
                    <a:pt x="908" y="863"/>
                  </a:cubicBezTo>
                  <a:cubicBezTo>
                    <a:pt x="908" y="686"/>
                    <a:pt x="908" y="509"/>
                    <a:pt x="908" y="332"/>
                  </a:cubicBezTo>
                  <a:cubicBezTo>
                    <a:pt x="908" y="315"/>
                    <a:pt x="902" y="298"/>
                    <a:pt x="885" y="292"/>
                  </a:cubicBezTo>
                  <a:cubicBezTo>
                    <a:pt x="480" y="12"/>
                    <a:pt x="480" y="12"/>
                    <a:pt x="480" y="12"/>
                  </a:cubicBezTo>
                  <a:cubicBezTo>
                    <a:pt x="463" y="0"/>
                    <a:pt x="445" y="0"/>
                    <a:pt x="434" y="12"/>
                  </a:cubicBezTo>
                  <a:lnTo>
                    <a:pt x="23" y="292"/>
                  </a:lnTo>
                  <a:close/>
                  <a:moveTo>
                    <a:pt x="74" y="429"/>
                  </a:moveTo>
                  <a:lnTo>
                    <a:pt x="74" y="429"/>
                  </a:lnTo>
                  <a:cubicBezTo>
                    <a:pt x="314" y="595"/>
                    <a:pt x="314" y="595"/>
                    <a:pt x="314" y="595"/>
                  </a:cubicBezTo>
                  <a:cubicBezTo>
                    <a:pt x="74" y="755"/>
                    <a:pt x="74" y="755"/>
                    <a:pt x="74" y="755"/>
                  </a:cubicBezTo>
                  <a:lnTo>
                    <a:pt x="74" y="429"/>
                  </a:lnTo>
                  <a:close/>
                  <a:moveTo>
                    <a:pt x="377" y="549"/>
                  </a:moveTo>
                  <a:lnTo>
                    <a:pt x="377" y="549"/>
                  </a:lnTo>
                  <a:cubicBezTo>
                    <a:pt x="74" y="343"/>
                    <a:pt x="74" y="343"/>
                    <a:pt x="74" y="343"/>
                  </a:cubicBezTo>
                  <a:cubicBezTo>
                    <a:pt x="457" y="81"/>
                    <a:pt x="457" y="81"/>
                    <a:pt x="457" y="81"/>
                  </a:cubicBezTo>
                  <a:cubicBezTo>
                    <a:pt x="840" y="338"/>
                    <a:pt x="840" y="338"/>
                    <a:pt x="840" y="338"/>
                  </a:cubicBezTo>
                  <a:cubicBezTo>
                    <a:pt x="537" y="549"/>
                    <a:pt x="537" y="549"/>
                    <a:pt x="537" y="549"/>
                  </a:cubicBezTo>
                  <a:cubicBezTo>
                    <a:pt x="480" y="509"/>
                    <a:pt x="480" y="509"/>
                    <a:pt x="480" y="509"/>
                  </a:cubicBezTo>
                  <a:cubicBezTo>
                    <a:pt x="463" y="503"/>
                    <a:pt x="445" y="503"/>
                    <a:pt x="434" y="509"/>
                  </a:cubicBezTo>
                  <a:lnTo>
                    <a:pt x="377" y="549"/>
                  </a:lnTo>
                  <a:close/>
                  <a:moveTo>
                    <a:pt x="600" y="595"/>
                  </a:moveTo>
                  <a:lnTo>
                    <a:pt x="600" y="595"/>
                  </a:lnTo>
                  <a:cubicBezTo>
                    <a:pt x="840" y="423"/>
                    <a:pt x="840" y="423"/>
                    <a:pt x="840" y="423"/>
                  </a:cubicBezTo>
                  <a:cubicBezTo>
                    <a:pt x="840" y="760"/>
                    <a:pt x="840" y="760"/>
                    <a:pt x="840" y="760"/>
                  </a:cubicBezTo>
                  <a:lnTo>
                    <a:pt x="600" y="595"/>
                  </a:lnTo>
                  <a:close/>
                  <a:moveTo>
                    <a:pt x="840" y="840"/>
                  </a:moveTo>
                  <a:lnTo>
                    <a:pt x="840" y="840"/>
                  </a:lnTo>
                  <a:cubicBezTo>
                    <a:pt x="457" y="583"/>
                    <a:pt x="457" y="583"/>
                    <a:pt x="457" y="583"/>
                  </a:cubicBezTo>
                  <a:cubicBezTo>
                    <a:pt x="74" y="840"/>
                    <a:pt x="74" y="840"/>
                    <a:pt x="74" y="840"/>
                  </a:cubicBezTo>
                  <a:lnTo>
                    <a:pt x="840" y="8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+mj-lt"/>
                <a:cs typeface="+mn-ea"/>
                <a:sym typeface="+mn-lt"/>
              </a:endParaRPr>
            </a:p>
          </p:txBody>
        </p:sp>
        <p:grpSp>
          <p:nvGrpSpPr>
            <p:cNvPr id="15" name="Group 137"/>
            <p:cNvGrpSpPr/>
            <p:nvPr/>
          </p:nvGrpSpPr>
          <p:grpSpPr>
            <a:xfrm>
              <a:off x="2563118" y="3620248"/>
              <a:ext cx="114057" cy="113936"/>
              <a:chOff x="8571240" y="5550087"/>
              <a:chExt cx="304072" cy="303870"/>
            </a:xfrm>
          </p:grpSpPr>
          <p:sp>
            <p:nvSpPr>
              <p:cNvPr id="62" name="Freeform: Shape 138"/>
              <p:cNvSpPr>
                <a:spLocks/>
              </p:cNvSpPr>
              <p:nvPr/>
            </p:nvSpPr>
            <p:spPr bwMode="auto">
              <a:xfrm>
                <a:off x="8571240" y="5550087"/>
                <a:ext cx="304072" cy="303870"/>
              </a:xfrm>
              <a:custGeom>
                <a:avLst/>
                <a:gdLst>
                  <a:gd name="T0" fmla="*/ 480 w 481"/>
                  <a:gd name="T1" fmla="*/ 240 h 481"/>
                  <a:gd name="T2" fmla="*/ 480 w 481"/>
                  <a:gd name="T3" fmla="*/ 240 h 481"/>
                  <a:gd name="T4" fmla="*/ 240 w 481"/>
                  <a:gd name="T5" fmla="*/ 0 h 481"/>
                  <a:gd name="T6" fmla="*/ 0 w 481"/>
                  <a:gd name="T7" fmla="*/ 240 h 481"/>
                  <a:gd name="T8" fmla="*/ 240 w 481"/>
                  <a:gd name="T9" fmla="*/ 480 h 481"/>
                  <a:gd name="T10" fmla="*/ 480 w 481"/>
                  <a:gd name="T11" fmla="*/ 24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1" h="481">
                    <a:moveTo>
                      <a:pt x="480" y="240"/>
                    </a:moveTo>
                    <a:lnTo>
                      <a:pt x="480" y="240"/>
                    </a:lnTo>
                    <a:cubicBezTo>
                      <a:pt x="480" y="109"/>
                      <a:pt x="371" y="0"/>
                      <a:pt x="240" y="0"/>
                    </a:cubicBezTo>
                    <a:cubicBezTo>
                      <a:pt x="103" y="0"/>
                      <a:pt x="0" y="109"/>
                      <a:pt x="0" y="240"/>
                    </a:cubicBezTo>
                    <a:cubicBezTo>
                      <a:pt x="0" y="372"/>
                      <a:pt x="103" y="480"/>
                      <a:pt x="240" y="480"/>
                    </a:cubicBezTo>
                    <a:cubicBezTo>
                      <a:pt x="371" y="480"/>
                      <a:pt x="480" y="372"/>
                      <a:pt x="480" y="24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grpSp>
            <p:nvGrpSpPr>
              <p:cNvPr id="63" name="Group 139"/>
              <p:cNvGrpSpPr/>
              <p:nvPr/>
            </p:nvGrpSpPr>
            <p:grpSpPr>
              <a:xfrm>
                <a:off x="8633181" y="5620427"/>
                <a:ext cx="183006" cy="180070"/>
                <a:chOff x="8633181" y="5620427"/>
                <a:chExt cx="183006" cy="180070"/>
              </a:xfrm>
              <a:solidFill>
                <a:schemeClr val="bg1"/>
              </a:solidFill>
            </p:grpSpPr>
            <p:sp>
              <p:nvSpPr>
                <p:cNvPr id="64" name="Freeform: Shape 140"/>
                <p:cNvSpPr>
                  <a:spLocks/>
                </p:cNvSpPr>
                <p:nvPr/>
              </p:nvSpPr>
              <p:spPr bwMode="auto">
                <a:xfrm>
                  <a:off x="8717645" y="5620427"/>
                  <a:ext cx="16893" cy="180070"/>
                </a:xfrm>
                <a:custGeom>
                  <a:avLst/>
                  <a:gdLst>
                    <a:gd name="T0" fmla="*/ 28 w 29"/>
                    <a:gd name="T1" fmla="*/ 285 h 286"/>
                    <a:gd name="T2" fmla="*/ 0 w 29"/>
                    <a:gd name="T3" fmla="*/ 285 h 286"/>
                    <a:gd name="T4" fmla="*/ 0 w 29"/>
                    <a:gd name="T5" fmla="*/ 0 h 286"/>
                    <a:gd name="T6" fmla="*/ 28 w 29"/>
                    <a:gd name="T7" fmla="*/ 0 h 286"/>
                    <a:gd name="T8" fmla="*/ 28 w 29"/>
                    <a:gd name="T9" fmla="*/ 285 h 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286">
                      <a:moveTo>
                        <a:pt x="28" y="285"/>
                      </a:moveTo>
                      <a:lnTo>
                        <a:pt x="0" y="285"/>
                      </a:lnTo>
                      <a:lnTo>
                        <a:pt x="0" y="0"/>
                      </a:lnTo>
                      <a:lnTo>
                        <a:pt x="28" y="0"/>
                      </a:lnTo>
                      <a:lnTo>
                        <a:pt x="28" y="285"/>
                      </a:ln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Freeform: Shape 141"/>
                <p:cNvSpPr>
                  <a:spLocks/>
                </p:cNvSpPr>
                <p:nvPr/>
              </p:nvSpPr>
              <p:spPr bwMode="auto">
                <a:xfrm>
                  <a:off x="8633181" y="5699209"/>
                  <a:ext cx="183006" cy="19695"/>
                </a:xfrm>
                <a:custGeom>
                  <a:avLst/>
                  <a:gdLst>
                    <a:gd name="T0" fmla="*/ 0 w 293"/>
                    <a:gd name="T1" fmla="*/ 35 h 36"/>
                    <a:gd name="T2" fmla="*/ 0 w 293"/>
                    <a:gd name="T3" fmla="*/ 0 h 36"/>
                    <a:gd name="T4" fmla="*/ 292 w 293"/>
                    <a:gd name="T5" fmla="*/ 0 h 36"/>
                    <a:gd name="T6" fmla="*/ 292 w 293"/>
                    <a:gd name="T7" fmla="*/ 35 h 36"/>
                    <a:gd name="T8" fmla="*/ 0 w 293"/>
                    <a:gd name="T9" fmla="*/ 3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3" h="36">
                      <a:moveTo>
                        <a:pt x="0" y="35"/>
                      </a:moveTo>
                      <a:lnTo>
                        <a:pt x="0" y="0"/>
                      </a:lnTo>
                      <a:lnTo>
                        <a:pt x="292" y="0"/>
                      </a:lnTo>
                      <a:lnTo>
                        <a:pt x="292" y="35"/>
                      </a:lnTo>
                      <a:lnTo>
                        <a:pt x="0" y="35"/>
                      </a:ln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6" name="Group 142"/>
            <p:cNvGrpSpPr/>
            <p:nvPr/>
          </p:nvGrpSpPr>
          <p:grpSpPr>
            <a:xfrm>
              <a:off x="6045464" y="3450567"/>
              <a:ext cx="526984" cy="485284"/>
              <a:chOff x="13296064" y="10607541"/>
              <a:chExt cx="1265763" cy="1166060"/>
            </a:xfrm>
          </p:grpSpPr>
          <p:sp>
            <p:nvSpPr>
              <p:cNvPr id="60" name="Freeform: Shape 143"/>
              <p:cNvSpPr>
                <a:spLocks/>
              </p:cNvSpPr>
              <p:nvPr/>
            </p:nvSpPr>
            <p:spPr bwMode="auto">
              <a:xfrm>
                <a:off x="13349333" y="10670914"/>
                <a:ext cx="1141470" cy="1039314"/>
              </a:xfrm>
              <a:custGeom>
                <a:avLst/>
                <a:gdLst>
                  <a:gd name="T0" fmla="*/ 994 w 1989"/>
                  <a:gd name="T1" fmla="*/ 0 h 1812"/>
                  <a:gd name="T2" fmla="*/ 994 w 1989"/>
                  <a:gd name="T3" fmla="*/ 0 h 1812"/>
                  <a:gd name="T4" fmla="*/ 354 w 1989"/>
                  <a:gd name="T5" fmla="*/ 268 h 1812"/>
                  <a:gd name="T6" fmla="*/ 354 w 1989"/>
                  <a:gd name="T7" fmla="*/ 1548 h 1812"/>
                  <a:gd name="T8" fmla="*/ 994 w 1989"/>
                  <a:gd name="T9" fmla="*/ 1811 h 1812"/>
                  <a:gd name="T10" fmla="*/ 1634 w 1989"/>
                  <a:gd name="T11" fmla="*/ 1548 h 1812"/>
                  <a:gd name="T12" fmla="*/ 1634 w 1989"/>
                  <a:gd name="T13" fmla="*/ 268 h 1812"/>
                  <a:gd name="T14" fmla="*/ 994 w 1989"/>
                  <a:gd name="T15" fmla="*/ 0 h 1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89" h="1812">
                    <a:moveTo>
                      <a:pt x="994" y="0"/>
                    </a:moveTo>
                    <a:lnTo>
                      <a:pt x="994" y="0"/>
                    </a:lnTo>
                    <a:cubicBezTo>
                      <a:pt x="766" y="0"/>
                      <a:pt x="532" y="91"/>
                      <a:pt x="354" y="268"/>
                    </a:cubicBezTo>
                    <a:cubicBezTo>
                      <a:pt x="0" y="622"/>
                      <a:pt x="0" y="1194"/>
                      <a:pt x="354" y="1548"/>
                    </a:cubicBezTo>
                    <a:cubicBezTo>
                      <a:pt x="532" y="1725"/>
                      <a:pt x="766" y="1811"/>
                      <a:pt x="994" y="1811"/>
                    </a:cubicBezTo>
                    <a:cubicBezTo>
                      <a:pt x="1229" y="1811"/>
                      <a:pt x="1457" y="1725"/>
                      <a:pt x="1634" y="1548"/>
                    </a:cubicBezTo>
                    <a:cubicBezTo>
                      <a:pt x="1988" y="1194"/>
                      <a:pt x="1988" y="622"/>
                      <a:pt x="1634" y="268"/>
                    </a:cubicBezTo>
                    <a:cubicBezTo>
                      <a:pt x="1457" y="91"/>
                      <a:pt x="1229" y="0"/>
                      <a:pt x="994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sp>
            <p:nvSpPr>
              <p:cNvPr id="61" name="Freeform: Shape 144"/>
              <p:cNvSpPr>
                <a:spLocks/>
              </p:cNvSpPr>
              <p:nvPr/>
            </p:nvSpPr>
            <p:spPr bwMode="auto">
              <a:xfrm>
                <a:off x="13296064" y="10607541"/>
                <a:ext cx="1265763" cy="1166060"/>
              </a:xfrm>
              <a:custGeom>
                <a:avLst/>
                <a:gdLst>
                  <a:gd name="T0" fmla="*/ 1085 w 2206"/>
                  <a:gd name="T1" fmla="*/ 2005 h 2035"/>
                  <a:gd name="T2" fmla="*/ 1085 w 2206"/>
                  <a:gd name="T3" fmla="*/ 2005 h 2035"/>
                  <a:gd name="T4" fmla="*/ 383 w 2206"/>
                  <a:gd name="T5" fmla="*/ 1714 h 2035"/>
                  <a:gd name="T6" fmla="*/ 383 w 2206"/>
                  <a:gd name="T7" fmla="*/ 314 h 2035"/>
                  <a:gd name="T8" fmla="*/ 1085 w 2206"/>
                  <a:gd name="T9" fmla="*/ 23 h 2035"/>
                  <a:gd name="T10" fmla="*/ 1788 w 2206"/>
                  <a:gd name="T11" fmla="*/ 314 h 2035"/>
                  <a:gd name="T12" fmla="*/ 1788 w 2206"/>
                  <a:gd name="T13" fmla="*/ 1714 h 2035"/>
                  <a:gd name="T14" fmla="*/ 1085 w 2206"/>
                  <a:gd name="T15" fmla="*/ 2005 h 2035"/>
                  <a:gd name="T16" fmla="*/ 1085 w 2206"/>
                  <a:gd name="T17" fmla="*/ 0 h 2035"/>
                  <a:gd name="T18" fmla="*/ 1085 w 2206"/>
                  <a:gd name="T19" fmla="*/ 0 h 2035"/>
                  <a:gd name="T20" fmla="*/ 366 w 2206"/>
                  <a:gd name="T21" fmla="*/ 297 h 2035"/>
                  <a:gd name="T22" fmla="*/ 68 w 2206"/>
                  <a:gd name="T23" fmla="*/ 1017 h 2035"/>
                  <a:gd name="T24" fmla="*/ 366 w 2206"/>
                  <a:gd name="T25" fmla="*/ 1737 h 2035"/>
                  <a:gd name="T26" fmla="*/ 1085 w 2206"/>
                  <a:gd name="T27" fmla="*/ 2034 h 2035"/>
                  <a:gd name="T28" fmla="*/ 1085 w 2206"/>
                  <a:gd name="T29" fmla="*/ 2034 h 2035"/>
                  <a:gd name="T30" fmla="*/ 1805 w 2206"/>
                  <a:gd name="T31" fmla="*/ 1737 h 2035"/>
                  <a:gd name="T32" fmla="*/ 1805 w 2206"/>
                  <a:gd name="T33" fmla="*/ 297 h 2035"/>
                  <a:gd name="T34" fmla="*/ 1085 w 2206"/>
                  <a:gd name="T35" fmla="*/ 0 h 2035"/>
                  <a:gd name="T36" fmla="*/ 1085 w 2206"/>
                  <a:gd name="T37" fmla="*/ 2005 h 20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206" h="2035">
                    <a:moveTo>
                      <a:pt x="1085" y="2005"/>
                    </a:moveTo>
                    <a:lnTo>
                      <a:pt x="1085" y="2005"/>
                    </a:lnTo>
                    <a:cubicBezTo>
                      <a:pt x="823" y="2005"/>
                      <a:pt x="571" y="1902"/>
                      <a:pt x="383" y="1714"/>
                    </a:cubicBezTo>
                    <a:cubicBezTo>
                      <a:pt x="0" y="1331"/>
                      <a:pt x="0" y="703"/>
                      <a:pt x="383" y="314"/>
                    </a:cubicBezTo>
                    <a:cubicBezTo>
                      <a:pt x="571" y="126"/>
                      <a:pt x="823" y="23"/>
                      <a:pt x="1085" y="23"/>
                    </a:cubicBezTo>
                    <a:cubicBezTo>
                      <a:pt x="1354" y="23"/>
                      <a:pt x="1600" y="126"/>
                      <a:pt x="1788" y="314"/>
                    </a:cubicBezTo>
                    <a:cubicBezTo>
                      <a:pt x="2177" y="703"/>
                      <a:pt x="2177" y="1331"/>
                      <a:pt x="1788" y="1714"/>
                    </a:cubicBezTo>
                    <a:cubicBezTo>
                      <a:pt x="1600" y="1902"/>
                      <a:pt x="1354" y="2005"/>
                      <a:pt x="1085" y="2005"/>
                    </a:cubicBezTo>
                    <a:lnTo>
                      <a:pt x="1085" y="0"/>
                    </a:lnTo>
                    <a:lnTo>
                      <a:pt x="1085" y="0"/>
                    </a:lnTo>
                    <a:cubicBezTo>
                      <a:pt x="817" y="0"/>
                      <a:pt x="560" y="103"/>
                      <a:pt x="366" y="297"/>
                    </a:cubicBezTo>
                    <a:cubicBezTo>
                      <a:pt x="177" y="486"/>
                      <a:pt x="68" y="743"/>
                      <a:pt x="68" y="1017"/>
                    </a:cubicBezTo>
                    <a:cubicBezTo>
                      <a:pt x="68" y="1285"/>
                      <a:pt x="177" y="1542"/>
                      <a:pt x="366" y="1737"/>
                    </a:cubicBezTo>
                    <a:cubicBezTo>
                      <a:pt x="560" y="1925"/>
                      <a:pt x="817" y="2034"/>
                      <a:pt x="1085" y="2034"/>
                    </a:cubicBezTo>
                    <a:lnTo>
                      <a:pt x="1085" y="2034"/>
                    </a:lnTo>
                    <a:cubicBezTo>
                      <a:pt x="1360" y="2034"/>
                      <a:pt x="1611" y="1925"/>
                      <a:pt x="1805" y="1737"/>
                    </a:cubicBezTo>
                    <a:cubicBezTo>
                      <a:pt x="2205" y="1337"/>
                      <a:pt x="2205" y="691"/>
                      <a:pt x="1805" y="297"/>
                    </a:cubicBezTo>
                    <a:cubicBezTo>
                      <a:pt x="1611" y="103"/>
                      <a:pt x="1360" y="0"/>
                      <a:pt x="1085" y="0"/>
                    </a:cubicBezTo>
                    <a:lnTo>
                      <a:pt x="1085" y="2005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Group 146"/>
            <p:cNvGrpSpPr/>
            <p:nvPr/>
          </p:nvGrpSpPr>
          <p:grpSpPr>
            <a:xfrm>
              <a:off x="6593178" y="3628610"/>
              <a:ext cx="114057" cy="113936"/>
              <a:chOff x="8571240" y="5550087"/>
              <a:chExt cx="304072" cy="303870"/>
            </a:xfrm>
          </p:grpSpPr>
          <p:sp>
            <p:nvSpPr>
              <p:cNvPr id="56" name="Freeform: Shape 147"/>
              <p:cNvSpPr>
                <a:spLocks/>
              </p:cNvSpPr>
              <p:nvPr/>
            </p:nvSpPr>
            <p:spPr bwMode="auto">
              <a:xfrm>
                <a:off x="8571240" y="5550087"/>
                <a:ext cx="304072" cy="303870"/>
              </a:xfrm>
              <a:custGeom>
                <a:avLst/>
                <a:gdLst>
                  <a:gd name="T0" fmla="*/ 480 w 481"/>
                  <a:gd name="T1" fmla="*/ 240 h 481"/>
                  <a:gd name="T2" fmla="*/ 480 w 481"/>
                  <a:gd name="T3" fmla="*/ 240 h 481"/>
                  <a:gd name="T4" fmla="*/ 240 w 481"/>
                  <a:gd name="T5" fmla="*/ 0 h 481"/>
                  <a:gd name="T6" fmla="*/ 0 w 481"/>
                  <a:gd name="T7" fmla="*/ 240 h 481"/>
                  <a:gd name="T8" fmla="*/ 240 w 481"/>
                  <a:gd name="T9" fmla="*/ 480 h 481"/>
                  <a:gd name="T10" fmla="*/ 480 w 481"/>
                  <a:gd name="T11" fmla="*/ 24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1" h="481">
                    <a:moveTo>
                      <a:pt x="480" y="240"/>
                    </a:moveTo>
                    <a:lnTo>
                      <a:pt x="480" y="240"/>
                    </a:lnTo>
                    <a:cubicBezTo>
                      <a:pt x="480" y="109"/>
                      <a:pt x="371" y="0"/>
                      <a:pt x="240" y="0"/>
                    </a:cubicBezTo>
                    <a:cubicBezTo>
                      <a:pt x="103" y="0"/>
                      <a:pt x="0" y="109"/>
                      <a:pt x="0" y="240"/>
                    </a:cubicBezTo>
                    <a:cubicBezTo>
                      <a:pt x="0" y="372"/>
                      <a:pt x="103" y="480"/>
                      <a:pt x="240" y="480"/>
                    </a:cubicBezTo>
                    <a:cubicBezTo>
                      <a:pt x="371" y="480"/>
                      <a:pt x="480" y="372"/>
                      <a:pt x="480" y="24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grpSp>
            <p:nvGrpSpPr>
              <p:cNvPr id="57" name="Group 148"/>
              <p:cNvGrpSpPr/>
              <p:nvPr/>
            </p:nvGrpSpPr>
            <p:grpSpPr>
              <a:xfrm>
                <a:off x="8633181" y="5620427"/>
                <a:ext cx="183006" cy="180070"/>
                <a:chOff x="8633181" y="5620427"/>
                <a:chExt cx="183006" cy="180070"/>
              </a:xfrm>
              <a:solidFill>
                <a:schemeClr val="bg1"/>
              </a:solidFill>
            </p:grpSpPr>
            <p:sp>
              <p:nvSpPr>
                <p:cNvPr id="58" name="Freeform: Shape 149"/>
                <p:cNvSpPr>
                  <a:spLocks/>
                </p:cNvSpPr>
                <p:nvPr/>
              </p:nvSpPr>
              <p:spPr bwMode="auto">
                <a:xfrm>
                  <a:off x="8717645" y="5620427"/>
                  <a:ext cx="16893" cy="180070"/>
                </a:xfrm>
                <a:custGeom>
                  <a:avLst/>
                  <a:gdLst>
                    <a:gd name="T0" fmla="*/ 28 w 29"/>
                    <a:gd name="T1" fmla="*/ 285 h 286"/>
                    <a:gd name="T2" fmla="*/ 0 w 29"/>
                    <a:gd name="T3" fmla="*/ 285 h 286"/>
                    <a:gd name="T4" fmla="*/ 0 w 29"/>
                    <a:gd name="T5" fmla="*/ 0 h 286"/>
                    <a:gd name="T6" fmla="*/ 28 w 29"/>
                    <a:gd name="T7" fmla="*/ 0 h 286"/>
                    <a:gd name="T8" fmla="*/ 28 w 29"/>
                    <a:gd name="T9" fmla="*/ 285 h 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286">
                      <a:moveTo>
                        <a:pt x="28" y="285"/>
                      </a:moveTo>
                      <a:lnTo>
                        <a:pt x="0" y="285"/>
                      </a:lnTo>
                      <a:lnTo>
                        <a:pt x="0" y="0"/>
                      </a:lnTo>
                      <a:lnTo>
                        <a:pt x="28" y="0"/>
                      </a:lnTo>
                      <a:lnTo>
                        <a:pt x="28" y="285"/>
                      </a:ln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Freeform: Shape 150"/>
                <p:cNvSpPr>
                  <a:spLocks/>
                </p:cNvSpPr>
                <p:nvPr/>
              </p:nvSpPr>
              <p:spPr bwMode="auto">
                <a:xfrm>
                  <a:off x="8633181" y="5699209"/>
                  <a:ext cx="183006" cy="19695"/>
                </a:xfrm>
                <a:custGeom>
                  <a:avLst/>
                  <a:gdLst>
                    <a:gd name="T0" fmla="*/ 0 w 293"/>
                    <a:gd name="T1" fmla="*/ 35 h 36"/>
                    <a:gd name="T2" fmla="*/ 0 w 293"/>
                    <a:gd name="T3" fmla="*/ 0 h 36"/>
                    <a:gd name="T4" fmla="*/ 292 w 293"/>
                    <a:gd name="T5" fmla="*/ 0 h 36"/>
                    <a:gd name="T6" fmla="*/ 292 w 293"/>
                    <a:gd name="T7" fmla="*/ 35 h 36"/>
                    <a:gd name="T8" fmla="*/ 0 w 293"/>
                    <a:gd name="T9" fmla="*/ 3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3" h="36">
                      <a:moveTo>
                        <a:pt x="0" y="35"/>
                      </a:moveTo>
                      <a:lnTo>
                        <a:pt x="0" y="0"/>
                      </a:lnTo>
                      <a:lnTo>
                        <a:pt x="292" y="0"/>
                      </a:lnTo>
                      <a:lnTo>
                        <a:pt x="292" y="35"/>
                      </a:lnTo>
                      <a:lnTo>
                        <a:pt x="0" y="35"/>
                      </a:ln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8" name="Group 151"/>
            <p:cNvGrpSpPr/>
            <p:nvPr/>
          </p:nvGrpSpPr>
          <p:grpSpPr>
            <a:xfrm>
              <a:off x="5535194" y="2346664"/>
              <a:ext cx="526984" cy="485284"/>
              <a:chOff x="14726874" y="6750120"/>
              <a:chExt cx="1404923" cy="1294259"/>
            </a:xfrm>
          </p:grpSpPr>
          <p:grpSp>
            <p:nvGrpSpPr>
              <p:cNvPr id="52" name="Group 152"/>
              <p:cNvGrpSpPr/>
              <p:nvPr/>
            </p:nvGrpSpPr>
            <p:grpSpPr>
              <a:xfrm>
                <a:off x="14726874" y="6750120"/>
                <a:ext cx="1404923" cy="1294259"/>
                <a:chOff x="13296063" y="10607541"/>
                <a:chExt cx="1265763" cy="1166060"/>
              </a:xfrm>
              <a:solidFill>
                <a:schemeClr val="accent2"/>
              </a:solidFill>
            </p:grpSpPr>
            <p:sp>
              <p:nvSpPr>
                <p:cNvPr id="54" name="Freeform: Shape 154"/>
                <p:cNvSpPr>
                  <a:spLocks/>
                </p:cNvSpPr>
                <p:nvPr/>
              </p:nvSpPr>
              <p:spPr bwMode="auto">
                <a:xfrm>
                  <a:off x="13349333" y="10670914"/>
                  <a:ext cx="1141470" cy="1039314"/>
                </a:xfrm>
                <a:custGeom>
                  <a:avLst/>
                  <a:gdLst>
                    <a:gd name="T0" fmla="*/ 994 w 1989"/>
                    <a:gd name="T1" fmla="*/ 0 h 1812"/>
                    <a:gd name="T2" fmla="*/ 994 w 1989"/>
                    <a:gd name="T3" fmla="*/ 0 h 1812"/>
                    <a:gd name="T4" fmla="*/ 354 w 1989"/>
                    <a:gd name="T5" fmla="*/ 268 h 1812"/>
                    <a:gd name="T6" fmla="*/ 354 w 1989"/>
                    <a:gd name="T7" fmla="*/ 1548 h 1812"/>
                    <a:gd name="T8" fmla="*/ 994 w 1989"/>
                    <a:gd name="T9" fmla="*/ 1811 h 1812"/>
                    <a:gd name="T10" fmla="*/ 1634 w 1989"/>
                    <a:gd name="T11" fmla="*/ 1548 h 1812"/>
                    <a:gd name="T12" fmla="*/ 1634 w 1989"/>
                    <a:gd name="T13" fmla="*/ 268 h 1812"/>
                    <a:gd name="T14" fmla="*/ 994 w 1989"/>
                    <a:gd name="T15" fmla="*/ 0 h 18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89" h="1812">
                      <a:moveTo>
                        <a:pt x="994" y="0"/>
                      </a:moveTo>
                      <a:lnTo>
                        <a:pt x="994" y="0"/>
                      </a:lnTo>
                      <a:cubicBezTo>
                        <a:pt x="766" y="0"/>
                        <a:pt x="532" y="91"/>
                        <a:pt x="354" y="268"/>
                      </a:cubicBezTo>
                      <a:cubicBezTo>
                        <a:pt x="0" y="622"/>
                        <a:pt x="0" y="1194"/>
                        <a:pt x="354" y="1548"/>
                      </a:cubicBezTo>
                      <a:cubicBezTo>
                        <a:pt x="532" y="1725"/>
                        <a:pt x="766" y="1811"/>
                        <a:pt x="994" y="1811"/>
                      </a:cubicBezTo>
                      <a:cubicBezTo>
                        <a:pt x="1229" y="1811"/>
                        <a:pt x="1457" y="1725"/>
                        <a:pt x="1634" y="1548"/>
                      </a:cubicBezTo>
                      <a:cubicBezTo>
                        <a:pt x="1988" y="1194"/>
                        <a:pt x="1988" y="622"/>
                        <a:pt x="1634" y="268"/>
                      </a:cubicBezTo>
                      <a:cubicBezTo>
                        <a:pt x="1457" y="91"/>
                        <a:pt x="1229" y="0"/>
                        <a:pt x="994" y="0"/>
                      </a:cubicBezTo>
                    </a:path>
                  </a:pathLst>
                </a:custGeom>
                <a:solidFill>
                  <a:schemeClr val="accent3"/>
                </a:solidFill>
                <a:ln w="9525" cap="flat">
                  <a:solidFill>
                    <a:schemeClr val="accent3"/>
                  </a:solidFill>
                  <a:bevel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Freeform: Shape 155"/>
                <p:cNvSpPr>
                  <a:spLocks/>
                </p:cNvSpPr>
                <p:nvPr/>
              </p:nvSpPr>
              <p:spPr bwMode="auto">
                <a:xfrm>
                  <a:off x="13296063" y="10607541"/>
                  <a:ext cx="1265763" cy="1166060"/>
                </a:xfrm>
                <a:custGeom>
                  <a:avLst/>
                  <a:gdLst>
                    <a:gd name="T0" fmla="*/ 1085 w 2206"/>
                    <a:gd name="T1" fmla="*/ 2005 h 2035"/>
                    <a:gd name="T2" fmla="*/ 1085 w 2206"/>
                    <a:gd name="T3" fmla="*/ 2005 h 2035"/>
                    <a:gd name="T4" fmla="*/ 383 w 2206"/>
                    <a:gd name="T5" fmla="*/ 1714 h 2035"/>
                    <a:gd name="T6" fmla="*/ 383 w 2206"/>
                    <a:gd name="T7" fmla="*/ 314 h 2035"/>
                    <a:gd name="T8" fmla="*/ 1085 w 2206"/>
                    <a:gd name="T9" fmla="*/ 23 h 2035"/>
                    <a:gd name="T10" fmla="*/ 1788 w 2206"/>
                    <a:gd name="T11" fmla="*/ 314 h 2035"/>
                    <a:gd name="T12" fmla="*/ 1788 w 2206"/>
                    <a:gd name="T13" fmla="*/ 1714 h 2035"/>
                    <a:gd name="T14" fmla="*/ 1085 w 2206"/>
                    <a:gd name="T15" fmla="*/ 2005 h 2035"/>
                    <a:gd name="T16" fmla="*/ 1085 w 2206"/>
                    <a:gd name="T17" fmla="*/ 0 h 2035"/>
                    <a:gd name="T18" fmla="*/ 1085 w 2206"/>
                    <a:gd name="T19" fmla="*/ 0 h 2035"/>
                    <a:gd name="T20" fmla="*/ 366 w 2206"/>
                    <a:gd name="T21" fmla="*/ 297 h 2035"/>
                    <a:gd name="T22" fmla="*/ 68 w 2206"/>
                    <a:gd name="T23" fmla="*/ 1017 h 2035"/>
                    <a:gd name="T24" fmla="*/ 366 w 2206"/>
                    <a:gd name="T25" fmla="*/ 1737 h 2035"/>
                    <a:gd name="T26" fmla="*/ 1085 w 2206"/>
                    <a:gd name="T27" fmla="*/ 2034 h 2035"/>
                    <a:gd name="T28" fmla="*/ 1085 w 2206"/>
                    <a:gd name="T29" fmla="*/ 2034 h 2035"/>
                    <a:gd name="T30" fmla="*/ 1805 w 2206"/>
                    <a:gd name="T31" fmla="*/ 1737 h 2035"/>
                    <a:gd name="T32" fmla="*/ 1805 w 2206"/>
                    <a:gd name="T33" fmla="*/ 297 h 2035"/>
                    <a:gd name="T34" fmla="*/ 1085 w 2206"/>
                    <a:gd name="T35" fmla="*/ 0 h 2035"/>
                    <a:gd name="T36" fmla="*/ 1085 w 2206"/>
                    <a:gd name="T37" fmla="*/ 2005 h 20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206" h="2035">
                      <a:moveTo>
                        <a:pt x="1085" y="2005"/>
                      </a:moveTo>
                      <a:lnTo>
                        <a:pt x="1085" y="2005"/>
                      </a:lnTo>
                      <a:cubicBezTo>
                        <a:pt x="823" y="2005"/>
                        <a:pt x="571" y="1902"/>
                        <a:pt x="383" y="1714"/>
                      </a:cubicBezTo>
                      <a:cubicBezTo>
                        <a:pt x="0" y="1331"/>
                        <a:pt x="0" y="703"/>
                        <a:pt x="383" y="314"/>
                      </a:cubicBezTo>
                      <a:cubicBezTo>
                        <a:pt x="571" y="126"/>
                        <a:pt x="823" y="23"/>
                        <a:pt x="1085" y="23"/>
                      </a:cubicBezTo>
                      <a:cubicBezTo>
                        <a:pt x="1354" y="23"/>
                        <a:pt x="1600" y="126"/>
                        <a:pt x="1788" y="314"/>
                      </a:cubicBezTo>
                      <a:cubicBezTo>
                        <a:pt x="2177" y="703"/>
                        <a:pt x="2177" y="1331"/>
                        <a:pt x="1788" y="1714"/>
                      </a:cubicBezTo>
                      <a:cubicBezTo>
                        <a:pt x="1600" y="1902"/>
                        <a:pt x="1354" y="2005"/>
                        <a:pt x="1085" y="2005"/>
                      </a:cubicBezTo>
                      <a:lnTo>
                        <a:pt x="1085" y="0"/>
                      </a:lnTo>
                      <a:lnTo>
                        <a:pt x="1085" y="0"/>
                      </a:lnTo>
                      <a:cubicBezTo>
                        <a:pt x="817" y="0"/>
                        <a:pt x="560" y="103"/>
                        <a:pt x="366" y="297"/>
                      </a:cubicBezTo>
                      <a:cubicBezTo>
                        <a:pt x="177" y="486"/>
                        <a:pt x="68" y="743"/>
                        <a:pt x="68" y="1017"/>
                      </a:cubicBezTo>
                      <a:cubicBezTo>
                        <a:pt x="68" y="1285"/>
                        <a:pt x="177" y="1542"/>
                        <a:pt x="366" y="1737"/>
                      </a:cubicBezTo>
                      <a:cubicBezTo>
                        <a:pt x="560" y="1925"/>
                        <a:pt x="817" y="2034"/>
                        <a:pt x="1085" y="2034"/>
                      </a:cubicBezTo>
                      <a:lnTo>
                        <a:pt x="1085" y="2034"/>
                      </a:lnTo>
                      <a:cubicBezTo>
                        <a:pt x="1360" y="2034"/>
                        <a:pt x="1611" y="1925"/>
                        <a:pt x="1805" y="1737"/>
                      </a:cubicBezTo>
                      <a:cubicBezTo>
                        <a:pt x="2205" y="1337"/>
                        <a:pt x="2205" y="691"/>
                        <a:pt x="1805" y="297"/>
                      </a:cubicBezTo>
                      <a:cubicBezTo>
                        <a:pt x="1611" y="103"/>
                        <a:pt x="1360" y="0"/>
                        <a:pt x="1085" y="0"/>
                      </a:cubicBezTo>
                      <a:lnTo>
                        <a:pt x="1085" y="2005"/>
                      </a:lnTo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bevel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Freeform: Shape 153"/>
              <p:cNvSpPr>
                <a:spLocks/>
              </p:cNvSpPr>
              <p:nvPr/>
            </p:nvSpPr>
            <p:spPr bwMode="auto">
              <a:xfrm>
                <a:off x="15167722" y="7085367"/>
                <a:ext cx="532736" cy="553830"/>
              </a:xfrm>
              <a:custGeom>
                <a:avLst/>
                <a:gdLst>
                  <a:gd name="T0" fmla="*/ 400 w 445"/>
                  <a:gd name="T1" fmla="*/ 159 h 462"/>
                  <a:gd name="T2" fmla="*/ 400 w 445"/>
                  <a:gd name="T3" fmla="*/ 159 h 462"/>
                  <a:gd name="T4" fmla="*/ 266 w 445"/>
                  <a:gd name="T5" fmla="*/ 8 h 462"/>
                  <a:gd name="T6" fmla="*/ 36 w 445"/>
                  <a:gd name="T7" fmla="*/ 248 h 462"/>
                  <a:gd name="T8" fmla="*/ 9 w 445"/>
                  <a:gd name="T9" fmla="*/ 319 h 462"/>
                  <a:gd name="T10" fmla="*/ 81 w 445"/>
                  <a:gd name="T11" fmla="*/ 355 h 462"/>
                  <a:gd name="T12" fmla="*/ 98 w 445"/>
                  <a:gd name="T13" fmla="*/ 346 h 462"/>
                  <a:gd name="T14" fmla="*/ 134 w 445"/>
                  <a:gd name="T15" fmla="*/ 372 h 462"/>
                  <a:gd name="T16" fmla="*/ 160 w 445"/>
                  <a:gd name="T17" fmla="*/ 434 h 462"/>
                  <a:gd name="T18" fmla="*/ 187 w 445"/>
                  <a:gd name="T19" fmla="*/ 452 h 462"/>
                  <a:gd name="T20" fmla="*/ 240 w 445"/>
                  <a:gd name="T21" fmla="*/ 434 h 462"/>
                  <a:gd name="T22" fmla="*/ 249 w 445"/>
                  <a:gd name="T23" fmla="*/ 416 h 462"/>
                  <a:gd name="T24" fmla="*/ 231 w 445"/>
                  <a:gd name="T25" fmla="*/ 390 h 462"/>
                  <a:gd name="T26" fmla="*/ 204 w 445"/>
                  <a:gd name="T27" fmla="*/ 337 h 462"/>
                  <a:gd name="T28" fmla="*/ 231 w 445"/>
                  <a:gd name="T29" fmla="*/ 310 h 462"/>
                  <a:gd name="T30" fmla="*/ 417 w 445"/>
                  <a:gd name="T31" fmla="*/ 355 h 462"/>
                  <a:gd name="T32" fmla="*/ 400 w 445"/>
                  <a:gd name="T33" fmla="*/ 159 h 462"/>
                  <a:gd name="T34" fmla="*/ 390 w 445"/>
                  <a:gd name="T35" fmla="*/ 310 h 462"/>
                  <a:gd name="T36" fmla="*/ 390 w 445"/>
                  <a:gd name="T37" fmla="*/ 310 h 462"/>
                  <a:gd name="T38" fmla="*/ 302 w 445"/>
                  <a:gd name="T39" fmla="*/ 204 h 462"/>
                  <a:gd name="T40" fmla="*/ 284 w 445"/>
                  <a:gd name="T41" fmla="*/ 62 h 462"/>
                  <a:gd name="T42" fmla="*/ 364 w 445"/>
                  <a:gd name="T43" fmla="*/ 177 h 462"/>
                  <a:gd name="T44" fmla="*/ 390 w 445"/>
                  <a:gd name="T45" fmla="*/ 31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5" h="462">
                    <a:moveTo>
                      <a:pt x="400" y="159"/>
                    </a:moveTo>
                    <a:lnTo>
                      <a:pt x="400" y="159"/>
                    </a:lnTo>
                    <a:cubicBezTo>
                      <a:pt x="364" y="71"/>
                      <a:pt x="302" y="0"/>
                      <a:pt x="266" y="8"/>
                    </a:cubicBezTo>
                    <a:cubicBezTo>
                      <a:pt x="213" y="36"/>
                      <a:pt x="302" y="142"/>
                      <a:pt x="36" y="248"/>
                    </a:cubicBezTo>
                    <a:cubicBezTo>
                      <a:pt x="9" y="257"/>
                      <a:pt x="0" y="292"/>
                      <a:pt x="9" y="319"/>
                    </a:cubicBezTo>
                    <a:cubicBezTo>
                      <a:pt x="18" y="337"/>
                      <a:pt x="53" y="363"/>
                      <a:pt x="81" y="355"/>
                    </a:cubicBezTo>
                    <a:lnTo>
                      <a:pt x="98" y="346"/>
                    </a:lnTo>
                    <a:cubicBezTo>
                      <a:pt x="116" y="372"/>
                      <a:pt x="134" y="355"/>
                      <a:pt x="134" y="372"/>
                    </a:cubicBezTo>
                    <a:cubicBezTo>
                      <a:pt x="143" y="390"/>
                      <a:pt x="160" y="425"/>
                      <a:pt x="160" y="434"/>
                    </a:cubicBezTo>
                    <a:cubicBezTo>
                      <a:pt x="169" y="443"/>
                      <a:pt x="178" y="461"/>
                      <a:pt x="187" y="452"/>
                    </a:cubicBezTo>
                    <a:cubicBezTo>
                      <a:pt x="196" y="452"/>
                      <a:pt x="231" y="443"/>
                      <a:pt x="240" y="434"/>
                    </a:cubicBezTo>
                    <a:cubicBezTo>
                      <a:pt x="257" y="434"/>
                      <a:pt x="257" y="425"/>
                      <a:pt x="249" y="416"/>
                    </a:cubicBezTo>
                    <a:cubicBezTo>
                      <a:pt x="249" y="408"/>
                      <a:pt x="231" y="399"/>
                      <a:pt x="231" y="390"/>
                    </a:cubicBezTo>
                    <a:cubicBezTo>
                      <a:pt x="222" y="381"/>
                      <a:pt x="213" y="346"/>
                      <a:pt x="204" y="337"/>
                    </a:cubicBezTo>
                    <a:cubicBezTo>
                      <a:pt x="196" y="328"/>
                      <a:pt x="213" y="310"/>
                      <a:pt x="231" y="310"/>
                    </a:cubicBezTo>
                    <a:cubicBezTo>
                      <a:pt x="355" y="302"/>
                      <a:pt x="373" y="372"/>
                      <a:pt x="417" y="355"/>
                    </a:cubicBezTo>
                    <a:cubicBezTo>
                      <a:pt x="444" y="346"/>
                      <a:pt x="444" y="248"/>
                      <a:pt x="400" y="159"/>
                    </a:cubicBezTo>
                    <a:close/>
                    <a:moveTo>
                      <a:pt x="390" y="310"/>
                    </a:moveTo>
                    <a:lnTo>
                      <a:pt x="390" y="310"/>
                    </a:lnTo>
                    <a:cubicBezTo>
                      <a:pt x="381" y="310"/>
                      <a:pt x="328" y="275"/>
                      <a:pt x="302" y="204"/>
                    </a:cubicBezTo>
                    <a:cubicBezTo>
                      <a:pt x="275" y="133"/>
                      <a:pt x="275" y="62"/>
                      <a:pt x="284" y="62"/>
                    </a:cubicBezTo>
                    <a:cubicBezTo>
                      <a:pt x="293" y="62"/>
                      <a:pt x="337" y="106"/>
                      <a:pt x="364" y="177"/>
                    </a:cubicBezTo>
                    <a:cubicBezTo>
                      <a:pt x="400" y="248"/>
                      <a:pt x="390" y="302"/>
                      <a:pt x="390" y="31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</p:grpSp>
        <p:sp>
          <p:nvSpPr>
            <p:cNvPr id="19" name="Freeform: Shape 156"/>
            <p:cNvSpPr>
              <a:spLocks/>
            </p:cNvSpPr>
            <p:nvPr/>
          </p:nvSpPr>
          <p:spPr bwMode="auto">
            <a:xfrm>
              <a:off x="3379427" y="2488808"/>
              <a:ext cx="199826" cy="199750"/>
            </a:xfrm>
            <a:custGeom>
              <a:avLst/>
              <a:gdLst>
                <a:gd name="T0" fmla="*/ 399 w 444"/>
                <a:gd name="T1" fmla="*/ 53 h 444"/>
                <a:gd name="T2" fmla="*/ 399 w 444"/>
                <a:gd name="T3" fmla="*/ 53 h 444"/>
                <a:gd name="T4" fmla="*/ 372 w 444"/>
                <a:gd name="T5" fmla="*/ 53 h 444"/>
                <a:gd name="T6" fmla="*/ 372 w 444"/>
                <a:gd name="T7" fmla="*/ 98 h 444"/>
                <a:gd name="T8" fmla="*/ 293 w 444"/>
                <a:gd name="T9" fmla="*/ 98 h 444"/>
                <a:gd name="T10" fmla="*/ 293 w 444"/>
                <a:gd name="T11" fmla="*/ 53 h 444"/>
                <a:gd name="T12" fmla="*/ 151 w 444"/>
                <a:gd name="T13" fmla="*/ 53 h 444"/>
                <a:gd name="T14" fmla="*/ 151 w 444"/>
                <a:gd name="T15" fmla="*/ 98 h 444"/>
                <a:gd name="T16" fmla="*/ 71 w 444"/>
                <a:gd name="T17" fmla="*/ 98 h 444"/>
                <a:gd name="T18" fmla="*/ 71 w 444"/>
                <a:gd name="T19" fmla="*/ 53 h 444"/>
                <a:gd name="T20" fmla="*/ 45 w 444"/>
                <a:gd name="T21" fmla="*/ 53 h 444"/>
                <a:gd name="T22" fmla="*/ 0 w 444"/>
                <a:gd name="T23" fmla="*/ 98 h 444"/>
                <a:gd name="T24" fmla="*/ 0 w 444"/>
                <a:gd name="T25" fmla="*/ 399 h 444"/>
                <a:gd name="T26" fmla="*/ 45 w 444"/>
                <a:gd name="T27" fmla="*/ 443 h 444"/>
                <a:gd name="T28" fmla="*/ 399 w 444"/>
                <a:gd name="T29" fmla="*/ 443 h 444"/>
                <a:gd name="T30" fmla="*/ 443 w 444"/>
                <a:gd name="T31" fmla="*/ 399 h 444"/>
                <a:gd name="T32" fmla="*/ 443 w 444"/>
                <a:gd name="T33" fmla="*/ 98 h 444"/>
                <a:gd name="T34" fmla="*/ 399 w 444"/>
                <a:gd name="T35" fmla="*/ 53 h 444"/>
                <a:gd name="T36" fmla="*/ 399 w 444"/>
                <a:gd name="T37" fmla="*/ 399 h 444"/>
                <a:gd name="T38" fmla="*/ 399 w 444"/>
                <a:gd name="T39" fmla="*/ 399 h 444"/>
                <a:gd name="T40" fmla="*/ 45 w 444"/>
                <a:gd name="T41" fmla="*/ 399 h 444"/>
                <a:gd name="T42" fmla="*/ 45 w 444"/>
                <a:gd name="T43" fmla="*/ 196 h 444"/>
                <a:gd name="T44" fmla="*/ 399 w 444"/>
                <a:gd name="T45" fmla="*/ 196 h 444"/>
                <a:gd name="T46" fmla="*/ 399 w 444"/>
                <a:gd name="T47" fmla="*/ 399 h 444"/>
                <a:gd name="T48" fmla="*/ 124 w 444"/>
                <a:gd name="T49" fmla="*/ 0 h 444"/>
                <a:gd name="T50" fmla="*/ 124 w 444"/>
                <a:gd name="T51" fmla="*/ 0 h 444"/>
                <a:gd name="T52" fmla="*/ 89 w 444"/>
                <a:gd name="T53" fmla="*/ 0 h 444"/>
                <a:gd name="T54" fmla="*/ 89 w 444"/>
                <a:gd name="T55" fmla="*/ 89 h 444"/>
                <a:gd name="T56" fmla="*/ 124 w 444"/>
                <a:gd name="T57" fmla="*/ 89 h 444"/>
                <a:gd name="T58" fmla="*/ 124 w 444"/>
                <a:gd name="T59" fmla="*/ 0 h 444"/>
                <a:gd name="T60" fmla="*/ 354 w 444"/>
                <a:gd name="T61" fmla="*/ 0 h 444"/>
                <a:gd name="T62" fmla="*/ 354 w 444"/>
                <a:gd name="T63" fmla="*/ 0 h 444"/>
                <a:gd name="T64" fmla="*/ 319 w 444"/>
                <a:gd name="T65" fmla="*/ 0 h 444"/>
                <a:gd name="T66" fmla="*/ 319 w 444"/>
                <a:gd name="T67" fmla="*/ 89 h 444"/>
                <a:gd name="T68" fmla="*/ 354 w 444"/>
                <a:gd name="T69" fmla="*/ 89 h 444"/>
                <a:gd name="T70" fmla="*/ 354 w 444"/>
                <a:gd name="T71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4" h="444">
                  <a:moveTo>
                    <a:pt x="399" y="53"/>
                  </a:moveTo>
                  <a:lnTo>
                    <a:pt x="399" y="53"/>
                  </a:lnTo>
                  <a:cubicBezTo>
                    <a:pt x="372" y="53"/>
                    <a:pt x="372" y="53"/>
                    <a:pt x="372" y="53"/>
                  </a:cubicBezTo>
                  <a:cubicBezTo>
                    <a:pt x="372" y="98"/>
                    <a:pt x="372" y="98"/>
                    <a:pt x="372" y="98"/>
                  </a:cubicBezTo>
                  <a:cubicBezTo>
                    <a:pt x="293" y="98"/>
                    <a:pt x="293" y="98"/>
                    <a:pt x="293" y="98"/>
                  </a:cubicBezTo>
                  <a:cubicBezTo>
                    <a:pt x="293" y="53"/>
                    <a:pt x="293" y="53"/>
                    <a:pt x="293" y="53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51" y="98"/>
                    <a:pt x="151" y="98"/>
                    <a:pt x="151" y="98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53"/>
                    <a:pt x="71" y="53"/>
                    <a:pt x="71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18" y="53"/>
                    <a:pt x="0" y="71"/>
                    <a:pt x="0" y="98"/>
                  </a:cubicBezTo>
                  <a:cubicBezTo>
                    <a:pt x="0" y="399"/>
                    <a:pt x="0" y="399"/>
                    <a:pt x="0" y="399"/>
                  </a:cubicBezTo>
                  <a:cubicBezTo>
                    <a:pt x="0" y="425"/>
                    <a:pt x="18" y="443"/>
                    <a:pt x="45" y="443"/>
                  </a:cubicBezTo>
                  <a:cubicBezTo>
                    <a:pt x="399" y="443"/>
                    <a:pt x="399" y="443"/>
                    <a:pt x="399" y="443"/>
                  </a:cubicBezTo>
                  <a:cubicBezTo>
                    <a:pt x="425" y="443"/>
                    <a:pt x="443" y="425"/>
                    <a:pt x="443" y="399"/>
                  </a:cubicBezTo>
                  <a:cubicBezTo>
                    <a:pt x="443" y="98"/>
                    <a:pt x="443" y="98"/>
                    <a:pt x="443" y="98"/>
                  </a:cubicBezTo>
                  <a:cubicBezTo>
                    <a:pt x="443" y="71"/>
                    <a:pt x="425" y="53"/>
                    <a:pt x="399" y="53"/>
                  </a:cubicBezTo>
                  <a:close/>
                  <a:moveTo>
                    <a:pt x="399" y="399"/>
                  </a:moveTo>
                  <a:lnTo>
                    <a:pt x="399" y="399"/>
                  </a:lnTo>
                  <a:cubicBezTo>
                    <a:pt x="45" y="399"/>
                    <a:pt x="45" y="399"/>
                    <a:pt x="45" y="399"/>
                  </a:cubicBezTo>
                  <a:cubicBezTo>
                    <a:pt x="45" y="196"/>
                    <a:pt x="45" y="196"/>
                    <a:pt x="45" y="196"/>
                  </a:cubicBezTo>
                  <a:cubicBezTo>
                    <a:pt x="399" y="196"/>
                    <a:pt x="399" y="196"/>
                    <a:pt x="399" y="196"/>
                  </a:cubicBezTo>
                  <a:lnTo>
                    <a:pt x="399" y="399"/>
                  </a:lnTo>
                  <a:close/>
                  <a:moveTo>
                    <a:pt x="124" y="0"/>
                  </a:moveTo>
                  <a:lnTo>
                    <a:pt x="124" y="0"/>
                  </a:lnTo>
                  <a:cubicBezTo>
                    <a:pt x="89" y="0"/>
                    <a:pt x="89" y="0"/>
                    <a:pt x="89" y="0"/>
                  </a:cubicBezTo>
                  <a:cubicBezTo>
                    <a:pt x="89" y="89"/>
                    <a:pt x="89" y="89"/>
                    <a:pt x="89" y="89"/>
                  </a:cubicBezTo>
                  <a:cubicBezTo>
                    <a:pt x="124" y="89"/>
                    <a:pt x="124" y="89"/>
                    <a:pt x="124" y="89"/>
                  </a:cubicBezTo>
                  <a:lnTo>
                    <a:pt x="124" y="0"/>
                  </a:lnTo>
                  <a:close/>
                  <a:moveTo>
                    <a:pt x="354" y="0"/>
                  </a:moveTo>
                  <a:lnTo>
                    <a:pt x="354" y="0"/>
                  </a:lnTo>
                  <a:cubicBezTo>
                    <a:pt x="319" y="0"/>
                    <a:pt x="319" y="0"/>
                    <a:pt x="319" y="0"/>
                  </a:cubicBezTo>
                  <a:cubicBezTo>
                    <a:pt x="319" y="89"/>
                    <a:pt x="319" y="89"/>
                    <a:pt x="319" y="89"/>
                  </a:cubicBezTo>
                  <a:cubicBezTo>
                    <a:pt x="354" y="89"/>
                    <a:pt x="354" y="89"/>
                    <a:pt x="354" y="89"/>
                  </a:cubicBezTo>
                  <a:lnTo>
                    <a:pt x="35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20" name="Freeform: Shape 157"/>
            <p:cNvSpPr>
              <a:spLocks/>
            </p:cNvSpPr>
            <p:nvPr/>
          </p:nvSpPr>
          <p:spPr bwMode="auto">
            <a:xfrm>
              <a:off x="6363155" y="3586074"/>
              <a:ext cx="50380" cy="50327"/>
            </a:xfrm>
            <a:custGeom>
              <a:avLst/>
              <a:gdLst>
                <a:gd name="T0" fmla="*/ 14 w 306"/>
                <a:gd name="T1" fmla="*/ 291 h 305"/>
                <a:gd name="T2" fmla="*/ 14 w 306"/>
                <a:gd name="T3" fmla="*/ 291 h 305"/>
                <a:gd name="T4" fmla="*/ 53 w 306"/>
                <a:gd name="T5" fmla="*/ 291 h 305"/>
                <a:gd name="T6" fmla="*/ 292 w 306"/>
                <a:gd name="T7" fmla="*/ 53 h 305"/>
                <a:gd name="T8" fmla="*/ 292 w 306"/>
                <a:gd name="T9" fmla="*/ 13 h 305"/>
                <a:gd name="T10" fmla="*/ 245 w 306"/>
                <a:gd name="T11" fmla="*/ 13 h 305"/>
                <a:gd name="T12" fmla="*/ 14 w 306"/>
                <a:gd name="T13" fmla="*/ 245 h 305"/>
                <a:gd name="T14" fmla="*/ 14 w 306"/>
                <a:gd name="T15" fmla="*/ 291 h 305"/>
                <a:gd name="T16" fmla="*/ 14 w 306"/>
                <a:gd name="T17" fmla="*/ 291 h 305"/>
                <a:gd name="T18" fmla="*/ 14 w 306"/>
                <a:gd name="T19" fmla="*/ 29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6" h="305">
                  <a:moveTo>
                    <a:pt x="14" y="291"/>
                  </a:moveTo>
                  <a:lnTo>
                    <a:pt x="14" y="291"/>
                  </a:lnTo>
                  <a:cubicBezTo>
                    <a:pt x="27" y="304"/>
                    <a:pt x="40" y="304"/>
                    <a:pt x="53" y="291"/>
                  </a:cubicBezTo>
                  <a:cubicBezTo>
                    <a:pt x="292" y="53"/>
                    <a:pt x="292" y="53"/>
                    <a:pt x="292" y="53"/>
                  </a:cubicBezTo>
                  <a:cubicBezTo>
                    <a:pt x="305" y="39"/>
                    <a:pt x="305" y="19"/>
                    <a:pt x="292" y="13"/>
                  </a:cubicBezTo>
                  <a:cubicBezTo>
                    <a:pt x="279" y="0"/>
                    <a:pt x="259" y="0"/>
                    <a:pt x="245" y="13"/>
                  </a:cubicBezTo>
                  <a:cubicBezTo>
                    <a:pt x="14" y="245"/>
                    <a:pt x="14" y="245"/>
                    <a:pt x="14" y="245"/>
                  </a:cubicBezTo>
                  <a:cubicBezTo>
                    <a:pt x="0" y="258"/>
                    <a:pt x="0" y="278"/>
                    <a:pt x="14" y="291"/>
                  </a:cubicBezTo>
                  <a:close/>
                  <a:moveTo>
                    <a:pt x="14" y="291"/>
                  </a:moveTo>
                  <a:lnTo>
                    <a:pt x="14" y="29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21" name="Freeform: Shape 158"/>
            <p:cNvSpPr>
              <a:spLocks/>
            </p:cNvSpPr>
            <p:nvPr/>
          </p:nvSpPr>
          <p:spPr bwMode="auto">
            <a:xfrm>
              <a:off x="6312034" y="3653424"/>
              <a:ext cx="29635" cy="29604"/>
            </a:xfrm>
            <a:custGeom>
              <a:avLst/>
              <a:gdLst>
                <a:gd name="T0" fmla="*/ 145 w 180"/>
                <a:gd name="T1" fmla="*/ 33 h 179"/>
                <a:gd name="T2" fmla="*/ 145 w 180"/>
                <a:gd name="T3" fmla="*/ 33 h 179"/>
                <a:gd name="T4" fmla="*/ 99 w 180"/>
                <a:gd name="T5" fmla="*/ 6 h 179"/>
                <a:gd name="T6" fmla="*/ 53 w 180"/>
                <a:gd name="T7" fmla="*/ 0 h 179"/>
                <a:gd name="T8" fmla="*/ 20 w 180"/>
                <a:gd name="T9" fmla="*/ 19 h 179"/>
                <a:gd name="T10" fmla="*/ 0 w 180"/>
                <a:gd name="T11" fmla="*/ 46 h 179"/>
                <a:gd name="T12" fmla="*/ 0 w 180"/>
                <a:gd name="T13" fmla="*/ 79 h 179"/>
                <a:gd name="T14" fmla="*/ 6 w 180"/>
                <a:gd name="T15" fmla="*/ 112 h 179"/>
                <a:gd name="T16" fmla="*/ 33 w 180"/>
                <a:gd name="T17" fmla="*/ 145 h 179"/>
                <a:gd name="T18" fmla="*/ 66 w 180"/>
                <a:gd name="T19" fmla="*/ 172 h 179"/>
                <a:gd name="T20" fmla="*/ 99 w 180"/>
                <a:gd name="T21" fmla="*/ 178 h 179"/>
                <a:gd name="T22" fmla="*/ 132 w 180"/>
                <a:gd name="T23" fmla="*/ 178 h 179"/>
                <a:gd name="T24" fmla="*/ 159 w 180"/>
                <a:gd name="T25" fmla="*/ 158 h 179"/>
                <a:gd name="T26" fmla="*/ 179 w 180"/>
                <a:gd name="T27" fmla="*/ 125 h 179"/>
                <a:gd name="T28" fmla="*/ 172 w 180"/>
                <a:gd name="T29" fmla="*/ 79 h 179"/>
                <a:gd name="T30" fmla="*/ 145 w 180"/>
                <a:gd name="T31" fmla="*/ 33 h 179"/>
                <a:gd name="T32" fmla="*/ 145 w 180"/>
                <a:gd name="T33" fmla="*/ 33 h 179"/>
                <a:gd name="T34" fmla="*/ 145 w 180"/>
                <a:gd name="T35" fmla="*/ 3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0" h="179">
                  <a:moveTo>
                    <a:pt x="145" y="33"/>
                  </a:moveTo>
                  <a:lnTo>
                    <a:pt x="145" y="33"/>
                  </a:lnTo>
                  <a:cubicBezTo>
                    <a:pt x="126" y="19"/>
                    <a:pt x="112" y="13"/>
                    <a:pt x="99" y="6"/>
                  </a:cubicBezTo>
                  <a:cubicBezTo>
                    <a:pt x="86" y="0"/>
                    <a:pt x="73" y="0"/>
                    <a:pt x="53" y="0"/>
                  </a:cubicBezTo>
                  <a:cubicBezTo>
                    <a:pt x="39" y="6"/>
                    <a:pt x="33" y="13"/>
                    <a:pt x="20" y="19"/>
                  </a:cubicBezTo>
                  <a:cubicBezTo>
                    <a:pt x="13" y="33"/>
                    <a:pt x="6" y="39"/>
                    <a:pt x="0" y="46"/>
                  </a:cubicBezTo>
                  <a:cubicBezTo>
                    <a:pt x="0" y="59"/>
                    <a:pt x="0" y="66"/>
                    <a:pt x="0" y="79"/>
                  </a:cubicBezTo>
                  <a:cubicBezTo>
                    <a:pt x="0" y="86"/>
                    <a:pt x="0" y="99"/>
                    <a:pt x="6" y="112"/>
                  </a:cubicBezTo>
                  <a:cubicBezTo>
                    <a:pt x="13" y="119"/>
                    <a:pt x="20" y="132"/>
                    <a:pt x="33" y="145"/>
                  </a:cubicBezTo>
                  <a:cubicBezTo>
                    <a:pt x="46" y="152"/>
                    <a:pt x="53" y="165"/>
                    <a:pt x="66" y="172"/>
                  </a:cubicBezTo>
                  <a:cubicBezTo>
                    <a:pt x="79" y="178"/>
                    <a:pt x="92" y="178"/>
                    <a:pt x="99" y="178"/>
                  </a:cubicBezTo>
                  <a:cubicBezTo>
                    <a:pt x="112" y="178"/>
                    <a:pt x="119" y="178"/>
                    <a:pt x="132" y="178"/>
                  </a:cubicBezTo>
                  <a:cubicBezTo>
                    <a:pt x="139" y="172"/>
                    <a:pt x="145" y="165"/>
                    <a:pt x="159" y="158"/>
                  </a:cubicBezTo>
                  <a:cubicBezTo>
                    <a:pt x="165" y="145"/>
                    <a:pt x="172" y="139"/>
                    <a:pt x="179" y="125"/>
                  </a:cubicBezTo>
                  <a:cubicBezTo>
                    <a:pt x="179" y="112"/>
                    <a:pt x="179" y="92"/>
                    <a:pt x="172" y="79"/>
                  </a:cubicBezTo>
                  <a:cubicBezTo>
                    <a:pt x="165" y="66"/>
                    <a:pt x="159" y="53"/>
                    <a:pt x="145" y="33"/>
                  </a:cubicBezTo>
                  <a:close/>
                  <a:moveTo>
                    <a:pt x="145" y="33"/>
                  </a:moveTo>
                  <a:lnTo>
                    <a:pt x="145" y="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22" name="Freeform: Shape 159"/>
            <p:cNvSpPr>
              <a:spLocks/>
            </p:cNvSpPr>
            <p:nvPr/>
          </p:nvSpPr>
          <p:spPr bwMode="auto">
            <a:xfrm>
              <a:off x="6199420" y="3592735"/>
              <a:ext cx="207448" cy="206489"/>
            </a:xfrm>
            <a:custGeom>
              <a:avLst/>
              <a:gdLst>
                <a:gd name="T0" fmla="*/ 1205 w 1239"/>
                <a:gd name="T1" fmla="*/ 206 h 1233"/>
                <a:gd name="T2" fmla="*/ 1106 w 1239"/>
                <a:gd name="T3" fmla="*/ 212 h 1233"/>
                <a:gd name="T4" fmla="*/ 914 w 1239"/>
                <a:gd name="T5" fmla="*/ 318 h 1233"/>
                <a:gd name="T6" fmla="*/ 1020 w 1239"/>
                <a:gd name="T7" fmla="*/ 126 h 1233"/>
                <a:gd name="T8" fmla="*/ 1033 w 1239"/>
                <a:gd name="T9" fmla="*/ 27 h 1233"/>
                <a:gd name="T10" fmla="*/ 26 w 1239"/>
                <a:gd name="T11" fmla="*/ 656 h 1233"/>
                <a:gd name="T12" fmla="*/ 470 w 1239"/>
                <a:gd name="T13" fmla="*/ 1206 h 1233"/>
                <a:gd name="T14" fmla="*/ 1205 w 1239"/>
                <a:gd name="T15" fmla="*/ 576 h 1233"/>
                <a:gd name="T16" fmla="*/ 516 w 1239"/>
                <a:gd name="T17" fmla="*/ 881 h 1233"/>
                <a:gd name="T18" fmla="*/ 483 w 1239"/>
                <a:gd name="T19" fmla="*/ 927 h 1233"/>
                <a:gd name="T20" fmla="*/ 384 w 1239"/>
                <a:gd name="T21" fmla="*/ 967 h 1233"/>
                <a:gd name="T22" fmla="*/ 344 w 1239"/>
                <a:gd name="T23" fmla="*/ 927 h 1233"/>
                <a:gd name="T24" fmla="*/ 364 w 1239"/>
                <a:gd name="T25" fmla="*/ 907 h 1233"/>
                <a:gd name="T26" fmla="*/ 404 w 1239"/>
                <a:gd name="T27" fmla="*/ 921 h 1233"/>
                <a:gd name="T28" fmla="*/ 450 w 1239"/>
                <a:gd name="T29" fmla="*/ 901 h 1233"/>
                <a:gd name="T30" fmla="*/ 463 w 1239"/>
                <a:gd name="T31" fmla="*/ 835 h 1233"/>
                <a:gd name="T32" fmla="*/ 417 w 1239"/>
                <a:gd name="T33" fmla="*/ 828 h 1233"/>
                <a:gd name="T34" fmla="*/ 338 w 1239"/>
                <a:gd name="T35" fmla="*/ 868 h 1233"/>
                <a:gd name="T36" fmla="*/ 265 w 1239"/>
                <a:gd name="T37" fmla="*/ 854 h 1233"/>
                <a:gd name="T38" fmla="*/ 251 w 1239"/>
                <a:gd name="T39" fmla="*/ 775 h 1233"/>
                <a:gd name="T40" fmla="*/ 318 w 1239"/>
                <a:gd name="T41" fmla="*/ 702 h 1233"/>
                <a:gd name="T42" fmla="*/ 377 w 1239"/>
                <a:gd name="T43" fmla="*/ 696 h 1233"/>
                <a:gd name="T44" fmla="*/ 404 w 1239"/>
                <a:gd name="T45" fmla="*/ 722 h 1233"/>
                <a:gd name="T46" fmla="*/ 384 w 1239"/>
                <a:gd name="T47" fmla="*/ 749 h 1233"/>
                <a:gd name="T48" fmla="*/ 338 w 1239"/>
                <a:gd name="T49" fmla="*/ 742 h 1233"/>
                <a:gd name="T50" fmla="*/ 291 w 1239"/>
                <a:gd name="T51" fmla="*/ 788 h 1233"/>
                <a:gd name="T52" fmla="*/ 311 w 1239"/>
                <a:gd name="T53" fmla="*/ 821 h 1233"/>
                <a:gd name="T54" fmla="*/ 344 w 1239"/>
                <a:gd name="T55" fmla="*/ 815 h 1233"/>
                <a:gd name="T56" fmla="*/ 404 w 1239"/>
                <a:gd name="T57" fmla="*/ 782 h 1233"/>
                <a:gd name="T58" fmla="*/ 470 w 1239"/>
                <a:gd name="T59" fmla="*/ 768 h 1233"/>
                <a:gd name="T60" fmla="*/ 523 w 1239"/>
                <a:gd name="T61" fmla="*/ 828 h 1233"/>
                <a:gd name="T62" fmla="*/ 722 w 1239"/>
                <a:gd name="T63" fmla="*/ 682 h 1233"/>
                <a:gd name="T64" fmla="*/ 616 w 1239"/>
                <a:gd name="T65" fmla="*/ 788 h 1233"/>
                <a:gd name="T66" fmla="*/ 563 w 1239"/>
                <a:gd name="T67" fmla="*/ 788 h 1233"/>
                <a:gd name="T68" fmla="*/ 410 w 1239"/>
                <a:gd name="T69" fmla="*/ 629 h 1233"/>
                <a:gd name="T70" fmla="*/ 424 w 1239"/>
                <a:gd name="T71" fmla="*/ 596 h 1233"/>
                <a:gd name="T72" fmla="*/ 543 w 1239"/>
                <a:gd name="T73" fmla="*/ 484 h 1233"/>
                <a:gd name="T74" fmla="*/ 563 w 1239"/>
                <a:gd name="T75" fmla="*/ 510 h 1233"/>
                <a:gd name="T76" fmla="*/ 463 w 1239"/>
                <a:gd name="T77" fmla="*/ 616 h 1233"/>
                <a:gd name="T78" fmla="*/ 596 w 1239"/>
                <a:gd name="T79" fmla="*/ 583 h 1233"/>
                <a:gd name="T80" fmla="*/ 629 w 1239"/>
                <a:gd name="T81" fmla="*/ 576 h 1233"/>
                <a:gd name="T82" fmla="*/ 622 w 1239"/>
                <a:gd name="T83" fmla="*/ 610 h 1233"/>
                <a:gd name="T84" fmla="*/ 596 w 1239"/>
                <a:gd name="T85" fmla="*/ 742 h 1233"/>
                <a:gd name="T86" fmla="*/ 708 w 1239"/>
                <a:gd name="T87" fmla="*/ 643 h 1233"/>
                <a:gd name="T88" fmla="*/ 728 w 1239"/>
                <a:gd name="T89" fmla="*/ 669 h 1233"/>
                <a:gd name="T90" fmla="*/ 887 w 1239"/>
                <a:gd name="T91" fmla="*/ 504 h 1233"/>
                <a:gd name="T92" fmla="*/ 854 w 1239"/>
                <a:gd name="T93" fmla="*/ 557 h 1233"/>
                <a:gd name="T94" fmla="*/ 761 w 1239"/>
                <a:gd name="T95" fmla="*/ 596 h 1233"/>
                <a:gd name="T96" fmla="*/ 662 w 1239"/>
                <a:gd name="T97" fmla="*/ 550 h 1233"/>
                <a:gd name="T98" fmla="*/ 616 w 1239"/>
                <a:gd name="T99" fmla="*/ 451 h 1233"/>
                <a:gd name="T100" fmla="*/ 655 w 1239"/>
                <a:gd name="T101" fmla="*/ 358 h 1233"/>
                <a:gd name="T102" fmla="*/ 788 w 1239"/>
                <a:gd name="T103" fmla="*/ 318 h 1233"/>
                <a:gd name="T104" fmla="*/ 887 w 1239"/>
                <a:gd name="T105" fmla="*/ 404 h 1233"/>
                <a:gd name="T106" fmla="*/ 887 w 1239"/>
                <a:gd name="T107" fmla="*/ 504 h 1233"/>
                <a:gd name="T108" fmla="*/ 887 w 1239"/>
                <a:gd name="T109" fmla="*/ 504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39" h="1233">
                  <a:moveTo>
                    <a:pt x="1205" y="206"/>
                  </a:moveTo>
                  <a:lnTo>
                    <a:pt x="1205" y="206"/>
                  </a:lnTo>
                  <a:cubicBezTo>
                    <a:pt x="1166" y="159"/>
                    <a:pt x="1166" y="159"/>
                    <a:pt x="1166" y="159"/>
                  </a:cubicBezTo>
                  <a:cubicBezTo>
                    <a:pt x="1106" y="212"/>
                    <a:pt x="1106" y="212"/>
                    <a:pt x="1106" y="212"/>
                  </a:cubicBezTo>
                  <a:cubicBezTo>
                    <a:pt x="1113" y="252"/>
                    <a:pt x="1106" y="292"/>
                    <a:pt x="1079" y="318"/>
                  </a:cubicBezTo>
                  <a:cubicBezTo>
                    <a:pt x="1033" y="365"/>
                    <a:pt x="960" y="365"/>
                    <a:pt x="914" y="318"/>
                  </a:cubicBezTo>
                  <a:cubicBezTo>
                    <a:pt x="867" y="272"/>
                    <a:pt x="867" y="206"/>
                    <a:pt x="914" y="159"/>
                  </a:cubicBezTo>
                  <a:cubicBezTo>
                    <a:pt x="940" y="133"/>
                    <a:pt x="980" y="120"/>
                    <a:pt x="1020" y="126"/>
                  </a:cubicBezTo>
                  <a:cubicBezTo>
                    <a:pt x="1073" y="73"/>
                    <a:pt x="1073" y="73"/>
                    <a:pt x="1073" y="73"/>
                  </a:cubicBezTo>
                  <a:cubicBezTo>
                    <a:pt x="1033" y="27"/>
                    <a:pt x="1033" y="27"/>
                    <a:pt x="1033" y="27"/>
                  </a:cubicBezTo>
                  <a:cubicBezTo>
                    <a:pt x="1000" y="0"/>
                    <a:pt x="689" y="0"/>
                    <a:pt x="655" y="27"/>
                  </a:cubicBezTo>
                  <a:cubicBezTo>
                    <a:pt x="26" y="656"/>
                    <a:pt x="26" y="656"/>
                    <a:pt x="26" y="656"/>
                  </a:cubicBezTo>
                  <a:cubicBezTo>
                    <a:pt x="0" y="682"/>
                    <a:pt x="0" y="735"/>
                    <a:pt x="26" y="762"/>
                  </a:cubicBezTo>
                  <a:cubicBezTo>
                    <a:pt x="470" y="1206"/>
                    <a:pt x="470" y="1206"/>
                    <a:pt x="470" y="1206"/>
                  </a:cubicBezTo>
                  <a:cubicBezTo>
                    <a:pt x="503" y="1232"/>
                    <a:pt x="549" y="1232"/>
                    <a:pt x="583" y="1206"/>
                  </a:cubicBezTo>
                  <a:cubicBezTo>
                    <a:pt x="1205" y="576"/>
                    <a:pt x="1205" y="576"/>
                    <a:pt x="1205" y="576"/>
                  </a:cubicBezTo>
                  <a:cubicBezTo>
                    <a:pt x="1238" y="550"/>
                    <a:pt x="1238" y="232"/>
                    <a:pt x="1205" y="206"/>
                  </a:cubicBezTo>
                  <a:close/>
                  <a:moveTo>
                    <a:pt x="516" y="881"/>
                  </a:moveTo>
                  <a:lnTo>
                    <a:pt x="516" y="881"/>
                  </a:lnTo>
                  <a:cubicBezTo>
                    <a:pt x="510" y="894"/>
                    <a:pt x="496" y="914"/>
                    <a:pt x="483" y="927"/>
                  </a:cubicBezTo>
                  <a:cubicBezTo>
                    <a:pt x="463" y="947"/>
                    <a:pt x="443" y="960"/>
                    <a:pt x="424" y="960"/>
                  </a:cubicBezTo>
                  <a:cubicBezTo>
                    <a:pt x="410" y="967"/>
                    <a:pt x="397" y="967"/>
                    <a:pt x="384" y="967"/>
                  </a:cubicBezTo>
                  <a:cubicBezTo>
                    <a:pt x="371" y="960"/>
                    <a:pt x="357" y="954"/>
                    <a:pt x="351" y="947"/>
                  </a:cubicBezTo>
                  <a:cubicBezTo>
                    <a:pt x="344" y="941"/>
                    <a:pt x="344" y="934"/>
                    <a:pt x="344" y="927"/>
                  </a:cubicBezTo>
                  <a:cubicBezTo>
                    <a:pt x="344" y="921"/>
                    <a:pt x="344" y="921"/>
                    <a:pt x="351" y="914"/>
                  </a:cubicBezTo>
                  <a:cubicBezTo>
                    <a:pt x="351" y="907"/>
                    <a:pt x="357" y="907"/>
                    <a:pt x="364" y="907"/>
                  </a:cubicBezTo>
                  <a:cubicBezTo>
                    <a:pt x="371" y="907"/>
                    <a:pt x="377" y="907"/>
                    <a:pt x="384" y="907"/>
                  </a:cubicBezTo>
                  <a:cubicBezTo>
                    <a:pt x="391" y="914"/>
                    <a:pt x="397" y="914"/>
                    <a:pt x="404" y="921"/>
                  </a:cubicBezTo>
                  <a:cubicBezTo>
                    <a:pt x="410" y="921"/>
                    <a:pt x="424" y="921"/>
                    <a:pt x="430" y="914"/>
                  </a:cubicBezTo>
                  <a:cubicBezTo>
                    <a:pt x="437" y="914"/>
                    <a:pt x="443" y="907"/>
                    <a:pt x="450" y="901"/>
                  </a:cubicBezTo>
                  <a:cubicBezTo>
                    <a:pt x="463" y="888"/>
                    <a:pt x="470" y="874"/>
                    <a:pt x="470" y="861"/>
                  </a:cubicBezTo>
                  <a:cubicBezTo>
                    <a:pt x="477" y="848"/>
                    <a:pt x="470" y="841"/>
                    <a:pt x="463" y="835"/>
                  </a:cubicBezTo>
                  <a:cubicBezTo>
                    <a:pt x="457" y="828"/>
                    <a:pt x="450" y="821"/>
                    <a:pt x="443" y="821"/>
                  </a:cubicBezTo>
                  <a:cubicBezTo>
                    <a:pt x="437" y="821"/>
                    <a:pt x="424" y="828"/>
                    <a:pt x="417" y="828"/>
                  </a:cubicBezTo>
                  <a:cubicBezTo>
                    <a:pt x="410" y="835"/>
                    <a:pt x="397" y="841"/>
                    <a:pt x="384" y="848"/>
                  </a:cubicBezTo>
                  <a:cubicBezTo>
                    <a:pt x="371" y="854"/>
                    <a:pt x="357" y="868"/>
                    <a:pt x="338" y="868"/>
                  </a:cubicBezTo>
                  <a:cubicBezTo>
                    <a:pt x="324" y="874"/>
                    <a:pt x="311" y="874"/>
                    <a:pt x="298" y="874"/>
                  </a:cubicBezTo>
                  <a:cubicBezTo>
                    <a:pt x="291" y="874"/>
                    <a:pt x="278" y="868"/>
                    <a:pt x="265" y="854"/>
                  </a:cubicBezTo>
                  <a:cubicBezTo>
                    <a:pt x="251" y="841"/>
                    <a:pt x="245" y="835"/>
                    <a:pt x="245" y="821"/>
                  </a:cubicBezTo>
                  <a:cubicBezTo>
                    <a:pt x="245" y="802"/>
                    <a:pt x="245" y="788"/>
                    <a:pt x="251" y="775"/>
                  </a:cubicBezTo>
                  <a:cubicBezTo>
                    <a:pt x="258" y="762"/>
                    <a:pt x="271" y="742"/>
                    <a:pt x="285" y="729"/>
                  </a:cubicBezTo>
                  <a:cubicBezTo>
                    <a:pt x="298" y="715"/>
                    <a:pt x="304" y="709"/>
                    <a:pt x="318" y="702"/>
                  </a:cubicBezTo>
                  <a:cubicBezTo>
                    <a:pt x="331" y="696"/>
                    <a:pt x="344" y="696"/>
                    <a:pt x="351" y="696"/>
                  </a:cubicBezTo>
                  <a:cubicBezTo>
                    <a:pt x="364" y="696"/>
                    <a:pt x="371" y="696"/>
                    <a:pt x="377" y="696"/>
                  </a:cubicBezTo>
                  <a:cubicBezTo>
                    <a:pt x="384" y="696"/>
                    <a:pt x="391" y="702"/>
                    <a:pt x="397" y="709"/>
                  </a:cubicBezTo>
                  <a:cubicBezTo>
                    <a:pt x="404" y="715"/>
                    <a:pt x="404" y="715"/>
                    <a:pt x="404" y="722"/>
                  </a:cubicBezTo>
                  <a:cubicBezTo>
                    <a:pt x="404" y="735"/>
                    <a:pt x="404" y="735"/>
                    <a:pt x="397" y="742"/>
                  </a:cubicBezTo>
                  <a:cubicBezTo>
                    <a:pt x="397" y="749"/>
                    <a:pt x="391" y="749"/>
                    <a:pt x="384" y="749"/>
                  </a:cubicBezTo>
                  <a:cubicBezTo>
                    <a:pt x="384" y="749"/>
                    <a:pt x="377" y="749"/>
                    <a:pt x="371" y="749"/>
                  </a:cubicBezTo>
                  <a:cubicBezTo>
                    <a:pt x="357" y="742"/>
                    <a:pt x="344" y="742"/>
                    <a:pt x="338" y="742"/>
                  </a:cubicBezTo>
                  <a:cubicBezTo>
                    <a:pt x="331" y="742"/>
                    <a:pt x="318" y="749"/>
                    <a:pt x="311" y="762"/>
                  </a:cubicBezTo>
                  <a:cubicBezTo>
                    <a:pt x="298" y="768"/>
                    <a:pt x="291" y="782"/>
                    <a:pt x="291" y="788"/>
                  </a:cubicBezTo>
                  <a:cubicBezTo>
                    <a:pt x="291" y="802"/>
                    <a:pt x="291" y="808"/>
                    <a:pt x="298" y="815"/>
                  </a:cubicBezTo>
                  <a:cubicBezTo>
                    <a:pt x="304" y="821"/>
                    <a:pt x="304" y="821"/>
                    <a:pt x="311" y="821"/>
                  </a:cubicBezTo>
                  <a:cubicBezTo>
                    <a:pt x="318" y="821"/>
                    <a:pt x="318" y="821"/>
                    <a:pt x="324" y="821"/>
                  </a:cubicBezTo>
                  <a:cubicBezTo>
                    <a:pt x="331" y="821"/>
                    <a:pt x="338" y="815"/>
                    <a:pt x="344" y="815"/>
                  </a:cubicBezTo>
                  <a:cubicBezTo>
                    <a:pt x="344" y="815"/>
                    <a:pt x="357" y="808"/>
                    <a:pt x="364" y="802"/>
                  </a:cubicBezTo>
                  <a:cubicBezTo>
                    <a:pt x="377" y="795"/>
                    <a:pt x="391" y="788"/>
                    <a:pt x="404" y="782"/>
                  </a:cubicBezTo>
                  <a:cubicBezTo>
                    <a:pt x="417" y="775"/>
                    <a:pt x="424" y="768"/>
                    <a:pt x="437" y="768"/>
                  </a:cubicBezTo>
                  <a:cubicBezTo>
                    <a:pt x="450" y="768"/>
                    <a:pt x="457" y="768"/>
                    <a:pt x="470" y="768"/>
                  </a:cubicBezTo>
                  <a:cubicBezTo>
                    <a:pt x="477" y="775"/>
                    <a:pt x="490" y="782"/>
                    <a:pt x="496" y="788"/>
                  </a:cubicBezTo>
                  <a:cubicBezTo>
                    <a:pt x="510" y="802"/>
                    <a:pt x="516" y="815"/>
                    <a:pt x="523" y="828"/>
                  </a:cubicBezTo>
                  <a:cubicBezTo>
                    <a:pt x="523" y="848"/>
                    <a:pt x="523" y="861"/>
                    <a:pt x="516" y="881"/>
                  </a:cubicBezTo>
                  <a:close/>
                  <a:moveTo>
                    <a:pt x="722" y="682"/>
                  </a:moveTo>
                  <a:lnTo>
                    <a:pt x="722" y="682"/>
                  </a:lnTo>
                  <a:cubicBezTo>
                    <a:pt x="616" y="788"/>
                    <a:pt x="616" y="788"/>
                    <a:pt x="616" y="788"/>
                  </a:cubicBezTo>
                  <a:cubicBezTo>
                    <a:pt x="602" y="802"/>
                    <a:pt x="596" y="802"/>
                    <a:pt x="589" y="802"/>
                  </a:cubicBezTo>
                  <a:cubicBezTo>
                    <a:pt x="583" y="802"/>
                    <a:pt x="576" y="802"/>
                    <a:pt x="563" y="788"/>
                  </a:cubicBezTo>
                  <a:cubicBezTo>
                    <a:pt x="424" y="649"/>
                    <a:pt x="424" y="649"/>
                    <a:pt x="424" y="649"/>
                  </a:cubicBezTo>
                  <a:cubicBezTo>
                    <a:pt x="417" y="643"/>
                    <a:pt x="410" y="636"/>
                    <a:pt x="410" y="629"/>
                  </a:cubicBezTo>
                  <a:cubicBezTo>
                    <a:pt x="410" y="623"/>
                    <a:pt x="410" y="623"/>
                    <a:pt x="410" y="616"/>
                  </a:cubicBezTo>
                  <a:cubicBezTo>
                    <a:pt x="410" y="610"/>
                    <a:pt x="417" y="603"/>
                    <a:pt x="424" y="596"/>
                  </a:cubicBezTo>
                  <a:cubicBezTo>
                    <a:pt x="523" y="497"/>
                    <a:pt x="523" y="497"/>
                    <a:pt x="523" y="497"/>
                  </a:cubicBezTo>
                  <a:cubicBezTo>
                    <a:pt x="530" y="490"/>
                    <a:pt x="536" y="484"/>
                    <a:pt x="543" y="484"/>
                  </a:cubicBezTo>
                  <a:cubicBezTo>
                    <a:pt x="549" y="484"/>
                    <a:pt x="549" y="490"/>
                    <a:pt x="556" y="490"/>
                  </a:cubicBezTo>
                  <a:cubicBezTo>
                    <a:pt x="563" y="497"/>
                    <a:pt x="563" y="504"/>
                    <a:pt x="563" y="510"/>
                  </a:cubicBezTo>
                  <a:cubicBezTo>
                    <a:pt x="563" y="517"/>
                    <a:pt x="563" y="517"/>
                    <a:pt x="556" y="523"/>
                  </a:cubicBezTo>
                  <a:cubicBezTo>
                    <a:pt x="463" y="616"/>
                    <a:pt x="463" y="616"/>
                    <a:pt x="463" y="616"/>
                  </a:cubicBezTo>
                  <a:cubicBezTo>
                    <a:pt x="510" y="662"/>
                    <a:pt x="510" y="662"/>
                    <a:pt x="510" y="662"/>
                  </a:cubicBezTo>
                  <a:cubicBezTo>
                    <a:pt x="596" y="583"/>
                    <a:pt x="596" y="583"/>
                    <a:pt x="596" y="583"/>
                  </a:cubicBezTo>
                  <a:cubicBezTo>
                    <a:pt x="602" y="576"/>
                    <a:pt x="602" y="570"/>
                    <a:pt x="609" y="570"/>
                  </a:cubicBezTo>
                  <a:cubicBezTo>
                    <a:pt x="616" y="570"/>
                    <a:pt x="622" y="570"/>
                    <a:pt x="629" y="576"/>
                  </a:cubicBezTo>
                  <a:cubicBezTo>
                    <a:pt x="629" y="583"/>
                    <a:pt x="636" y="590"/>
                    <a:pt x="629" y="590"/>
                  </a:cubicBezTo>
                  <a:cubicBezTo>
                    <a:pt x="629" y="596"/>
                    <a:pt x="629" y="603"/>
                    <a:pt x="622" y="610"/>
                  </a:cubicBezTo>
                  <a:cubicBezTo>
                    <a:pt x="543" y="689"/>
                    <a:pt x="543" y="689"/>
                    <a:pt x="543" y="689"/>
                  </a:cubicBezTo>
                  <a:cubicBezTo>
                    <a:pt x="596" y="742"/>
                    <a:pt x="596" y="742"/>
                    <a:pt x="596" y="742"/>
                  </a:cubicBezTo>
                  <a:cubicBezTo>
                    <a:pt x="689" y="656"/>
                    <a:pt x="689" y="656"/>
                    <a:pt x="689" y="656"/>
                  </a:cubicBezTo>
                  <a:cubicBezTo>
                    <a:pt x="695" y="649"/>
                    <a:pt x="702" y="643"/>
                    <a:pt x="708" y="643"/>
                  </a:cubicBezTo>
                  <a:cubicBezTo>
                    <a:pt x="708" y="643"/>
                    <a:pt x="715" y="649"/>
                    <a:pt x="722" y="649"/>
                  </a:cubicBezTo>
                  <a:cubicBezTo>
                    <a:pt x="728" y="656"/>
                    <a:pt x="728" y="662"/>
                    <a:pt x="728" y="669"/>
                  </a:cubicBezTo>
                  <a:cubicBezTo>
                    <a:pt x="728" y="676"/>
                    <a:pt x="722" y="676"/>
                    <a:pt x="722" y="682"/>
                  </a:cubicBezTo>
                  <a:close/>
                  <a:moveTo>
                    <a:pt x="887" y="504"/>
                  </a:moveTo>
                  <a:lnTo>
                    <a:pt x="887" y="504"/>
                  </a:lnTo>
                  <a:cubicBezTo>
                    <a:pt x="881" y="523"/>
                    <a:pt x="874" y="537"/>
                    <a:pt x="854" y="557"/>
                  </a:cubicBezTo>
                  <a:cubicBezTo>
                    <a:pt x="841" y="570"/>
                    <a:pt x="828" y="576"/>
                    <a:pt x="808" y="590"/>
                  </a:cubicBezTo>
                  <a:cubicBezTo>
                    <a:pt x="795" y="596"/>
                    <a:pt x="775" y="596"/>
                    <a:pt x="761" y="596"/>
                  </a:cubicBezTo>
                  <a:cubicBezTo>
                    <a:pt x="742" y="596"/>
                    <a:pt x="728" y="590"/>
                    <a:pt x="708" y="583"/>
                  </a:cubicBezTo>
                  <a:cubicBezTo>
                    <a:pt x="695" y="576"/>
                    <a:pt x="675" y="563"/>
                    <a:pt x="662" y="550"/>
                  </a:cubicBezTo>
                  <a:cubicBezTo>
                    <a:pt x="649" y="530"/>
                    <a:pt x="636" y="517"/>
                    <a:pt x="629" y="504"/>
                  </a:cubicBezTo>
                  <a:cubicBezTo>
                    <a:pt x="622" y="484"/>
                    <a:pt x="616" y="470"/>
                    <a:pt x="616" y="451"/>
                  </a:cubicBezTo>
                  <a:cubicBezTo>
                    <a:pt x="616" y="437"/>
                    <a:pt x="616" y="418"/>
                    <a:pt x="622" y="404"/>
                  </a:cubicBezTo>
                  <a:cubicBezTo>
                    <a:pt x="629" y="384"/>
                    <a:pt x="642" y="371"/>
                    <a:pt x="655" y="358"/>
                  </a:cubicBezTo>
                  <a:cubicBezTo>
                    <a:pt x="675" y="338"/>
                    <a:pt x="695" y="325"/>
                    <a:pt x="722" y="318"/>
                  </a:cubicBezTo>
                  <a:cubicBezTo>
                    <a:pt x="742" y="312"/>
                    <a:pt x="768" y="312"/>
                    <a:pt x="788" y="318"/>
                  </a:cubicBezTo>
                  <a:cubicBezTo>
                    <a:pt x="808" y="325"/>
                    <a:pt x="828" y="338"/>
                    <a:pt x="854" y="358"/>
                  </a:cubicBezTo>
                  <a:cubicBezTo>
                    <a:pt x="867" y="378"/>
                    <a:pt x="881" y="391"/>
                    <a:pt x="887" y="404"/>
                  </a:cubicBezTo>
                  <a:cubicBezTo>
                    <a:pt x="894" y="424"/>
                    <a:pt x="901" y="437"/>
                    <a:pt x="901" y="457"/>
                  </a:cubicBezTo>
                  <a:cubicBezTo>
                    <a:pt x="901" y="470"/>
                    <a:pt x="894" y="490"/>
                    <a:pt x="887" y="504"/>
                  </a:cubicBezTo>
                  <a:close/>
                  <a:moveTo>
                    <a:pt x="887" y="504"/>
                  </a:moveTo>
                  <a:lnTo>
                    <a:pt x="887" y="50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+mj-lt"/>
                <a:cs typeface="+mn-ea"/>
                <a:sym typeface="+mn-lt"/>
              </a:endParaRPr>
            </a:p>
          </p:txBody>
        </p:sp>
        <p:grpSp>
          <p:nvGrpSpPr>
            <p:cNvPr id="24" name="Group 167"/>
            <p:cNvGrpSpPr/>
            <p:nvPr/>
          </p:nvGrpSpPr>
          <p:grpSpPr>
            <a:xfrm>
              <a:off x="3060300" y="2537561"/>
              <a:ext cx="114057" cy="113936"/>
              <a:chOff x="8571240" y="5550087"/>
              <a:chExt cx="304072" cy="303870"/>
            </a:xfrm>
          </p:grpSpPr>
          <p:sp>
            <p:nvSpPr>
              <p:cNvPr id="42" name="Freeform: Shape 168"/>
              <p:cNvSpPr>
                <a:spLocks/>
              </p:cNvSpPr>
              <p:nvPr/>
            </p:nvSpPr>
            <p:spPr bwMode="auto">
              <a:xfrm>
                <a:off x="8571240" y="5550087"/>
                <a:ext cx="304072" cy="303870"/>
              </a:xfrm>
              <a:custGeom>
                <a:avLst/>
                <a:gdLst>
                  <a:gd name="T0" fmla="*/ 480 w 481"/>
                  <a:gd name="T1" fmla="*/ 240 h 481"/>
                  <a:gd name="T2" fmla="*/ 480 w 481"/>
                  <a:gd name="T3" fmla="*/ 240 h 481"/>
                  <a:gd name="T4" fmla="*/ 240 w 481"/>
                  <a:gd name="T5" fmla="*/ 0 h 481"/>
                  <a:gd name="T6" fmla="*/ 0 w 481"/>
                  <a:gd name="T7" fmla="*/ 240 h 481"/>
                  <a:gd name="T8" fmla="*/ 240 w 481"/>
                  <a:gd name="T9" fmla="*/ 480 h 481"/>
                  <a:gd name="T10" fmla="*/ 480 w 481"/>
                  <a:gd name="T11" fmla="*/ 24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1" h="481">
                    <a:moveTo>
                      <a:pt x="480" y="240"/>
                    </a:moveTo>
                    <a:lnTo>
                      <a:pt x="480" y="240"/>
                    </a:lnTo>
                    <a:cubicBezTo>
                      <a:pt x="480" y="109"/>
                      <a:pt x="371" y="0"/>
                      <a:pt x="240" y="0"/>
                    </a:cubicBezTo>
                    <a:cubicBezTo>
                      <a:pt x="103" y="0"/>
                      <a:pt x="0" y="109"/>
                      <a:pt x="0" y="240"/>
                    </a:cubicBezTo>
                    <a:cubicBezTo>
                      <a:pt x="0" y="372"/>
                      <a:pt x="103" y="480"/>
                      <a:pt x="240" y="480"/>
                    </a:cubicBezTo>
                    <a:cubicBezTo>
                      <a:pt x="371" y="480"/>
                      <a:pt x="480" y="372"/>
                      <a:pt x="480" y="24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grpSp>
            <p:nvGrpSpPr>
              <p:cNvPr id="43" name="Group 169"/>
              <p:cNvGrpSpPr/>
              <p:nvPr/>
            </p:nvGrpSpPr>
            <p:grpSpPr>
              <a:xfrm>
                <a:off x="8633181" y="5620427"/>
                <a:ext cx="183006" cy="180070"/>
                <a:chOff x="8633181" y="5620427"/>
                <a:chExt cx="183006" cy="180070"/>
              </a:xfrm>
              <a:solidFill>
                <a:schemeClr val="bg1"/>
              </a:solidFill>
            </p:grpSpPr>
            <p:sp>
              <p:nvSpPr>
                <p:cNvPr id="44" name="Freeform: Shape 170"/>
                <p:cNvSpPr>
                  <a:spLocks/>
                </p:cNvSpPr>
                <p:nvPr/>
              </p:nvSpPr>
              <p:spPr bwMode="auto">
                <a:xfrm>
                  <a:off x="8717645" y="5620427"/>
                  <a:ext cx="16893" cy="180070"/>
                </a:xfrm>
                <a:custGeom>
                  <a:avLst/>
                  <a:gdLst>
                    <a:gd name="T0" fmla="*/ 28 w 29"/>
                    <a:gd name="T1" fmla="*/ 285 h 286"/>
                    <a:gd name="T2" fmla="*/ 0 w 29"/>
                    <a:gd name="T3" fmla="*/ 285 h 286"/>
                    <a:gd name="T4" fmla="*/ 0 w 29"/>
                    <a:gd name="T5" fmla="*/ 0 h 286"/>
                    <a:gd name="T6" fmla="*/ 28 w 29"/>
                    <a:gd name="T7" fmla="*/ 0 h 286"/>
                    <a:gd name="T8" fmla="*/ 28 w 29"/>
                    <a:gd name="T9" fmla="*/ 285 h 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286">
                      <a:moveTo>
                        <a:pt x="28" y="285"/>
                      </a:moveTo>
                      <a:lnTo>
                        <a:pt x="0" y="285"/>
                      </a:lnTo>
                      <a:lnTo>
                        <a:pt x="0" y="0"/>
                      </a:lnTo>
                      <a:lnTo>
                        <a:pt x="28" y="0"/>
                      </a:lnTo>
                      <a:lnTo>
                        <a:pt x="28" y="285"/>
                      </a:ln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Freeform: Shape 171"/>
                <p:cNvSpPr>
                  <a:spLocks/>
                </p:cNvSpPr>
                <p:nvPr/>
              </p:nvSpPr>
              <p:spPr bwMode="auto">
                <a:xfrm>
                  <a:off x="8633181" y="5699209"/>
                  <a:ext cx="183006" cy="19695"/>
                </a:xfrm>
                <a:custGeom>
                  <a:avLst/>
                  <a:gdLst>
                    <a:gd name="T0" fmla="*/ 0 w 293"/>
                    <a:gd name="T1" fmla="*/ 35 h 36"/>
                    <a:gd name="T2" fmla="*/ 0 w 293"/>
                    <a:gd name="T3" fmla="*/ 0 h 36"/>
                    <a:gd name="T4" fmla="*/ 292 w 293"/>
                    <a:gd name="T5" fmla="*/ 0 h 36"/>
                    <a:gd name="T6" fmla="*/ 292 w 293"/>
                    <a:gd name="T7" fmla="*/ 35 h 36"/>
                    <a:gd name="T8" fmla="*/ 0 w 293"/>
                    <a:gd name="T9" fmla="*/ 3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3" h="36">
                      <a:moveTo>
                        <a:pt x="0" y="35"/>
                      </a:moveTo>
                      <a:lnTo>
                        <a:pt x="0" y="0"/>
                      </a:lnTo>
                      <a:lnTo>
                        <a:pt x="292" y="0"/>
                      </a:lnTo>
                      <a:lnTo>
                        <a:pt x="292" y="35"/>
                      </a:lnTo>
                      <a:lnTo>
                        <a:pt x="0" y="35"/>
                      </a:ln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25" name="Group 174"/>
            <p:cNvGrpSpPr/>
            <p:nvPr/>
          </p:nvGrpSpPr>
          <p:grpSpPr>
            <a:xfrm>
              <a:off x="6104066" y="2529719"/>
              <a:ext cx="114057" cy="113936"/>
              <a:chOff x="8571240" y="5550087"/>
              <a:chExt cx="304072" cy="303870"/>
            </a:xfrm>
          </p:grpSpPr>
          <p:sp>
            <p:nvSpPr>
              <p:cNvPr id="38" name="Freeform: Shape 175"/>
              <p:cNvSpPr>
                <a:spLocks/>
              </p:cNvSpPr>
              <p:nvPr/>
            </p:nvSpPr>
            <p:spPr bwMode="auto">
              <a:xfrm>
                <a:off x="8571240" y="5550087"/>
                <a:ext cx="304072" cy="303870"/>
              </a:xfrm>
              <a:custGeom>
                <a:avLst/>
                <a:gdLst>
                  <a:gd name="T0" fmla="*/ 480 w 481"/>
                  <a:gd name="T1" fmla="*/ 240 h 481"/>
                  <a:gd name="T2" fmla="*/ 480 w 481"/>
                  <a:gd name="T3" fmla="*/ 240 h 481"/>
                  <a:gd name="T4" fmla="*/ 240 w 481"/>
                  <a:gd name="T5" fmla="*/ 0 h 481"/>
                  <a:gd name="T6" fmla="*/ 0 w 481"/>
                  <a:gd name="T7" fmla="*/ 240 h 481"/>
                  <a:gd name="T8" fmla="*/ 240 w 481"/>
                  <a:gd name="T9" fmla="*/ 480 h 481"/>
                  <a:gd name="T10" fmla="*/ 480 w 481"/>
                  <a:gd name="T11" fmla="*/ 24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1" h="481">
                    <a:moveTo>
                      <a:pt x="480" y="240"/>
                    </a:moveTo>
                    <a:lnTo>
                      <a:pt x="480" y="240"/>
                    </a:lnTo>
                    <a:cubicBezTo>
                      <a:pt x="480" y="109"/>
                      <a:pt x="371" y="0"/>
                      <a:pt x="240" y="0"/>
                    </a:cubicBezTo>
                    <a:cubicBezTo>
                      <a:pt x="103" y="0"/>
                      <a:pt x="0" y="109"/>
                      <a:pt x="0" y="240"/>
                    </a:cubicBezTo>
                    <a:cubicBezTo>
                      <a:pt x="0" y="372"/>
                      <a:pt x="103" y="480"/>
                      <a:pt x="240" y="480"/>
                    </a:cubicBezTo>
                    <a:cubicBezTo>
                      <a:pt x="371" y="480"/>
                      <a:pt x="480" y="372"/>
                      <a:pt x="480" y="24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+mj-lt"/>
                  <a:cs typeface="+mn-ea"/>
                  <a:sym typeface="+mn-lt"/>
                </a:endParaRPr>
              </a:p>
            </p:txBody>
          </p:sp>
          <p:grpSp>
            <p:nvGrpSpPr>
              <p:cNvPr id="39" name="Group 176"/>
              <p:cNvGrpSpPr/>
              <p:nvPr/>
            </p:nvGrpSpPr>
            <p:grpSpPr>
              <a:xfrm>
                <a:off x="8633181" y="5620427"/>
                <a:ext cx="183006" cy="180070"/>
                <a:chOff x="8633181" y="5620427"/>
                <a:chExt cx="183006" cy="180070"/>
              </a:xfrm>
              <a:solidFill>
                <a:schemeClr val="bg1"/>
              </a:solidFill>
            </p:grpSpPr>
            <p:sp>
              <p:nvSpPr>
                <p:cNvPr id="40" name="Freeform: Shape 177"/>
                <p:cNvSpPr>
                  <a:spLocks/>
                </p:cNvSpPr>
                <p:nvPr/>
              </p:nvSpPr>
              <p:spPr bwMode="auto">
                <a:xfrm>
                  <a:off x="8717645" y="5620427"/>
                  <a:ext cx="16893" cy="180070"/>
                </a:xfrm>
                <a:custGeom>
                  <a:avLst/>
                  <a:gdLst>
                    <a:gd name="T0" fmla="*/ 28 w 29"/>
                    <a:gd name="T1" fmla="*/ 285 h 286"/>
                    <a:gd name="T2" fmla="*/ 0 w 29"/>
                    <a:gd name="T3" fmla="*/ 285 h 286"/>
                    <a:gd name="T4" fmla="*/ 0 w 29"/>
                    <a:gd name="T5" fmla="*/ 0 h 286"/>
                    <a:gd name="T6" fmla="*/ 28 w 29"/>
                    <a:gd name="T7" fmla="*/ 0 h 286"/>
                    <a:gd name="T8" fmla="*/ 28 w 29"/>
                    <a:gd name="T9" fmla="*/ 285 h 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286">
                      <a:moveTo>
                        <a:pt x="28" y="285"/>
                      </a:moveTo>
                      <a:lnTo>
                        <a:pt x="0" y="285"/>
                      </a:lnTo>
                      <a:lnTo>
                        <a:pt x="0" y="0"/>
                      </a:lnTo>
                      <a:lnTo>
                        <a:pt x="28" y="0"/>
                      </a:lnTo>
                      <a:lnTo>
                        <a:pt x="28" y="285"/>
                      </a:ln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: Shape 178"/>
                <p:cNvSpPr>
                  <a:spLocks/>
                </p:cNvSpPr>
                <p:nvPr/>
              </p:nvSpPr>
              <p:spPr bwMode="auto">
                <a:xfrm>
                  <a:off x="8633181" y="5699209"/>
                  <a:ext cx="183006" cy="19695"/>
                </a:xfrm>
                <a:custGeom>
                  <a:avLst/>
                  <a:gdLst>
                    <a:gd name="T0" fmla="*/ 0 w 293"/>
                    <a:gd name="T1" fmla="*/ 35 h 36"/>
                    <a:gd name="T2" fmla="*/ 0 w 293"/>
                    <a:gd name="T3" fmla="*/ 0 h 36"/>
                    <a:gd name="T4" fmla="*/ 292 w 293"/>
                    <a:gd name="T5" fmla="*/ 0 h 36"/>
                    <a:gd name="T6" fmla="*/ 292 w 293"/>
                    <a:gd name="T7" fmla="*/ 35 h 36"/>
                    <a:gd name="T8" fmla="*/ 0 w 293"/>
                    <a:gd name="T9" fmla="*/ 3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3" h="36">
                      <a:moveTo>
                        <a:pt x="0" y="35"/>
                      </a:moveTo>
                      <a:lnTo>
                        <a:pt x="0" y="0"/>
                      </a:lnTo>
                      <a:lnTo>
                        <a:pt x="292" y="0"/>
                      </a:lnTo>
                      <a:lnTo>
                        <a:pt x="292" y="35"/>
                      </a:lnTo>
                      <a:lnTo>
                        <a:pt x="0" y="35"/>
                      </a:ln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latin typeface="+mj-lt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26" name="Group 184"/>
          <p:cNvGrpSpPr/>
          <p:nvPr/>
        </p:nvGrpSpPr>
        <p:grpSpPr>
          <a:xfrm>
            <a:off x="6218123" y="2262311"/>
            <a:ext cx="2086158" cy="730573"/>
            <a:chOff x="7118393" y="1309889"/>
            <a:chExt cx="2781544" cy="974097"/>
          </a:xfrm>
        </p:grpSpPr>
        <p:sp>
          <p:nvSpPr>
            <p:cNvPr id="36" name="Rectangle 185"/>
            <p:cNvSpPr/>
            <p:nvPr/>
          </p:nvSpPr>
          <p:spPr>
            <a:xfrm>
              <a:off x="7124064" y="1617666"/>
              <a:ext cx="2775873" cy="666320"/>
            </a:xfrm>
            <a:prstGeom prst="rect">
              <a:avLst/>
            </a:prstGeom>
          </p:spPr>
          <p:txBody>
            <a:bodyPr wrap="square" lIns="360000">
              <a:normAutofit/>
            </a:bodyPr>
            <a:lstStyle/>
            <a:p>
              <a:pPr rtl="1" algn="r">
                <a:lnSpc>
                  <a:spcPct val="120000"/>
                </a:lnSpc>
              </a:pPr>
              <a:r>
                <a:rPr lang="fa-IR" altLang="en-US" sz="1000" dirty="0">
                  <a:latin typeface="+mj-lt"/>
                  <a:cs typeface="+mn-ea"/>
                  <a:sym typeface="+mn-lt"/>
                </a:rPr>
                <a:t>جریان در لوله بدون جداشدگی</a:t>
              </a:r>
              <a:endParaRPr lang="fa-IR" altLang="en-US" sz="1000" dirty="0"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37" name="TextBox 186"/>
            <p:cNvSpPr txBox="1"/>
            <p:nvPr/>
          </p:nvSpPr>
          <p:spPr>
            <a:xfrm>
              <a:off x="7118393" y="1309889"/>
              <a:ext cx="1533067" cy="307777"/>
            </a:xfrm>
            <a:prstGeom prst="rect">
              <a:avLst/>
            </a:prstGeom>
            <a:noFill/>
          </p:spPr>
          <p:txBody>
            <a:bodyPr wrap="none" lIns="360000" anchor="b" anchorCtr="0">
              <a:normAutofit fontScale="70000"/>
            </a:bodyPr>
            <a:lstStyle/>
            <a:p>
              <a:pPr rtl="1" algn="r"/>
              <a:r>
                <a:rPr lang="fa-IR" altLang="en-US" sz="1400" b="1" dirty="0">
                  <a:solidFill>
                    <a:schemeClr val="accent3">
                      <a:lumMod val="100000"/>
                    </a:schemeClr>
                  </a:solidFill>
                  <a:latin typeface="+mj-lt"/>
                  <a:cs typeface="+mn-ea"/>
                  <a:sym typeface="+mn-lt"/>
                </a:rPr>
                <a:t>پمپ‌شدنی</a:t>
              </a:r>
              <a:endParaRPr lang="fa-IR" altLang="en-US" sz="1400" b="1" dirty="0">
                <a:solidFill>
                  <a:schemeClr val="accent3">
                    <a:lumMod val="10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</p:grpSp>
      <p:grpSp>
        <p:nvGrpSpPr>
          <p:cNvPr id="27" name="Group 187"/>
          <p:cNvGrpSpPr/>
          <p:nvPr/>
        </p:nvGrpSpPr>
        <p:grpSpPr>
          <a:xfrm>
            <a:off x="926595" y="2262311"/>
            <a:ext cx="2133704" cy="730573"/>
            <a:chOff x="7813595" y="2156753"/>
            <a:chExt cx="2639793" cy="974097"/>
          </a:xfrm>
        </p:grpSpPr>
        <p:sp>
          <p:nvSpPr>
            <p:cNvPr id="34" name="Rectangle 188"/>
            <p:cNvSpPr/>
            <p:nvPr/>
          </p:nvSpPr>
          <p:spPr>
            <a:xfrm>
              <a:off x="7813595" y="2464530"/>
              <a:ext cx="2639793" cy="666320"/>
            </a:xfrm>
            <a:prstGeom prst="rect">
              <a:avLst/>
            </a:prstGeom>
          </p:spPr>
          <p:txBody>
            <a:bodyPr wrap="square" rIns="360000">
              <a:normAutofit/>
            </a:bodyPr>
            <a:lstStyle/>
            <a:p>
              <a:pPr algn="r" rtl="1">
                <a:lnSpc>
                  <a:spcPct val="120000"/>
                </a:lnSpc>
              </a:pPr>
              <a:r>
                <a:rPr lang="fa-IR" altLang="en-US" sz="1000" dirty="0">
                  <a:latin typeface="+mj-lt"/>
                  <a:cs typeface="+mn-ea"/>
                  <a:sym typeface="+mn-lt"/>
                </a:rPr>
                <a:t>بدون لرزش؛ جریان دست‌کم ۱۰۰٪</a:t>
              </a:r>
              <a:endParaRPr lang="fa-IR" altLang="en-US" sz="1000" dirty="0"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35" name="TextBox 189"/>
            <p:cNvSpPr txBox="1"/>
            <p:nvPr/>
          </p:nvSpPr>
          <p:spPr>
            <a:xfrm>
              <a:off x="9030869" y="2156753"/>
              <a:ext cx="1422519" cy="307777"/>
            </a:xfrm>
            <a:prstGeom prst="rect">
              <a:avLst/>
            </a:prstGeom>
            <a:noFill/>
          </p:spPr>
          <p:txBody>
            <a:bodyPr wrap="none" rIns="360000" anchor="b" anchorCtr="0">
              <a:normAutofit fontScale="70000"/>
            </a:bodyPr>
            <a:lstStyle/>
            <a:p>
              <a:pPr algn="r" rtl="1"/>
              <a:r>
                <a:rPr lang="fa-IR" altLang="en-US" sz="1400" b="1" dirty="0">
                  <a:solidFill>
                    <a:schemeClr val="accent2">
                      <a:lumMod val="100000"/>
                    </a:schemeClr>
                  </a:solidFill>
                  <a:latin typeface="+mj-lt"/>
                  <a:cs typeface="+mn-ea"/>
                  <a:sym typeface="+mn-lt"/>
                </a:rPr>
                <a:t>خودجاری</a:t>
              </a:r>
              <a:endParaRPr lang="fa-IR" altLang="en-US" sz="1400" b="1" dirty="0">
                <a:solidFill>
                  <a:schemeClr val="accent2">
                    <a:lumMod val="10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</p:grpSp>
      <p:grpSp>
        <p:nvGrpSpPr>
          <p:cNvPr id="28" name="Group 196"/>
          <p:cNvGrpSpPr/>
          <p:nvPr/>
        </p:nvGrpSpPr>
        <p:grpSpPr>
          <a:xfrm>
            <a:off x="6707235" y="3426466"/>
            <a:ext cx="2086158" cy="730573"/>
            <a:chOff x="7118393" y="1309889"/>
            <a:chExt cx="2781544" cy="974097"/>
          </a:xfrm>
        </p:grpSpPr>
        <p:sp>
          <p:nvSpPr>
            <p:cNvPr id="32" name="Rectangle 197"/>
            <p:cNvSpPr/>
            <p:nvPr/>
          </p:nvSpPr>
          <p:spPr>
            <a:xfrm>
              <a:off x="7124064" y="1617666"/>
              <a:ext cx="2775873" cy="666320"/>
            </a:xfrm>
            <a:prstGeom prst="rect">
              <a:avLst/>
            </a:prstGeom>
          </p:spPr>
          <p:txBody>
            <a:bodyPr wrap="square" lIns="360000">
              <a:normAutofit/>
            </a:bodyPr>
            <a:lstStyle/>
            <a:p>
              <a:pPr rtl="1" algn="r">
                <a:lnSpc>
                  <a:spcPct val="120000"/>
                </a:lnSpc>
              </a:pPr>
              <a:r>
                <a:rPr lang="fa-IR" altLang="en-US" sz="1000" dirty="0">
                  <a:latin typeface="+mj-lt"/>
                  <a:cs typeface="+mn-ea"/>
                  <a:sym typeface="+mn-lt"/>
                </a:rPr>
                <a:t>گانینگ و شاتکریت</a:t>
              </a:r>
              <a:endParaRPr lang="fa-IR" altLang="en-US" sz="1000" dirty="0"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33" name="TextBox 198"/>
            <p:cNvSpPr txBox="1"/>
            <p:nvPr/>
          </p:nvSpPr>
          <p:spPr>
            <a:xfrm>
              <a:off x="7118393" y="1309889"/>
              <a:ext cx="1533067" cy="307777"/>
            </a:xfrm>
            <a:prstGeom prst="rect">
              <a:avLst/>
            </a:prstGeom>
            <a:noFill/>
          </p:spPr>
          <p:txBody>
            <a:bodyPr wrap="none" lIns="360000" anchor="b" anchorCtr="0">
              <a:normAutofit fontScale="70000"/>
            </a:bodyPr>
            <a:lstStyle/>
            <a:p>
              <a:pPr rtl="1" algn="r"/>
              <a:r>
                <a:rPr lang="fa-IR" altLang="en-US" sz="1400" b="1" dirty="0">
                  <a:solidFill>
                    <a:schemeClr val="accent5">
                      <a:lumMod val="100000"/>
                    </a:schemeClr>
                  </a:solidFill>
                  <a:latin typeface="+mj-lt"/>
                  <a:cs typeface="+mn-ea"/>
                  <a:sym typeface="+mn-lt"/>
                </a:rPr>
                <a:t>پاشیدنی</a:t>
              </a:r>
              <a:endParaRPr lang="fa-IR" altLang="en-US" sz="1400" b="1" dirty="0">
                <a:solidFill>
                  <a:schemeClr val="accent5">
                    <a:lumMod val="10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</p:grpSp>
      <p:grpSp>
        <p:nvGrpSpPr>
          <p:cNvPr id="29" name="Group 199"/>
          <p:cNvGrpSpPr/>
          <p:nvPr/>
        </p:nvGrpSpPr>
        <p:grpSpPr>
          <a:xfrm>
            <a:off x="429413" y="3426466"/>
            <a:ext cx="2133705" cy="730573"/>
            <a:chOff x="7813595" y="2156753"/>
            <a:chExt cx="2639794" cy="974097"/>
          </a:xfrm>
        </p:grpSpPr>
        <p:sp>
          <p:nvSpPr>
            <p:cNvPr id="30" name="Rectangle 200"/>
            <p:cNvSpPr/>
            <p:nvPr/>
          </p:nvSpPr>
          <p:spPr>
            <a:xfrm>
              <a:off x="7813595" y="2464530"/>
              <a:ext cx="2639793" cy="666320"/>
            </a:xfrm>
            <a:prstGeom prst="rect">
              <a:avLst/>
            </a:prstGeom>
          </p:spPr>
          <p:txBody>
            <a:bodyPr wrap="square" rIns="360000">
              <a:normAutofit/>
            </a:bodyPr>
            <a:lstStyle/>
            <a:p>
              <a:pPr algn="r" rtl="1">
                <a:lnSpc>
                  <a:spcPct val="120000"/>
                </a:lnSpc>
              </a:pPr>
              <a:r>
                <a:rPr lang="fa-IR" altLang="en-US" sz="1000" dirty="0">
                  <a:latin typeface="+mj-lt"/>
                  <a:cs typeface="+mn-ea"/>
                  <a:sym typeface="+mn-lt"/>
                </a:rPr>
                <a:t>لرزش برای تراکم و خروج حباب</a:t>
              </a:r>
              <a:endParaRPr lang="fa-IR" altLang="en-US" sz="1000" dirty="0"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31" name="TextBox 201"/>
            <p:cNvSpPr txBox="1"/>
            <p:nvPr/>
          </p:nvSpPr>
          <p:spPr>
            <a:xfrm>
              <a:off x="9030870" y="2156753"/>
              <a:ext cx="1422519" cy="307777"/>
            </a:xfrm>
            <a:prstGeom prst="rect">
              <a:avLst/>
            </a:prstGeom>
            <a:noFill/>
          </p:spPr>
          <p:txBody>
            <a:bodyPr wrap="none" rIns="360000" anchor="b" anchorCtr="0">
              <a:normAutofit fontScale="70000"/>
            </a:bodyPr>
            <a:lstStyle/>
            <a:p>
              <a:pPr algn="r" rtl="1"/>
              <a:r>
                <a:rPr lang="fa-IR" altLang="en-US" sz="1400" b="1" dirty="0">
                  <a:solidFill>
                    <a:schemeClr val="accent1">
                      <a:lumMod val="100000"/>
                    </a:schemeClr>
                  </a:solidFill>
                  <a:latin typeface="+mj-lt"/>
                  <a:cs typeface="+mn-ea"/>
                  <a:sym typeface="+mn-lt"/>
                </a:rPr>
                <a:t>ویبره‌ای</a:t>
              </a:r>
              <a:endParaRPr lang="fa-IR" altLang="en-US" sz="1400" b="1" dirty="0">
                <a:solidFill>
                  <a:schemeClr val="accent1">
                    <a:lumMod val="10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188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ea"/>
                <a:sym typeface="+mn-lt"/>
              </a:rPr>
              <a:t>روش‌های نصب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748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6078283" y="1913891"/>
            <a:ext cx="1697867" cy="1315719"/>
            <a:chOff x="6316477" y="1913891"/>
            <a:chExt cx="1697867" cy="1315719"/>
          </a:xfrm>
        </p:grpSpPr>
        <p:sp>
          <p:nvSpPr>
            <p:cNvPr id="4" name="任意多边形: 形状 3"/>
            <p:cNvSpPr/>
            <p:nvPr/>
          </p:nvSpPr>
          <p:spPr>
            <a:xfrm rot="5400000">
              <a:off x="6507551" y="1722817"/>
              <a:ext cx="1315719" cy="1697867"/>
            </a:xfrm>
            <a:custGeom>
              <a:avLst/>
              <a:gdLst>
                <a:gd name="connsiteX0" fmla="*/ 0 w 2218896"/>
                <a:gd name="connsiteY0" fmla="*/ 678180 h 2863370"/>
                <a:gd name="connsiteX1" fmla="*/ 1109448 w 2218896"/>
                <a:gd name="connsiteY1" fmla="*/ 0 h 2863370"/>
                <a:gd name="connsiteX2" fmla="*/ 2218896 w 2218896"/>
                <a:gd name="connsiteY2" fmla="*/ 678180 h 2863370"/>
                <a:gd name="connsiteX3" fmla="*/ 1920003 w 2218896"/>
                <a:gd name="connsiteY3" fmla="*/ 678180 h 2863370"/>
                <a:gd name="connsiteX4" fmla="*/ 1920003 w 2218896"/>
                <a:gd name="connsiteY4" fmla="*/ 2863370 h 2863370"/>
                <a:gd name="connsiteX5" fmla="*/ 317946 w 2218896"/>
                <a:gd name="connsiteY5" fmla="*/ 2863370 h 2863370"/>
                <a:gd name="connsiteX6" fmla="*/ 317946 w 2218896"/>
                <a:gd name="connsiteY6" fmla="*/ 678180 h 286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18896" h="2863370">
                  <a:moveTo>
                    <a:pt x="0" y="678180"/>
                  </a:moveTo>
                  <a:lnTo>
                    <a:pt x="1109448" y="0"/>
                  </a:lnTo>
                  <a:lnTo>
                    <a:pt x="2218896" y="678180"/>
                  </a:lnTo>
                  <a:lnTo>
                    <a:pt x="1920003" y="678180"/>
                  </a:lnTo>
                  <a:lnTo>
                    <a:pt x="1920003" y="2863370"/>
                  </a:lnTo>
                  <a:lnTo>
                    <a:pt x="317946" y="2863370"/>
                  </a:lnTo>
                  <a:lnTo>
                    <a:pt x="317946" y="678180"/>
                  </a:lnTo>
                  <a:close/>
                </a:path>
              </a:pathLst>
            </a:custGeom>
            <a:solidFill>
              <a:srgbClr val="39425D"/>
            </a:solidFill>
            <a:ln w="76200">
              <a:noFill/>
            </a:ln>
            <a:effectLst>
              <a:outerShdw dist="76200" algn="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6431418" y="2325632"/>
              <a:ext cx="1427622" cy="495583"/>
              <a:chOff x="609599" y="3139323"/>
              <a:chExt cx="2407615" cy="835777"/>
            </a:xfrm>
          </p:grpSpPr>
          <p:sp>
            <p:nvSpPr>
              <p:cNvPr id="22" name="文本框 37"/>
              <p:cNvSpPr txBox="1"/>
              <p:nvPr/>
            </p:nvSpPr>
            <p:spPr>
              <a:xfrm>
                <a:off x="945267" y="3385543"/>
                <a:ext cx="2071945" cy="589557"/>
              </a:xfrm>
              <a:prstGeom prst="rect">
                <a:avLst/>
              </a:prstGeom>
              <a:noFill/>
            </p:spPr>
            <p:txBody>
              <a:bodyPr wrap="square" lIns="72000" tIns="0" rIns="72000" bIns="0" anchor="ctr" anchorCtr="0">
                <a:normAutofit fontScale="77500"/>
              </a:bodyPr>
              <a:lstStyle/>
              <a:p>
                <a:pPr algn="r" defTabSz="914378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کلوئیدهایی مانند سل سیلیس و سل آلومینا</a:t>
                </a:r>
                <a:endParaRPr lang="fa-IR" altLang="en-US" sz="1000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09599" y="3139323"/>
                <a:ext cx="2407615" cy="246221"/>
              </a:xfrm>
              <a:prstGeom prst="rect">
                <a:avLst/>
              </a:prstGeom>
            </p:spPr>
            <p:txBody>
              <a:bodyPr wrap="none" lIns="72000" tIns="0" rIns="72000" bIns="0">
                <a:normAutofit fontScale="70000"/>
              </a:bodyPr>
              <a:lstStyle/>
              <a:p>
                <a:pPr lvl="0" algn="r" defTabSz="914378" rtl="1">
                  <a:defRPr/>
                </a:pPr>
                <a:r>
                  <a:rPr lang="fa-IR" altLang="en-US" sz="1600" b="1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سل-ژل</a:t>
                </a:r>
                <a:endParaRPr lang="fa-IR" altLang="en-US" sz="1600" b="1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694396" y="1913890"/>
            <a:ext cx="1697867" cy="1315719"/>
            <a:chOff x="4932590" y="1913890"/>
            <a:chExt cx="1697867" cy="1315719"/>
          </a:xfrm>
        </p:grpSpPr>
        <p:sp>
          <p:nvSpPr>
            <p:cNvPr id="6" name="任意多边形: 形状 5"/>
            <p:cNvSpPr/>
            <p:nvPr/>
          </p:nvSpPr>
          <p:spPr>
            <a:xfrm>
              <a:off x="4932590" y="1913890"/>
              <a:ext cx="1697867" cy="1315719"/>
            </a:xfrm>
            <a:custGeom>
              <a:avLst/>
              <a:gdLst>
                <a:gd name="connsiteX0" fmla="*/ 2185191 w 2863371"/>
                <a:gd name="connsiteY0" fmla="*/ 0 h 2218896"/>
                <a:gd name="connsiteX1" fmla="*/ 2863371 w 2863371"/>
                <a:gd name="connsiteY1" fmla="*/ 1109448 h 2218896"/>
                <a:gd name="connsiteX2" fmla="*/ 2185191 w 2863371"/>
                <a:gd name="connsiteY2" fmla="*/ 2218896 h 2218896"/>
                <a:gd name="connsiteX3" fmla="*/ 2185191 w 2863371"/>
                <a:gd name="connsiteY3" fmla="*/ 1916826 h 2218896"/>
                <a:gd name="connsiteX4" fmla="*/ 0 w 2863371"/>
                <a:gd name="connsiteY4" fmla="*/ 1916826 h 2218896"/>
                <a:gd name="connsiteX5" fmla="*/ 0 w 2863371"/>
                <a:gd name="connsiteY5" fmla="*/ 314769 h 2218896"/>
                <a:gd name="connsiteX6" fmla="*/ 2185191 w 2863371"/>
                <a:gd name="connsiteY6" fmla="*/ 314769 h 221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371" h="2218896">
                  <a:moveTo>
                    <a:pt x="2185191" y="0"/>
                  </a:moveTo>
                  <a:lnTo>
                    <a:pt x="2863371" y="1109448"/>
                  </a:lnTo>
                  <a:lnTo>
                    <a:pt x="2185191" y="2218896"/>
                  </a:lnTo>
                  <a:lnTo>
                    <a:pt x="2185191" y="1916826"/>
                  </a:lnTo>
                  <a:lnTo>
                    <a:pt x="0" y="1916826"/>
                  </a:lnTo>
                  <a:lnTo>
                    <a:pt x="0" y="314769"/>
                  </a:lnTo>
                  <a:lnTo>
                    <a:pt x="2185191" y="314769"/>
                  </a:lnTo>
                  <a:close/>
                </a:path>
              </a:pathLst>
            </a:custGeom>
            <a:solidFill>
              <a:schemeClr val="accent2"/>
            </a:solidFill>
            <a:ln w="76200">
              <a:noFill/>
            </a:ln>
            <a:effectLst>
              <a:outerShdw dist="76200" algn="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5020743" y="2325632"/>
              <a:ext cx="1427622" cy="495583"/>
              <a:chOff x="609599" y="3139323"/>
              <a:chExt cx="2407615" cy="835777"/>
            </a:xfrm>
          </p:grpSpPr>
          <p:sp>
            <p:nvSpPr>
              <p:cNvPr id="20" name="文本框 34"/>
              <p:cNvSpPr txBox="1"/>
              <p:nvPr/>
            </p:nvSpPr>
            <p:spPr>
              <a:xfrm>
                <a:off x="969061" y="3385543"/>
                <a:ext cx="2048151" cy="589557"/>
              </a:xfrm>
              <a:prstGeom prst="rect">
                <a:avLst/>
              </a:prstGeom>
              <a:noFill/>
            </p:spPr>
            <p:txBody>
              <a:bodyPr wrap="square" lIns="72000" tIns="0" rIns="72000" bIns="0" anchor="ctr" anchorCtr="0">
                <a:normAutofit fontScale="77500"/>
              </a:bodyPr>
              <a:lstStyle/>
              <a:p>
                <a:pPr algn="r" defTabSz="914378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فلوکوله‌شدن ذرات فوق‌ریز</a:t>
                </a:r>
                <a:endParaRPr lang="fa-IR" altLang="en-US" sz="1000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09599" y="3139323"/>
                <a:ext cx="2407615" cy="246221"/>
              </a:xfrm>
              <a:prstGeom prst="rect">
                <a:avLst/>
              </a:prstGeom>
            </p:spPr>
            <p:txBody>
              <a:bodyPr wrap="none" lIns="72000" tIns="0" rIns="72000" bIns="0">
                <a:normAutofit fontScale="70000"/>
              </a:bodyPr>
              <a:lstStyle/>
              <a:p>
                <a:pPr lvl="0" algn="r" defTabSz="914378" rtl="1">
                  <a:defRPr/>
                </a:pPr>
                <a:r>
                  <a:rPr lang="fa-IR" altLang="en-US" sz="1600" b="1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انعقادی</a:t>
                </a:r>
                <a:endParaRPr lang="fa-IR" altLang="en-US" sz="1600" b="1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3297831" y="1911066"/>
            <a:ext cx="1697865" cy="1315719"/>
            <a:chOff x="3536025" y="1911066"/>
            <a:chExt cx="1697865" cy="1315719"/>
          </a:xfrm>
        </p:grpSpPr>
        <p:sp>
          <p:nvSpPr>
            <p:cNvPr id="8" name="任意多边形: 形状 7"/>
            <p:cNvSpPr/>
            <p:nvPr/>
          </p:nvSpPr>
          <p:spPr>
            <a:xfrm>
              <a:off x="3536025" y="1911066"/>
              <a:ext cx="1697865" cy="1315719"/>
            </a:xfrm>
            <a:custGeom>
              <a:avLst/>
              <a:gdLst>
                <a:gd name="connsiteX0" fmla="*/ 2185188 w 2863368"/>
                <a:gd name="connsiteY0" fmla="*/ 0 h 2218896"/>
                <a:gd name="connsiteX1" fmla="*/ 2863368 w 2863368"/>
                <a:gd name="connsiteY1" fmla="*/ 1109448 h 2218896"/>
                <a:gd name="connsiteX2" fmla="*/ 2185188 w 2863368"/>
                <a:gd name="connsiteY2" fmla="*/ 2218896 h 2218896"/>
                <a:gd name="connsiteX3" fmla="*/ 2185188 w 2863368"/>
                <a:gd name="connsiteY3" fmla="*/ 1915239 h 2218896"/>
                <a:gd name="connsiteX4" fmla="*/ 0 w 2863368"/>
                <a:gd name="connsiteY4" fmla="*/ 1915239 h 2218896"/>
                <a:gd name="connsiteX5" fmla="*/ 0 w 2863368"/>
                <a:gd name="connsiteY5" fmla="*/ 313182 h 2218896"/>
                <a:gd name="connsiteX6" fmla="*/ 2185188 w 2863368"/>
                <a:gd name="connsiteY6" fmla="*/ 313182 h 221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3368" h="2218896">
                  <a:moveTo>
                    <a:pt x="2185188" y="0"/>
                  </a:moveTo>
                  <a:lnTo>
                    <a:pt x="2863368" y="1109448"/>
                  </a:lnTo>
                  <a:lnTo>
                    <a:pt x="2185188" y="2218896"/>
                  </a:lnTo>
                  <a:lnTo>
                    <a:pt x="2185188" y="1915239"/>
                  </a:lnTo>
                  <a:lnTo>
                    <a:pt x="0" y="1915239"/>
                  </a:lnTo>
                  <a:lnTo>
                    <a:pt x="0" y="313182"/>
                  </a:lnTo>
                  <a:lnTo>
                    <a:pt x="2185188" y="313182"/>
                  </a:lnTo>
                  <a:close/>
                </a:path>
              </a:pathLst>
            </a:custGeom>
            <a:solidFill>
              <a:schemeClr val="accent1"/>
            </a:solidFill>
            <a:ln w="76200">
              <a:noFill/>
            </a:ln>
            <a:effectLst>
              <a:outerShdw dist="76200" algn="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3648511" y="2340693"/>
              <a:ext cx="1427622" cy="495583"/>
              <a:chOff x="609599" y="3139323"/>
              <a:chExt cx="2407615" cy="835777"/>
            </a:xfrm>
          </p:grpSpPr>
          <p:sp>
            <p:nvSpPr>
              <p:cNvPr id="18" name="文本框 31"/>
              <p:cNvSpPr txBox="1"/>
              <p:nvPr/>
            </p:nvSpPr>
            <p:spPr>
              <a:xfrm>
                <a:off x="934899" y="3385543"/>
                <a:ext cx="2082314" cy="589557"/>
              </a:xfrm>
              <a:prstGeom prst="rect">
                <a:avLst/>
              </a:prstGeom>
              <a:noFill/>
            </p:spPr>
            <p:txBody>
              <a:bodyPr wrap="square" lIns="72000" tIns="0" rIns="72000" bIns="0" anchor="ctr" anchorCtr="0">
                <a:normAutofit fontScale="77500"/>
              </a:bodyPr>
              <a:lstStyle/>
              <a:p>
                <a:pPr algn="r" defTabSz="914378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فسفاتی و سیلیکاتی؛ استحکام سبز خوب</a:t>
                </a:r>
                <a:endParaRPr lang="fa-IR" altLang="en-US" sz="1000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09599" y="3139323"/>
                <a:ext cx="2407615" cy="246221"/>
              </a:xfrm>
              <a:prstGeom prst="rect">
                <a:avLst/>
              </a:prstGeom>
            </p:spPr>
            <p:txBody>
              <a:bodyPr wrap="none" lIns="72000" tIns="0" rIns="72000" bIns="0">
                <a:normAutofit fontScale="70000"/>
              </a:bodyPr>
              <a:lstStyle/>
              <a:p>
                <a:pPr lvl="0" algn="r" defTabSz="914378" rtl="1">
                  <a:defRPr/>
                </a:pPr>
                <a:r>
                  <a:rPr lang="fa-IR" altLang="en-US" sz="1600" b="1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شیمیایی</a:t>
                </a:r>
                <a:endParaRPr lang="fa-IR" altLang="en-US" sz="1600" b="1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2123728" y="1912949"/>
            <a:ext cx="1479479" cy="1315720"/>
            <a:chOff x="2361922" y="1912949"/>
            <a:chExt cx="1479479" cy="1315720"/>
          </a:xfrm>
        </p:grpSpPr>
        <p:sp>
          <p:nvSpPr>
            <p:cNvPr id="11" name="任意多边形: 形状 10"/>
            <p:cNvSpPr/>
            <p:nvPr/>
          </p:nvSpPr>
          <p:spPr>
            <a:xfrm>
              <a:off x="2398330" y="1912949"/>
              <a:ext cx="1443071" cy="1315720"/>
            </a:xfrm>
            <a:custGeom>
              <a:avLst/>
              <a:gdLst>
                <a:gd name="connsiteX0" fmla="*/ 1857262 w 2433669"/>
                <a:gd name="connsiteY0" fmla="*/ 0 h 2218897"/>
                <a:gd name="connsiteX1" fmla="*/ 2433669 w 2433669"/>
                <a:gd name="connsiteY1" fmla="*/ 1109449 h 2218897"/>
                <a:gd name="connsiteX2" fmla="*/ 1857262 w 2433669"/>
                <a:gd name="connsiteY2" fmla="*/ 2218897 h 2218897"/>
                <a:gd name="connsiteX3" fmla="*/ 1857262 w 2433669"/>
                <a:gd name="connsiteY3" fmla="*/ 1915239 h 2218897"/>
                <a:gd name="connsiteX4" fmla="*/ 0 w 2433669"/>
                <a:gd name="connsiteY4" fmla="*/ 1915239 h 2218897"/>
                <a:gd name="connsiteX5" fmla="*/ 0 w 2433669"/>
                <a:gd name="connsiteY5" fmla="*/ 313182 h 2218897"/>
                <a:gd name="connsiteX6" fmla="*/ 1857262 w 2433669"/>
                <a:gd name="connsiteY6" fmla="*/ 313182 h 2218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669" h="2218897">
                  <a:moveTo>
                    <a:pt x="1857262" y="0"/>
                  </a:moveTo>
                  <a:lnTo>
                    <a:pt x="2433669" y="1109449"/>
                  </a:lnTo>
                  <a:lnTo>
                    <a:pt x="1857262" y="2218897"/>
                  </a:lnTo>
                  <a:lnTo>
                    <a:pt x="1857262" y="1915239"/>
                  </a:lnTo>
                  <a:lnTo>
                    <a:pt x="0" y="1915239"/>
                  </a:lnTo>
                  <a:lnTo>
                    <a:pt x="0" y="313182"/>
                  </a:lnTo>
                  <a:lnTo>
                    <a:pt x="1857262" y="313182"/>
                  </a:lnTo>
                  <a:close/>
                </a:path>
              </a:pathLst>
            </a:custGeom>
            <a:solidFill>
              <a:schemeClr val="accent4"/>
            </a:solidFill>
            <a:ln w="76200">
              <a:noFill/>
            </a:ln>
            <a:effectLst>
              <a:outerShdw dist="76200" algn="l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文本框 28"/>
            <p:cNvSpPr txBox="1"/>
            <p:nvPr/>
          </p:nvSpPr>
          <p:spPr>
            <a:xfrm>
              <a:off x="2361922" y="2482927"/>
              <a:ext cx="1294411" cy="349584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 fontScale="77500"/>
            </a:bodyPr>
            <a:lstStyle/>
            <a:p>
              <a:pPr algn="r" defTabSz="914378" rtl="1">
                <a:lnSpc>
                  <a:spcPct val="120000"/>
                </a:lnSpc>
                <a:defRPr/>
              </a:pPr>
              <a:r>
                <a:rPr lang="fa-IR" altLang="en-US" sz="1000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واکنش با آب؛ مانند سیمان آلومینات کلسیم</a:t>
              </a:r>
              <a:endParaRPr lang="fa-IR" altLang="en-US" sz="1000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361922" y="2336928"/>
              <a:ext cx="1294411" cy="146000"/>
            </a:xfrm>
            <a:prstGeom prst="rect">
              <a:avLst/>
            </a:prstGeom>
          </p:spPr>
          <p:txBody>
            <a:bodyPr wrap="none" lIns="72000" tIns="0" rIns="72000" bIns="0">
              <a:normAutofit fontScale="70000"/>
            </a:bodyPr>
            <a:lstStyle/>
            <a:p>
              <a:pPr lvl="0" algn="r" defTabSz="914378" rtl="1">
                <a:defRPr/>
              </a:pPr>
              <a:r>
                <a:rPr lang="fa-IR" altLang="en-US" sz="1600" b="1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هیدرولیکی</a:t>
              </a:r>
              <a:endParaRPr lang="fa-IR" altLang="en-US" sz="1600" b="1" dirty="0">
                <a:solidFill>
                  <a:schemeClr val="bg1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8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ea typeface="+mn-ea"/>
                <a:cs typeface="Lucida Sans Unicode" pitchFamily="34" charset="0"/>
                <a:sym typeface="+mn-lt"/>
              </a:rPr>
              <a:t>سیستم‌های پیوندی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Lucida Sans Unicode" pitchFamily="34" charset="0"/>
              <a:ea typeface="+mn-ea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11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4"/>
          <p:cNvSpPr>
            <a:spLocks/>
          </p:cNvSpPr>
          <p:nvPr/>
        </p:nvSpPr>
        <p:spPr bwMode="auto">
          <a:xfrm>
            <a:off x="1948271" y="2398419"/>
            <a:ext cx="1358016" cy="1003412"/>
          </a:xfrm>
          <a:custGeom>
            <a:avLst/>
            <a:gdLst>
              <a:gd name="T0" fmla="*/ 8318 w 11152"/>
              <a:gd name="T1" fmla="*/ 1102 h 8242"/>
              <a:gd name="T2" fmla="*/ 8411 w 11152"/>
              <a:gd name="T3" fmla="*/ 787 h 8242"/>
              <a:gd name="T4" fmla="*/ 8442 w 11152"/>
              <a:gd name="T5" fmla="*/ 374 h 8242"/>
              <a:gd name="T6" fmla="*/ 8371 w 11152"/>
              <a:gd name="T7" fmla="*/ 124 h 8242"/>
              <a:gd name="T8" fmla="*/ 8710 w 11152"/>
              <a:gd name="T9" fmla="*/ 11 h 8242"/>
              <a:gd name="T10" fmla="*/ 9052 w 11152"/>
              <a:gd name="T11" fmla="*/ 44 h 8242"/>
              <a:gd name="T12" fmla="*/ 9237 w 11152"/>
              <a:gd name="T13" fmla="*/ 158 h 8242"/>
              <a:gd name="T14" fmla="*/ 9390 w 11152"/>
              <a:gd name="T15" fmla="*/ 370 h 8242"/>
              <a:gd name="T16" fmla="*/ 9656 w 11152"/>
              <a:gd name="T17" fmla="*/ 690 h 8242"/>
              <a:gd name="T18" fmla="*/ 9884 w 11152"/>
              <a:gd name="T19" fmla="*/ 982 h 8242"/>
              <a:gd name="T20" fmla="*/ 10107 w 11152"/>
              <a:gd name="T21" fmla="*/ 1001 h 8242"/>
              <a:gd name="T22" fmla="*/ 10335 w 11152"/>
              <a:gd name="T23" fmla="*/ 1162 h 8242"/>
              <a:gd name="T24" fmla="*/ 10436 w 11152"/>
              <a:gd name="T25" fmla="*/ 1354 h 8242"/>
              <a:gd name="T26" fmla="*/ 10763 w 11152"/>
              <a:gd name="T27" fmla="*/ 1427 h 8242"/>
              <a:gd name="T28" fmla="*/ 10988 w 11152"/>
              <a:gd name="T29" fmla="*/ 1195 h 8242"/>
              <a:gd name="T30" fmla="*/ 11111 w 11152"/>
              <a:gd name="T31" fmla="*/ 1474 h 8242"/>
              <a:gd name="T32" fmla="*/ 11127 w 11152"/>
              <a:gd name="T33" fmla="*/ 1758 h 8242"/>
              <a:gd name="T34" fmla="*/ 11105 w 11152"/>
              <a:gd name="T35" fmla="*/ 2027 h 8242"/>
              <a:gd name="T36" fmla="*/ 10821 w 11152"/>
              <a:gd name="T37" fmla="*/ 2177 h 8242"/>
              <a:gd name="T38" fmla="*/ 10908 w 11152"/>
              <a:gd name="T39" fmla="*/ 2626 h 8242"/>
              <a:gd name="T40" fmla="*/ 10073 w 11152"/>
              <a:gd name="T41" fmla="*/ 3563 h 8242"/>
              <a:gd name="T42" fmla="*/ 9662 w 11152"/>
              <a:gd name="T43" fmla="*/ 3805 h 8242"/>
              <a:gd name="T44" fmla="*/ 9666 w 11152"/>
              <a:gd name="T45" fmla="*/ 3711 h 8242"/>
              <a:gd name="T46" fmla="*/ 9673 w 11152"/>
              <a:gd name="T47" fmla="*/ 3436 h 8242"/>
              <a:gd name="T48" fmla="*/ 9281 w 11152"/>
              <a:gd name="T49" fmla="*/ 3565 h 8242"/>
              <a:gd name="T50" fmla="*/ 8977 w 11152"/>
              <a:gd name="T51" fmla="*/ 3876 h 8242"/>
              <a:gd name="T52" fmla="*/ 9222 w 11152"/>
              <a:gd name="T53" fmla="*/ 4096 h 8242"/>
              <a:gd name="T54" fmla="*/ 9496 w 11152"/>
              <a:gd name="T55" fmla="*/ 4107 h 8242"/>
              <a:gd name="T56" fmla="*/ 9893 w 11152"/>
              <a:gd name="T57" fmla="*/ 4177 h 8242"/>
              <a:gd name="T58" fmla="*/ 9675 w 11152"/>
              <a:gd name="T59" fmla="*/ 4346 h 8242"/>
              <a:gd name="T60" fmla="*/ 9465 w 11152"/>
              <a:gd name="T61" fmla="*/ 4597 h 8242"/>
              <a:gd name="T62" fmla="*/ 9749 w 11152"/>
              <a:gd name="T63" fmla="*/ 5132 h 8242"/>
              <a:gd name="T64" fmla="*/ 9835 w 11152"/>
              <a:gd name="T65" fmla="*/ 5418 h 8242"/>
              <a:gd name="T66" fmla="*/ 9536 w 11152"/>
              <a:gd name="T67" fmla="*/ 5377 h 8242"/>
              <a:gd name="T68" fmla="*/ 9965 w 11152"/>
              <a:gd name="T69" fmla="*/ 5700 h 8242"/>
              <a:gd name="T70" fmla="*/ 9962 w 11152"/>
              <a:gd name="T71" fmla="*/ 5773 h 8242"/>
              <a:gd name="T72" fmla="*/ 10114 w 11152"/>
              <a:gd name="T73" fmla="*/ 5904 h 8242"/>
              <a:gd name="T74" fmla="*/ 10075 w 11152"/>
              <a:gd name="T75" fmla="*/ 6070 h 8242"/>
              <a:gd name="T76" fmla="*/ 9999 w 11152"/>
              <a:gd name="T77" fmla="*/ 6268 h 8242"/>
              <a:gd name="T78" fmla="*/ 9950 w 11152"/>
              <a:gd name="T79" fmla="*/ 6474 h 8242"/>
              <a:gd name="T80" fmla="*/ 9841 w 11152"/>
              <a:gd name="T81" fmla="*/ 6631 h 8242"/>
              <a:gd name="T82" fmla="*/ 9839 w 11152"/>
              <a:gd name="T83" fmla="*/ 6827 h 8242"/>
              <a:gd name="T84" fmla="*/ 9723 w 11152"/>
              <a:gd name="T85" fmla="*/ 6878 h 8242"/>
              <a:gd name="T86" fmla="*/ 9605 w 11152"/>
              <a:gd name="T87" fmla="*/ 7048 h 8242"/>
              <a:gd name="T88" fmla="*/ 9486 w 11152"/>
              <a:gd name="T89" fmla="*/ 7163 h 8242"/>
              <a:gd name="T90" fmla="*/ 9277 w 11152"/>
              <a:gd name="T91" fmla="*/ 7357 h 8242"/>
              <a:gd name="T92" fmla="*/ 9025 w 11152"/>
              <a:gd name="T93" fmla="*/ 7437 h 8242"/>
              <a:gd name="T94" fmla="*/ 8853 w 11152"/>
              <a:gd name="T95" fmla="*/ 7487 h 8242"/>
              <a:gd name="T96" fmla="*/ 8520 w 11152"/>
              <a:gd name="T97" fmla="*/ 7619 h 8242"/>
              <a:gd name="T98" fmla="*/ 8402 w 11152"/>
              <a:gd name="T99" fmla="*/ 7675 h 8242"/>
              <a:gd name="T100" fmla="*/ 8330 w 11152"/>
              <a:gd name="T101" fmla="*/ 7816 h 8242"/>
              <a:gd name="T102" fmla="*/ 8151 w 11152"/>
              <a:gd name="T103" fmla="*/ 7609 h 8242"/>
              <a:gd name="T104" fmla="*/ 6860 w 11152"/>
              <a:gd name="T105" fmla="*/ 7778 h 8242"/>
              <a:gd name="T106" fmla="*/ 9512 w 11152"/>
              <a:gd name="T107" fmla="*/ 7204 h 8242"/>
              <a:gd name="T108" fmla="*/ 10150 w 11152"/>
              <a:gd name="T109" fmla="*/ 5792 h 8242"/>
              <a:gd name="T110" fmla="*/ 10164 w 11152"/>
              <a:gd name="T111" fmla="*/ 7514 h 8242"/>
              <a:gd name="T112" fmla="*/ 10286 w 11152"/>
              <a:gd name="T113" fmla="*/ 6902 h 8242"/>
              <a:gd name="T114" fmla="*/ 10025 w 11152"/>
              <a:gd name="T115" fmla="*/ 7062 h 8242"/>
              <a:gd name="T116" fmla="*/ 10137 w 11152"/>
              <a:gd name="T117" fmla="*/ 7494 h 8242"/>
              <a:gd name="T118" fmla="*/ 8311 w 11152"/>
              <a:gd name="T119" fmla="*/ 7901 h 8242"/>
              <a:gd name="T120" fmla="*/ 8344 w 11152"/>
              <a:gd name="T121" fmla="*/ 8231 h 8242"/>
              <a:gd name="T122" fmla="*/ 8462 w 11152"/>
              <a:gd name="T123" fmla="*/ 7879 h 82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1152" h="8242">
                <a:moveTo>
                  <a:pt x="3380" y="1747"/>
                </a:moveTo>
                <a:lnTo>
                  <a:pt x="3429" y="1747"/>
                </a:lnTo>
                <a:lnTo>
                  <a:pt x="3464" y="1759"/>
                </a:lnTo>
                <a:lnTo>
                  <a:pt x="3493" y="1760"/>
                </a:lnTo>
                <a:lnTo>
                  <a:pt x="5000" y="1805"/>
                </a:lnTo>
                <a:lnTo>
                  <a:pt x="7682" y="1513"/>
                </a:lnTo>
                <a:lnTo>
                  <a:pt x="8013" y="1168"/>
                </a:lnTo>
                <a:lnTo>
                  <a:pt x="8082" y="1144"/>
                </a:lnTo>
                <a:lnTo>
                  <a:pt x="8106" y="1148"/>
                </a:lnTo>
                <a:lnTo>
                  <a:pt x="8111" y="1161"/>
                </a:lnTo>
                <a:lnTo>
                  <a:pt x="8142" y="1155"/>
                </a:lnTo>
                <a:lnTo>
                  <a:pt x="8193" y="1162"/>
                </a:lnTo>
                <a:lnTo>
                  <a:pt x="8217" y="1182"/>
                </a:lnTo>
                <a:lnTo>
                  <a:pt x="8237" y="1179"/>
                </a:lnTo>
                <a:lnTo>
                  <a:pt x="8318" y="1102"/>
                </a:lnTo>
                <a:lnTo>
                  <a:pt x="8357" y="1074"/>
                </a:lnTo>
                <a:lnTo>
                  <a:pt x="8418" y="1064"/>
                </a:lnTo>
                <a:lnTo>
                  <a:pt x="8444" y="1038"/>
                </a:lnTo>
                <a:lnTo>
                  <a:pt x="8455" y="1006"/>
                </a:lnTo>
                <a:lnTo>
                  <a:pt x="8447" y="971"/>
                </a:lnTo>
                <a:lnTo>
                  <a:pt x="8435" y="962"/>
                </a:lnTo>
                <a:lnTo>
                  <a:pt x="8421" y="973"/>
                </a:lnTo>
                <a:lnTo>
                  <a:pt x="8408" y="962"/>
                </a:lnTo>
                <a:lnTo>
                  <a:pt x="8392" y="959"/>
                </a:lnTo>
                <a:lnTo>
                  <a:pt x="8389" y="912"/>
                </a:lnTo>
                <a:lnTo>
                  <a:pt x="8398" y="898"/>
                </a:lnTo>
                <a:lnTo>
                  <a:pt x="8397" y="848"/>
                </a:lnTo>
                <a:lnTo>
                  <a:pt x="8385" y="817"/>
                </a:lnTo>
                <a:lnTo>
                  <a:pt x="8391" y="798"/>
                </a:lnTo>
                <a:lnTo>
                  <a:pt x="8411" y="787"/>
                </a:lnTo>
                <a:lnTo>
                  <a:pt x="8415" y="755"/>
                </a:lnTo>
                <a:lnTo>
                  <a:pt x="8395" y="733"/>
                </a:lnTo>
                <a:lnTo>
                  <a:pt x="8390" y="696"/>
                </a:lnTo>
                <a:lnTo>
                  <a:pt x="8396" y="678"/>
                </a:lnTo>
                <a:lnTo>
                  <a:pt x="8379" y="649"/>
                </a:lnTo>
                <a:lnTo>
                  <a:pt x="8381" y="621"/>
                </a:lnTo>
                <a:lnTo>
                  <a:pt x="8400" y="586"/>
                </a:lnTo>
                <a:lnTo>
                  <a:pt x="8422" y="569"/>
                </a:lnTo>
                <a:lnTo>
                  <a:pt x="8429" y="530"/>
                </a:lnTo>
                <a:lnTo>
                  <a:pt x="8452" y="496"/>
                </a:lnTo>
                <a:lnTo>
                  <a:pt x="8472" y="480"/>
                </a:lnTo>
                <a:lnTo>
                  <a:pt x="8474" y="439"/>
                </a:lnTo>
                <a:lnTo>
                  <a:pt x="8467" y="419"/>
                </a:lnTo>
                <a:lnTo>
                  <a:pt x="8467" y="393"/>
                </a:lnTo>
                <a:lnTo>
                  <a:pt x="8442" y="374"/>
                </a:lnTo>
                <a:lnTo>
                  <a:pt x="8429" y="342"/>
                </a:lnTo>
                <a:lnTo>
                  <a:pt x="8404" y="301"/>
                </a:lnTo>
                <a:lnTo>
                  <a:pt x="8384" y="296"/>
                </a:lnTo>
                <a:lnTo>
                  <a:pt x="8360" y="307"/>
                </a:lnTo>
                <a:lnTo>
                  <a:pt x="8322" y="330"/>
                </a:lnTo>
                <a:lnTo>
                  <a:pt x="8305" y="327"/>
                </a:lnTo>
                <a:lnTo>
                  <a:pt x="8293" y="314"/>
                </a:lnTo>
                <a:lnTo>
                  <a:pt x="8293" y="272"/>
                </a:lnTo>
                <a:lnTo>
                  <a:pt x="8305" y="257"/>
                </a:lnTo>
                <a:lnTo>
                  <a:pt x="8305" y="240"/>
                </a:lnTo>
                <a:lnTo>
                  <a:pt x="8318" y="222"/>
                </a:lnTo>
                <a:lnTo>
                  <a:pt x="8327" y="190"/>
                </a:lnTo>
                <a:lnTo>
                  <a:pt x="8353" y="161"/>
                </a:lnTo>
                <a:lnTo>
                  <a:pt x="8353" y="140"/>
                </a:lnTo>
                <a:lnTo>
                  <a:pt x="8371" y="124"/>
                </a:lnTo>
                <a:lnTo>
                  <a:pt x="8416" y="118"/>
                </a:lnTo>
                <a:lnTo>
                  <a:pt x="8436" y="111"/>
                </a:lnTo>
                <a:lnTo>
                  <a:pt x="8459" y="110"/>
                </a:lnTo>
                <a:lnTo>
                  <a:pt x="8465" y="104"/>
                </a:lnTo>
                <a:lnTo>
                  <a:pt x="8490" y="106"/>
                </a:lnTo>
                <a:lnTo>
                  <a:pt x="8515" y="96"/>
                </a:lnTo>
                <a:lnTo>
                  <a:pt x="8529" y="69"/>
                </a:lnTo>
                <a:lnTo>
                  <a:pt x="8558" y="69"/>
                </a:lnTo>
                <a:lnTo>
                  <a:pt x="8578" y="47"/>
                </a:lnTo>
                <a:lnTo>
                  <a:pt x="8615" y="54"/>
                </a:lnTo>
                <a:lnTo>
                  <a:pt x="8637" y="50"/>
                </a:lnTo>
                <a:lnTo>
                  <a:pt x="8671" y="51"/>
                </a:lnTo>
                <a:lnTo>
                  <a:pt x="8687" y="37"/>
                </a:lnTo>
                <a:lnTo>
                  <a:pt x="8700" y="37"/>
                </a:lnTo>
                <a:lnTo>
                  <a:pt x="8710" y="11"/>
                </a:lnTo>
                <a:lnTo>
                  <a:pt x="8759" y="5"/>
                </a:lnTo>
                <a:lnTo>
                  <a:pt x="8768" y="0"/>
                </a:lnTo>
                <a:lnTo>
                  <a:pt x="8788" y="5"/>
                </a:lnTo>
                <a:lnTo>
                  <a:pt x="8814" y="7"/>
                </a:lnTo>
                <a:lnTo>
                  <a:pt x="8838" y="25"/>
                </a:lnTo>
                <a:lnTo>
                  <a:pt x="8892" y="30"/>
                </a:lnTo>
                <a:lnTo>
                  <a:pt x="8915" y="48"/>
                </a:lnTo>
                <a:lnTo>
                  <a:pt x="8921" y="63"/>
                </a:lnTo>
                <a:lnTo>
                  <a:pt x="8960" y="63"/>
                </a:lnTo>
                <a:lnTo>
                  <a:pt x="8983" y="56"/>
                </a:lnTo>
                <a:lnTo>
                  <a:pt x="8993" y="67"/>
                </a:lnTo>
                <a:lnTo>
                  <a:pt x="9024" y="81"/>
                </a:lnTo>
                <a:lnTo>
                  <a:pt x="9038" y="75"/>
                </a:lnTo>
                <a:lnTo>
                  <a:pt x="9035" y="55"/>
                </a:lnTo>
                <a:lnTo>
                  <a:pt x="9052" y="44"/>
                </a:lnTo>
                <a:lnTo>
                  <a:pt x="9066" y="51"/>
                </a:lnTo>
                <a:lnTo>
                  <a:pt x="9091" y="51"/>
                </a:lnTo>
                <a:lnTo>
                  <a:pt x="9103" y="45"/>
                </a:lnTo>
                <a:lnTo>
                  <a:pt x="9121" y="65"/>
                </a:lnTo>
                <a:lnTo>
                  <a:pt x="9138" y="63"/>
                </a:lnTo>
                <a:lnTo>
                  <a:pt x="9161" y="71"/>
                </a:lnTo>
                <a:lnTo>
                  <a:pt x="9171" y="87"/>
                </a:lnTo>
                <a:lnTo>
                  <a:pt x="9167" y="104"/>
                </a:lnTo>
                <a:lnTo>
                  <a:pt x="9172" y="121"/>
                </a:lnTo>
                <a:lnTo>
                  <a:pt x="9191" y="123"/>
                </a:lnTo>
                <a:lnTo>
                  <a:pt x="9200" y="136"/>
                </a:lnTo>
                <a:lnTo>
                  <a:pt x="9217" y="121"/>
                </a:lnTo>
                <a:lnTo>
                  <a:pt x="9240" y="127"/>
                </a:lnTo>
                <a:lnTo>
                  <a:pt x="9246" y="142"/>
                </a:lnTo>
                <a:lnTo>
                  <a:pt x="9237" y="158"/>
                </a:lnTo>
                <a:lnTo>
                  <a:pt x="9245" y="174"/>
                </a:lnTo>
                <a:lnTo>
                  <a:pt x="9273" y="182"/>
                </a:lnTo>
                <a:lnTo>
                  <a:pt x="9289" y="179"/>
                </a:lnTo>
                <a:lnTo>
                  <a:pt x="9301" y="190"/>
                </a:lnTo>
                <a:lnTo>
                  <a:pt x="9301" y="207"/>
                </a:lnTo>
                <a:lnTo>
                  <a:pt x="9319" y="216"/>
                </a:lnTo>
                <a:lnTo>
                  <a:pt x="9330" y="236"/>
                </a:lnTo>
                <a:lnTo>
                  <a:pt x="9332" y="259"/>
                </a:lnTo>
                <a:lnTo>
                  <a:pt x="9340" y="280"/>
                </a:lnTo>
                <a:lnTo>
                  <a:pt x="9340" y="296"/>
                </a:lnTo>
                <a:lnTo>
                  <a:pt x="9348" y="308"/>
                </a:lnTo>
                <a:lnTo>
                  <a:pt x="9392" y="310"/>
                </a:lnTo>
                <a:lnTo>
                  <a:pt x="9396" y="329"/>
                </a:lnTo>
                <a:lnTo>
                  <a:pt x="9387" y="352"/>
                </a:lnTo>
                <a:lnTo>
                  <a:pt x="9390" y="370"/>
                </a:lnTo>
                <a:lnTo>
                  <a:pt x="9429" y="394"/>
                </a:lnTo>
                <a:lnTo>
                  <a:pt x="9443" y="423"/>
                </a:lnTo>
                <a:lnTo>
                  <a:pt x="9465" y="449"/>
                </a:lnTo>
                <a:lnTo>
                  <a:pt x="9471" y="474"/>
                </a:lnTo>
                <a:lnTo>
                  <a:pt x="9487" y="482"/>
                </a:lnTo>
                <a:lnTo>
                  <a:pt x="9499" y="511"/>
                </a:lnTo>
                <a:lnTo>
                  <a:pt x="9520" y="528"/>
                </a:lnTo>
                <a:lnTo>
                  <a:pt x="9519" y="542"/>
                </a:lnTo>
                <a:lnTo>
                  <a:pt x="9514" y="561"/>
                </a:lnTo>
                <a:lnTo>
                  <a:pt x="9524" y="567"/>
                </a:lnTo>
                <a:lnTo>
                  <a:pt x="9541" y="558"/>
                </a:lnTo>
                <a:lnTo>
                  <a:pt x="9557" y="585"/>
                </a:lnTo>
                <a:lnTo>
                  <a:pt x="9561" y="607"/>
                </a:lnTo>
                <a:lnTo>
                  <a:pt x="9594" y="650"/>
                </a:lnTo>
                <a:lnTo>
                  <a:pt x="9656" y="690"/>
                </a:lnTo>
                <a:lnTo>
                  <a:pt x="9666" y="722"/>
                </a:lnTo>
                <a:lnTo>
                  <a:pt x="9673" y="757"/>
                </a:lnTo>
                <a:lnTo>
                  <a:pt x="9686" y="767"/>
                </a:lnTo>
                <a:lnTo>
                  <a:pt x="9688" y="802"/>
                </a:lnTo>
                <a:lnTo>
                  <a:pt x="9707" y="813"/>
                </a:lnTo>
                <a:lnTo>
                  <a:pt x="9726" y="816"/>
                </a:lnTo>
                <a:lnTo>
                  <a:pt x="9733" y="846"/>
                </a:lnTo>
                <a:lnTo>
                  <a:pt x="9730" y="870"/>
                </a:lnTo>
                <a:lnTo>
                  <a:pt x="9748" y="903"/>
                </a:lnTo>
                <a:lnTo>
                  <a:pt x="9786" y="943"/>
                </a:lnTo>
                <a:lnTo>
                  <a:pt x="9815" y="952"/>
                </a:lnTo>
                <a:lnTo>
                  <a:pt x="9828" y="975"/>
                </a:lnTo>
                <a:lnTo>
                  <a:pt x="9849" y="979"/>
                </a:lnTo>
                <a:lnTo>
                  <a:pt x="9867" y="973"/>
                </a:lnTo>
                <a:lnTo>
                  <a:pt x="9884" y="982"/>
                </a:lnTo>
                <a:lnTo>
                  <a:pt x="9897" y="975"/>
                </a:lnTo>
                <a:lnTo>
                  <a:pt x="9933" y="980"/>
                </a:lnTo>
                <a:lnTo>
                  <a:pt x="9952" y="964"/>
                </a:lnTo>
                <a:lnTo>
                  <a:pt x="9975" y="964"/>
                </a:lnTo>
                <a:lnTo>
                  <a:pt x="9975" y="974"/>
                </a:lnTo>
                <a:lnTo>
                  <a:pt x="9961" y="988"/>
                </a:lnTo>
                <a:lnTo>
                  <a:pt x="9972" y="998"/>
                </a:lnTo>
                <a:lnTo>
                  <a:pt x="10010" y="1001"/>
                </a:lnTo>
                <a:lnTo>
                  <a:pt x="10028" y="1011"/>
                </a:lnTo>
                <a:lnTo>
                  <a:pt x="10039" y="1024"/>
                </a:lnTo>
                <a:lnTo>
                  <a:pt x="10060" y="1037"/>
                </a:lnTo>
                <a:lnTo>
                  <a:pt x="10065" y="1024"/>
                </a:lnTo>
                <a:lnTo>
                  <a:pt x="10082" y="1017"/>
                </a:lnTo>
                <a:lnTo>
                  <a:pt x="10100" y="1022"/>
                </a:lnTo>
                <a:lnTo>
                  <a:pt x="10107" y="1001"/>
                </a:lnTo>
                <a:lnTo>
                  <a:pt x="10124" y="999"/>
                </a:lnTo>
                <a:lnTo>
                  <a:pt x="10137" y="1012"/>
                </a:lnTo>
                <a:lnTo>
                  <a:pt x="10144" y="1031"/>
                </a:lnTo>
                <a:lnTo>
                  <a:pt x="10161" y="1052"/>
                </a:lnTo>
                <a:lnTo>
                  <a:pt x="10180" y="1054"/>
                </a:lnTo>
                <a:lnTo>
                  <a:pt x="10185" y="1070"/>
                </a:lnTo>
                <a:lnTo>
                  <a:pt x="10204" y="1086"/>
                </a:lnTo>
                <a:lnTo>
                  <a:pt x="10213" y="1085"/>
                </a:lnTo>
                <a:lnTo>
                  <a:pt x="10228" y="1101"/>
                </a:lnTo>
                <a:lnTo>
                  <a:pt x="10232" y="1118"/>
                </a:lnTo>
                <a:lnTo>
                  <a:pt x="10269" y="1134"/>
                </a:lnTo>
                <a:lnTo>
                  <a:pt x="10278" y="1142"/>
                </a:lnTo>
                <a:lnTo>
                  <a:pt x="10294" y="1144"/>
                </a:lnTo>
                <a:lnTo>
                  <a:pt x="10312" y="1158"/>
                </a:lnTo>
                <a:lnTo>
                  <a:pt x="10335" y="1162"/>
                </a:lnTo>
                <a:lnTo>
                  <a:pt x="10354" y="1157"/>
                </a:lnTo>
                <a:lnTo>
                  <a:pt x="10373" y="1155"/>
                </a:lnTo>
                <a:lnTo>
                  <a:pt x="10392" y="1141"/>
                </a:lnTo>
                <a:lnTo>
                  <a:pt x="10405" y="1138"/>
                </a:lnTo>
                <a:lnTo>
                  <a:pt x="10418" y="1144"/>
                </a:lnTo>
                <a:lnTo>
                  <a:pt x="10414" y="1167"/>
                </a:lnTo>
                <a:lnTo>
                  <a:pt x="10400" y="1187"/>
                </a:lnTo>
                <a:lnTo>
                  <a:pt x="10401" y="1211"/>
                </a:lnTo>
                <a:lnTo>
                  <a:pt x="10404" y="1231"/>
                </a:lnTo>
                <a:lnTo>
                  <a:pt x="10432" y="1229"/>
                </a:lnTo>
                <a:lnTo>
                  <a:pt x="10439" y="1259"/>
                </a:lnTo>
                <a:lnTo>
                  <a:pt x="10449" y="1287"/>
                </a:lnTo>
                <a:lnTo>
                  <a:pt x="10444" y="1319"/>
                </a:lnTo>
                <a:lnTo>
                  <a:pt x="10436" y="1329"/>
                </a:lnTo>
                <a:lnTo>
                  <a:pt x="10436" y="1354"/>
                </a:lnTo>
                <a:lnTo>
                  <a:pt x="10469" y="1395"/>
                </a:lnTo>
                <a:lnTo>
                  <a:pt x="10483" y="1404"/>
                </a:lnTo>
                <a:lnTo>
                  <a:pt x="10511" y="1438"/>
                </a:lnTo>
                <a:lnTo>
                  <a:pt x="10519" y="1456"/>
                </a:lnTo>
                <a:lnTo>
                  <a:pt x="10546" y="1449"/>
                </a:lnTo>
                <a:lnTo>
                  <a:pt x="10568" y="1432"/>
                </a:lnTo>
                <a:lnTo>
                  <a:pt x="10593" y="1432"/>
                </a:lnTo>
                <a:lnTo>
                  <a:pt x="10608" y="1455"/>
                </a:lnTo>
                <a:lnTo>
                  <a:pt x="10617" y="1477"/>
                </a:lnTo>
                <a:lnTo>
                  <a:pt x="10638" y="1470"/>
                </a:lnTo>
                <a:lnTo>
                  <a:pt x="10652" y="1456"/>
                </a:lnTo>
                <a:lnTo>
                  <a:pt x="10676" y="1462"/>
                </a:lnTo>
                <a:lnTo>
                  <a:pt x="10693" y="1456"/>
                </a:lnTo>
                <a:lnTo>
                  <a:pt x="10741" y="1447"/>
                </a:lnTo>
                <a:lnTo>
                  <a:pt x="10763" y="1427"/>
                </a:lnTo>
                <a:lnTo>
                  <a:pt x="10780" y="1419"/>
                </a:lnTo>
                <a:lnTo>
                  <a:pt x="10778" y="1400"/>
                </a:lnTo>
                <a:lnTo>
                  <a:pt x="10786" y="1368"/>
                </a:lnTo>
                <a:lnTo>
                  <a:pt x="10809" y="1357"/>
                </a:lnTo>
                <a:lnTo>
                  <a:pt x="10809" y="1330"/>
                </a:lnTo>
                <a:lnTo>
                  <a:pt x="10819" y="1305"/>
                </a:lnTo>
                <a:lnTo>
                  <a:pt x="10841" y="1302"/>
                </a:lnTo>
                <a:lnTo>
                  <a:pt x="10875" y="1302"/>
                </a:lnTo>
                <a:lnTo>
                  <a:pt x="10885" y="1268"/>
                </a:lnTo>
                <a:lnTo>
                  <a:pt x="10902" y="1264"/>
                </a:lnTo>
                <a:lnTo>
                  <a:pt x="10920" y="1258"/>
                </a:lnTo>
                <a:lnTo>
                  <a:pt x="10924" y="1232"/>
                </a:lnTo>
                <a:lnTo>
                  <a:pt x="10943" y="1215"/>
                </a:lnTo>
                <a:lnTo>
                  <a:pt x="10971" y="1212"/>
                </a:lnTo>
                <a:lnTo>
                  <a:pt x="10988" y="1195"/>
                </a:lnTo>
                <a:lnTo>
                  <a:pt x="11021" y="1207"/>
                </a:lnTo>
                <a:lnTo>
                  <a:pt x="11039" y="1221"/>
                </a:lnTo>
                <a:lnTo>
                  <a:pt x="11067" y="1222"/>
                </a:lnTo>
                <a:lnTo>
                  <a:pt x="11077" y="1241"/>
                </a:lnTo>
                <a:lnTo>
                  <a:pt x="11095" y="1272"/>
                </a:lnTo>
                <a:lnTo>
                  <a:pt x="11077" y="1288"/>
                </a:lnTo>
                <a:lnTo>
                  <a:pt x="11083" y="1306"/>
                </a:lnTo>
                <a:lnTo>
                  <a:pt x="11112" y="1337"/>
                </a:lnTo>
                <a:lnTo>
                  <a:pt x="11115" y="1361"/>
                </a:lnTo>
                <a:lnTo>
                  <a:pt x="11132" y="1378"/>
                </a:lnTo>
                <a:lnTo>
                  <a:pt x="11152" y="1390"/>
                </a:lnTo>
                <a:lnTo>
                  <a:pt x="11145" y="1426"/>
                </a:lnTo>
                <a:lnTo>
                  <a:pt x="11144" y="1456"/>
                </a:lnTo>
                <a:lnTo>
                  <a:pt x="11137" y="1469"/>
                </a:lnTo>
                <a:lnTo>
                  <a:pt x="11111" y="1474"/>
                </a:lnTo>
                <a:lnTo>
                  <a:pt x="11087" y="1503"/>
                </a:lnTo>
                <a:lnTo>
                  <a:pt x="11087" y="1518"/>
                </a:lnTo>
                <a:lnTo>
                  <a:pt x="11103" y="1539"/>
                </a:lnTo>
                <a:lnTo>
                  <a:pt x="11110" y="1547"/>
                </a:lnTo>
                <a:lnTo>
                  <a:pt x="11108" y="1576"/>
                </a:lnTo>
                <a:lnTo>
                  <a:pt x="11098" y="1601"/>
                </a:lnTo>
                <a:lnTo>
                  <a:pt x="11109" y="1616"/>
                </a:lnTo>
                <a:lnTo>
                  <a:pt x="11124" y="1626"/>
                </a:lnTo>
                <a:lnTo>
                  <a:pt x="11122" y="1646"/>
                </a:lnTo>
                <a:lnTo>
                  <a:pt x="11129" y="1658"/>
                </a:lnTo>
                <a:lnTo>
                  <a:pt x="11131" y="1671"/>
                </a:lnTo>
                <a:lnTo>
                  <a:pt x="11123" y="1678"/>
                </a:lnTo>
                <a:lnTo>
                  <a:pt x="11112" y="1683"/>
                </a:lnTo>
                <a:lnTo>
                  <a:pt x="11115" y="1723"/>
                </a:lnTo>
                <a:lnTo>
                  <a:pt x="11127" y="1758"/>
                </a:lnTo>
                <a:lnTo>
                  <a:pt x="11137" y="1776"/>
                </a:lnTo>
                <a:lnTo>
                  <a:pt x="11137" y="1790"/>
                </a:lnTo>
                <a:lnTo>
                  <a:pt x="11120" y="1802"/>
                </a:lnTo>
                <a:lnTo>
                  <a:pt x="11113" y="1825"/>
                </a:lnTo>
                <a:lnTo>
                  <a:pt x="11124" y="1843"/>
                </a:lnTo>
                <a:lnTo>
                  <a:pt x="11124" y="1862"/>
                </a:lnTo>
                <a:lnTo>
                  <a:pt x="11134" y="1878"/>
                </a:lnTo>
                <a:lnTo>
                  <a:pt x="11110" y="1890"/>
                </a:lnTo>
                <a:lnTo>
                  <a:pt x="11105" y="1900"/>
                </a:lnTo>
                <a:lnTo>
                  <a:pt x="11115" y="1917"/>
                </a:lnTo>
                <a:lnTo>
                  <a:pt x="11120" y="1944"/>
                </a:lnTo>
                <a:lnTo>
                  <a:pt x="11109" y="1956"/>
                </a:lnTo>
                <a:lnTo>
                  <a:pt x="11095" y="1990"/>
                </a:lnTo>
                <a:lnTo>
                  <a:pt x="11099" y="2010"/>
                </a:lnTo>
                <a:lnTo>
                  <a:pt x="11105" y="2027"/>
                </a:lnTo>
                <a:lnTo>
                  <a:pt x="11099" y="2041"/>
                </a:lnTo>
                <a:lnTo>
                  <a:pt x="11101" y="2058"/>
                </a:lnTo>
                <a:lnTo>
                  <a:pt x="11112" y="2078"/>
                </a:lnTo>
                <a:lnTo>
                  <a:pt x="11116" y="2102"/>
                </a:lnTo>
                <a:lnTo>
                  <a:pt x="11103" y="2120"/>
                </a:lnTo>
                <a:lnTo>
                  <a:pt x="11083" y="2120"/>
                </a:lnTo>
                <a:lnTo>
                  <a:pt x="11067" y="2115"/>
                </a:lnTo>
                <a:lnTo>
                  <a:pt x="10958" y="2094"/>
                </a:lnTo>
                <a:lnTo>
                  <a:pt x="10936" y="2086"/>
                </a:lnTo>
                <a:lnTo>
                  <a:pt x="10909" y="2079"/>
                </a:lnTo>
                <a:lnTo>
                  <a:pt x="10895" y="2083"/>
                </a:lnTo>
                <a:lnTo>
                  <a:pt x="10864" y="2131"/>
                </a:lnTo>
                <a:lnTo>
                  <a:pt x="10857" y="2154"/>
                </a:lnTo>
                <a:lnTo>
                  <a:pt x="10841" y="2175"/>
                </a:lnTo>
                <a:lnTo>
                  <a:pt x="10821" y="2177"/>
                </a:lnTo>
                <a:lnTo>
                  <a:pt x="10800" y="2192"/>
                </a:lnTo>
                <a:lnTo>
                  <a:pt x="10792" y="2207"/>
                </a:lnTo>
                <a:lnTo>
                  <a:pt x="10805" y="2235"/>
                </a:lnTo>
                <a:lnTo>
                  <a:pt x="10845" y="2298"/>
                </a:lnTo>
                <a:lnTo>
                  <a:pt x="10853" y="2323"/>
                </a:lnTo>
                <a:lnTo>
                  <a:pt x="10864" y="2344"/>
                </a:lnTo>
                <a:lnTo>
                  <a:pt x="10886" y="2374"/>
                </a:lnTo>
                <a:lnTo>
                  <a:pt x="10885" y="2405"/>
                </a:lnTo>
                <a:lnTo>
                  <a:pt x="10889" y="2446"/>
                </a:lnTo>
                <a:lnTo>
                  <a:pt x="10892" y="2474"/>
                </a:lnTo>
                <a:lnTo>
                  <a:pt x="10892" y="2533"/>
                </a:lnTo>
                <a:lnTo>
                  <a:pt x="10913" y="2547"/>
                </a:lnTo>
                <a:lnTo>
                  <a:pt x="10915" y="2578"/>
                </a:lnTo>
                <a:lnTo>
                  <a:pt x="10916" y="2609"/>
                </a:lnTo>
                <a:lnTo>
                  <a:pt x="10908" y="2626"/>
                </a:lnTo>
                <a:lnTo>
                  <a:pt x="10906" y="2648"/>
                </a:lnTo>
                <a:lnTo>
                  <a:pt x="10911" y="2666"/>
                </a:lnTo>
                <a:lnTo>
                  <a:pt x="10911" y="2695"/>
                </a:lnTo>
                <a:lnTo>
                  <a:pt x="10898" y="2699"/>
                </a:lnTo>
                <a:lnTo>
                  <a:pt x="10858" y="2693"/>
                </a:lnTo>
                <a:lnTo>
                  <a:pt x="10838" y="2706"/>
                </a:lnTo>
                <a:lnTo>
                  <a:pt x="10837" y="2719"/>
                </a:lnTo>
                <a:lnTo>
                  <a:pt x="10842" y="2748"/>
                </a:lnTo>
                <a:lnTo>
                  <a:pt x="10855" y="2756"/>
                </a:lnTo>
                <a:lnTo>
                  <a:pt x="10855" y="2776"/>
                </a:lnTo>
                <a:lnTo>
                  <a:pt x="10848" y="2794"/>
                </a:lnTo>
                <a:lnTo>
                  <a:pt x="10700" y="2911"/>
                </a:lnTo>
                <a:lnTo>
                  <a:pt x="10656" y="3173"/>
                </a:lnTo>
                <a:lnTo>
                  <a:pt x="10156" y="3524"/>
                </a:lnTo>
                <a:lnTo>
                  <a:pt x="10073" y="3563"/>
                </a:lnTo>
                <a:lnTo>
                  <a:pt x="10069" y="3563"/>
                </a:lnTo>
                <a:lnTo>
                  <a:pt x="10057" y="3531"/>
                </a:lnTo>
                <a:lnTo>
                  <a:pt x="10007" y="3589"/>
                </a:lnTo>
                <a:lnTo>
                  <a:pt x="9969" y="3591"/>
                </a:lnTo>
                <a:lnTo>
                  <a:pt x="9950" y="3598"/>
                </a:lnTo>
                <a:lnTo>
                  <a:pt x="9932" y="3582"/>
                </a:lnTo>
                <a:lnTo>
                  <a:pt x="9887" y="3614"/>
                </a:lnTo>
                <a:lnTo>
                  <a:pt x="9848" y="3614"/>
                </a:lnTo>
                <a:lnTo>
                  <a:pt x="9841" y="3649"/>
                </a:lnTo>
                <a:lnTo>
                  <a:pt x="9819" y="3646"/>
                </a:lnTo>
                <a:lnTo>
                  <a:pt x="9744" y="3704"/>
                </a:lnTo>
                <a:lnTo>
                  <a:pt x="9701" y="3736"/>
                </a:lnTo>
                <a:lnTo>
                  <a:pt x="9715" y="3770"/>
                </a:lnTo>
                <a:lnTo>
                  <a:pt x="9710" y="3783"/>
                </a:lnTo>
                <a:lnTo>
                  <a:pt x="9662" y="3805"/>
                </a:lnTo>
                <a:lnTo>
                  <a:pt x="9634" y="3846"/>
                </a:lnTo>
                <a:lnTo>
                  <a:pt x="9615" y="3846"/>
                </a:lnTo>
                <a:lnTo>
                  <a:pt x="9594" y="3872"/>
                </a:lnTo>
                <a:lnTo>
                  <a:pt x="9573" y="3876"/>
                </a:lnTo>
                <a:lnTo>
                  <a:pt x="9569" y="3848"/>
                </a:lnTo>
                <a:lnTo>
                  <a:pt x="9542" y="3830"/>
                </a:lnTo>
                <a:lnTo>
                  <a:pt x="9555" y="3805"/>
                </a:lnTo>
                <a:lnTo>
                  <a:pt x="9583" y="3803"/>
                </a:lnTo>
                <a:lnTo>
                  <a:pt x="9601" y="3779"/>
                </a:lnTo>
                <a:lnTo>
                  <a:pt x="9639" y="3784"/>
                </a:lnTo>
                <a:lnTo>
                  <a:pt x="9654" y="3774"/>
                </a:lnTo>
                <a:lnTo>
                  <a:pt x="9658" y="3754"/>
                </a:lnTo>
                <a:lnTo>
                  <a:pt x="9638" y="3750"/>
                </a:lnTo>
                <a:lnTo>
                  <a:pt x="9634" y="3734"/>
                </a:lnTo>
                <a:lnTo>
                  <a:pt x="9666" y="3711"/>
                </a:lnTo>
                <a:lnTo>
                  <a:pt x="9683" y="3680"/>
                </a:lnTo>
                <a:lnTo>
                  <a:pt x="9642" y="3711"/>
                </a:lnTo>
                <a:lnTo>
                  <a:pt x="9605" y="3724"/>
                </a:lnTo>
                <a:lnTo>
                  <a:pt x="9589" y="3706"/>
                </a:lnTo>
                <a:lnTo>
                  <a:pt x="9589" y="3685"/>
                </a:lnTo>
                <a:lnTo>
                  <a:pt x="9603" y="3679"/>
                </a:lnTo>
                <a:lnTo>
                  <a:pt x="9606" y="3656"/>
                </a:lnTo>
                <a:lnTo>
                  <a:pt x="9569" y="3619"/>
                </a:lnTo>
                <a:lnTo>
                  <a:pt x="9576" y="3574"/>
                </a:lnTo>
                <a:lnTo>
                  <a:pt x="9573" y="3561"/>
                </a:lnTo>
                <a:lnTo>
                  <a:pt x="9605" y="3560"/>
                </a:lnTo>
                <a:lnTo>
                  <a:pt x="9609" y="3518"/>
                </a:lnTo>
                <a:lnTo>
                  <a:pt x="9645" y="3471"/>
                </a:lnTo>
                <a:lnTo>
                  <a:pt x="9653" y="3448"/>
                </a:lnTo>
                <a:lnTo>
                  <a:pt x="9673" y="3436"/>
                </a:lnTo>
                <a:lnTo>
                  <a:pt x="9669" y="3407"/>
                </a:lnTo>
                <a:lnTo>
                  <a:pt x="9593" y="3362"/>
                </a:lnTo>
                <a:lnTo>
                  <a:pt x="9540" y="3299"/>
                </a:lnTo>
                <a:lnTo>
                  <a:pt x="9528" y="3332"/>
                </a:lnTo>
                <a:lnTo>
                  <a:pt x="9499" y="3332"/>
                </a:lnTo>
                <a:lnTo>
                  <a:pt x="9483" y="3322"/>
                </a:lnTo>
                <a:lnTo>
                  <a:pt x="9444" y="3324"/>
                </a:lnTo>
                <a:lnTo>
                  <a:pt x="9422" y="3361"/>
                </a:lnTo>
                <a:lnTo>
                  <a:pt x="9408" y="3369"/>
                </a:lnTo>
                <a:lnTo>
                  <a:pt x="9401" y="3407"/>
                </a:lnTo>
                <a:lnTo>
                  <a:pt x="9366" y="3446"/>
                </a:lnTo>
                <a:lnTo>
                  <a:pt x="9362" y="3514"/>
                </a:lnTo>
                <a:lnTo>
                  <a:pt x="9345" y="3518"/>
                </a:lnTo>
                <a:lnTo>
                  <a:pt x="9317" y="3564"/>
                </a:lnTo>
                <a:lnTo>
                  <a:pt x="9281" y="3565"/>
                </a:lnTo>
                <a:lnTo>
                  <a:pt x="9220" y="3599"/>
                </a:lnTo>
                <a:lnTo>
                  <a:pt x="9202" y="3685"/>
                </a:lnTo>
                <a:lnTo>
                  <a:pt x="9189" y="3705"/>
                </a:lnTo>
                <a:lnTo>
                  <a:pt x="9200" y="3714"/>
                </a:lnTo>
                <a:lnTo>
                  <a:pt x="9206" y="3755"/>
                </a:lnTo>
                <a:lnTo>
                  <a:pt x="9181" y="3755"/>
                </a:lnTo>
                <a:lnTo>
                  <a:pt x="9191" y="3773"/>
                </a:lnTo>
                <a:lnTo>
                  <a:pt x="9175" y="3809"/>
                </a:lnTo>
                <a:lnTo>
                  <a:pt x="9131" y="3810"/>
                </a:lnTo>
                <a:lnTo>
                  <a:pt x="9075" y="3811"/>
                </a:lnTo>
                <a:lnTo>
                  <a:pt x="9011" y="3788"/>
                </a:lnTo>
                <a:lnTo>
                  <a:pt x="9006" y="3808"/>
                </a:lnTo>
                <a:lnTo>
                  <a:pt x="8986" y="3823"/>
                </a:lnTo>
                <a:lnTo>
                  <a:pt x="8982" y="3858"/>
                </a:lnTo>
                <a:lnTo>
                  <a:pt x="8977" y="3876"/>
                </a:lnTo>
                <a:lnTo>
                  <a:pt x="8978" y="3893"/>
                </a:lnTo>
                <a:lnTo>
                  <a:pt x="8962" y="3907"/>
                </a:lnTo>
                <a:lnTo>
                  <a:pt x="8981" y="3948"/>
                </a:lnTo>
                <a:lnTo>
                  <a:pt x="8985" y="3985"/>
                </a:lnTo>
                <a:lnTo>
                  <a:pt x="9021" y="4005"/>
                </a:lnTo>
                <a:lnTo>
                  <a:pt x="9077" y="4044"/>
                </a:lnTo>
                <a:lnTo>
                  <a:pt x="9085" y="4065"/>
                </a:lnTo>
                <a:lnTo>
                  <a:pt x="9110" y="4109"/>
                </a:lnTo>
                <a:lnTo>
                  <a:pt x="9111" y="4094"/>
                </a:lnTo>
                <a:lnTo>
                  <a:pt x="9123" y="4112"/>
                </a:lnTo>
                <a:lnTo>
                  <a:pt x="9137" y="4090"/>
                </a:lnTo>
                <a:lnTo>
                  <a:pt x="9156" y="4090"/>
                </a:lnTo>
                <a:lnTo>
                  <a:pt x="9160" y="4108"/>
                </a:lnTo>
                <a:lnTo>
                  <a:pt x="9177" y="4098"/>
                </a:lnTo>
                <a:lnTo>
                  <a:pt x="9222" y="4096"/>
                </a:lnTo>
                <a:lnTo>
                  <a:pt x="9230" y="4128"/>
                </a:lnTo>
                <a:lnTo>
                  <a:pt x="9230" y="4175"/>
                </a:lnTo>
                <a:lnTo>
                  <a:pt x="9277" y="4266"/>
                </a:lnTo>
                <a:lnTo>
                  <a:pt x="9322" y="4267"/>
                </a:lnTo>
                <a:lnTo>
                  <a:pt x="9355" y="4248"/>
                </a:lnTo>
                <a:lnTo>
                  <a:pt x="9389" y="4260"/>
                </a:lnTo>
                <a:lnTo>
                  <a:pt x="9404" y="4247"/>
                </a:lnTo>
                <a:lnTo>
                  <a:pt x="9422" y="4214"/>
                </a:lnTo>
                <a:lnTo>
                  <a:pt x="9406" y="4193"/>
                </a:lnTo>
                <a:lnTo>
                  <a:pt x="9399" y="4188"/>
                </a:lnTo>
                <a:lnTo>
                  <a:pt x="9445" y="4170"/>
                </a:lnTo>
                <a:lnTo>
                  <a:pt x="9469" y="4150"/>
                </a:lnTo>
                <a:lnTo>
                  <a:pt x="9469" y="4119"/>
                </a:lnTo>
                <a:lnTo>
                  <a:pt x="9454" y="4108"/>
                </a:lnTo>
                <a:lnTo>
                  <a:pt x="9496" y="4107"/>
                </a:lnTo>
                <a:lnTo>
                  <a:pt x="9574" y="4070"/>
                </a:lnTo>
                <a:lnTo>
                  <a:pt x="9584" y="4084"/>
                </a:lnTo>
                <a:lnTo>
                  <a:pt x="9603" y="4092"/>
                </a:lnTo>
                <a:lnTo>
                  <a:pt x="9623" y="4122"/>
                </a:lnTo>
                <a:lnTo>
                  <a:pt x="9644" y="4132"/>
                </a:lnTo>
                <a:lnTo>
                  <a:pt x="9665" y="4150"/>
                </a:lnTo>
                <a:lnTo>
                  <a:pt x="9774" y="4147"/>
                </a:lnTo>
                <a:lnTo>
                  <a:pt x="9788" y="4132"/>
                </a:lnTo>
                <a:lnTo>
                  <a:pt x="9825" y="4129"/>
                </a:lnTo>
                <a:lnTo>
                  <a:pt x="9823" y="4144"/>
                </a:lnTo>
                <a:lnTo>
                  <a:pt x="9871" y="4143"/>
                </a:lnTo>
                <a:lnTo>
                  <a:pt x="9911" y="4135"/>
                </a:lnTo>
                <a:lnTo>
                  <a:pt x="9933" y="4145"/>
                </a:lnTo>
                <a:lnTo>
                  <a:pt x="9895" y="4157"/>
                </a:lnTo>
                <a:lnTo>
                  <a:pt x="9893" y="4177"/>
                </a:lnTo>
                <a:lnTo>
                  <a:pt x="9922" y="4217"/>
                </a:lnTo>
                <a:lnTo>
                  <a:pt x="9904" y="4217"/>
                </a:lnTo>
                <a:lnTo>
                  <a:pt x="9881" y="4228"/>
                </a:lnTo>
                <a:lnTo>
                  <a:pt x="9885" y="4264"/>
                </a:lnTo>
                <a:lnTo>
                  <a:pt x="9913" y="4269"/>
                </a:lnTo>
                <a:lnTo>
                  <a:pt x="9913" y="4285"/>
                </a:lnTo>
                <a:lnTo>
                  <a:pt x="9870" y="4322"/>
                </a:lnTo>
                <a:lnTo>
                  <a:pt x="9829" y="4293"/>
                </a:lnTo>
                <a:lnTo>
                  <a:pt x="9824" y="4274"/>
                </a:lnTo>
                <a:lnTo>
                  <a:pt x="9809" y="4294"/>
                </a:lnTo>
                <a:lnTo>
                  <a:pt x="9796" y="4273"/>
                </a:lnTo>
                <a:lnTo>
                  <a:pt x="9760" y="4322"/>
                </a:lnTo>
                <a:lnTo>
                  <a:pt x="9738" y="4322"/>
                </a:lnTo>
                <a:lnTo>
                  <a:pt x="9706" y="4347"/>
                </a:lnTo>
                <a:lnTo>
                  <a:pt x="9675" y="4346"/>
                </a:lnTo>
                <a:lnTo>
                  <a:pt x="9668" y="4367"/>
                </a:lnTo>
                <a:lnTo>
                  <a:pt x="9639" y="4344"/>
                </a:lnTo>
                <a:lnTo>
                  <a:pt x="9600" y="4349"/>
                </a:lnTo>
                <a:lnTo>
                  <a:pt x="9639" y="4374"/>
                </a:lnTo>
                <a:lnTo>
                  <a:pt x="9644" y="4402"/>
                </a:lnTo>
                <a:lnTo>
                  <a:pt x="9600" y="4409"/>
                </a:lnTo>
                <a:lnTo>
                  <a:pt x="9599" y="4446"/>
                </a:lnTo>
                <a:lnTo>
                  <a:pt x="9548" y="4443"/>
                </a:lnTo>
                <a:lnTo>
                  <a:pt x="9520" y="4473"/>
                </a:lnTo>
                <a:lnTo>
                  <a:pt x="9536" y="4493"/>
                </a:lnTo>
                <a:lnTo>
                  <a:pt x="9569" y="4513"/>
                </a:lnTo>
                <a:lnTo>
                  <a:pt x="9537" y="4549"/>
                </a:lnTo>
                <a:lnTo>
                  <a:pt x="9520" y="4539"/>
                </a:lnTo>
                <a:lnTo>
                  <a:pt x="9489" y="4589"/>
                </a:lnTo>
                <a:lnTo>
                  <a:pt x="9465" y="4597"/>
                </a:lnTo>
                <a:lnTo>
                  <a:pt x="9453" y="4589"/>
                </a:lnTo>
                <a:lnTo>
                  <a:pt x="9444" y="4638"/>
                </a:lnTo>
                <a:lnTo>
                  <a:pt x="9459" y="4677"/>
                </a:lnTo>
                <a:lnTo>
                  <a:pt x="9444" y="4736"/>
                </a:lnTo>
                <a:lnTo>
                  <a:pt x="9445" y="4821"/>
                </a:lnTo>
                <a:lnTo>
                  <a:pt x="9459" y="4820"/>
                </a:lnTo>
                <a:lnTo>
                  <a:pt x="9546" y="4861"/>
                </a:lnTo>
                <a:lnTo>
                  <a:pt x="9546" y="4886"/>
                </a:lnTo>
                <a:lnTo>
                  <a:pt x="9571" y="4872"/>
                </a:lnTo>
                <a:lnTo>
                  <a:pt x="9665" y="4920"/>
                </a:lnTo>
                <a:lnTo>
                  <a:pt x="9718" y="5027"/>
                </a:lnTo>
                <a:lnTo>
                  <a:pt x="9729" y="5030"/>
                </a:lnTo>
                <a:lnTo>
                  <a:pt x="9712" y="5070"/>
                </a:lnTo>
                <a:lnTo>
                  <a:pt x="9745" y="5081"/>
                </a:lnTo>
                <a:lnTo>
                  <a:pt x="9749" y="5132"/>
                </a:lnTo>
                <a:lnTo>
                  <a:pt x="9813" y="5178"/>
                </a:lnTo>
                <a:lnTo>
                  <a:pt x="9814" y="5229"/>
                </a:lnTo>
                <a:lnTo>
                  <a:pt x="9859" y="5294"/>
                </a:lnTo>
                <a:lnTo>
                  <a:pt x="9893" y="5308"/>
                </a:lnTo>
                <a:lnTo>
                  <a:pt x="9928" y="5305"/>
                </a:lnTo>
                <a:lnTo>
                  <a:pt x="9946" y="5320"/>
                </a:lnTo>
                <a:lnTo>
                  <a:pt x="9946" y="5332"/>
                </a:lnTo>
                <a:lnTo>
                  <a:pt x="9987" y="5382"/>
                </a:lnTo>
                <a:lnTo>
                  <a:pt x="10008" y="5391"/>
                </a:lnTo>
                <a:lnTo>
                  <a:pt x="10033" y="5440"/>
                </a:lnTo>
                <a:lnTo>
                  <a:pt x="10013" y="5451"/>
                </a:lnTo>
                <a:lnTo>
                  <a:pt x="9944" y="5426"/>
                </a:lnTo>
                <a:lnTo>
                  <a:pt x="9894" y="5455"/>
                </a:lnTo>
                <a:lnTo>
                  <a:pt x="9860" y="5420"/>
                </a:lnTo>
                <a:lnTo>
                  <a:pt x="9835" y="5418"/>
                </a:lnTo>
                <a:lnTo>
                  <a:pt x="9798" y="5392"/>
                </a:lnTo>
                <a:lnTo>
                  <a:pt x="9743" y="5385"/>
                </a:lnTo>
                <a:lnTo>
                  <a:pt x="9721" y="5414"/>
                </a:lnTo>
                <a:lnTo>
                  <a:pt x="9688" y="5414"/>
                </a:lnTo>
                <a:lnTo>
                  <a:pt x="9665" y="5396"/>
                </a:lnTo>
                <a:lnTo>
                  <a:pt x="9645" y="5345"/>
                </a:lnTo>
                <a:lnTo>
                  <a:pt x="9599" y="5362"/>
                </a:lnTo>
                <a:lnTo>
                  <a:pt x="9574" y="5352"/>
                </a:lnTo>
                <a:lnTo>
                  <a:pt x="9564" y="5362"/>
                </a:lnTo>
                <a:lnTo>
                  <a:pt x="9542" y="5362"/>
                </a:lnTo>
                <a:lnTo>
                  <a:pt x="9521" y="5356"/>
                </a:lnTo>
                <a:lnTo>
                  <a:pt x="9490" y="5371"/>
                </a:lnTo>
                <a:lnTo>
                  <a:pt x="9450" y="5449"/>
                </a:lnTo>
                <a:lnTo>
                  <a:pt x="9499" y="5391"/>
                </a:lnTo>
                <a:lnTo>
                  <a:pt x="9536" y="5377"/>
                </a:lnTo>
                <a:lnTo>
                  <a:pt x="9580" y="5383"/>
                </a:lnTo>
                <a:lnTo>
                  <a:pt x="9619" y="5367"/>
                </a:lnTo>
                <a:lnTo>
                  <a:pt x="9636" y="5375"/>
                </a:lnTo>
                <a:lnTo>
                  <a:pt x="9638" y="5393"/>
                </a:lnTo>
                <a:lnTo>
                  <a:pt x="9683" y="5434"/>
                </a:lnTo>
                <a:lnTo>
                  <a:pt x="9709" y="5440"/>
                </a:lnTo>
                <a:lnTo>
                  <a:pt x="9765" y="5401"/>
                </a:lnTo>
                <a:lnTo>
                  <a:pt x="9799" y="5402"/>
                </a:lnTo>
                <a:lnTo>
                  <a:pt x="9868" y="5470"/>
                </a:lnTo>
                <a:lnTo>
                  <a:pt x="9924" y="5502"/>
                </a:lnTo>
                <a:lnTo>
                  <a:pt x="10012" y="5556"/>
                </a:lnTo>
                <a:lnTo>
                  <a:pt x="10054" y="5624"/>
                </a:lnTo>
                <a:lnTo>
                  <a:pt x="10053" y="5649"/>
                </a:lnTo>
                <a:lnTo>
                  <a:pt x="10005" y="5654"/>
                </a:lnTo>
                <a:lnTo>
                  <a:pt x="9965" y="5700"/>
                </a:lnTo>
                <a:lnTo>
                  <a:pt x="9945" y="5697"/>
                </a:lnTo>
                <a:lnTo>
                  <a:pt x="9928" y="5714"/>
                </a:lnTo>
                <a:lnTo>
                  <a:pt x="9925" y="5743"/>
                </a:lnTo>
                <a:lnTo>
                  <a:pt x="9895" y="5757"/>
                </a:lnTo>
                <a:lnTo>
                  <a:pt x="9854" y="5736"/>
                </a:lnTo>
                <a:lnTo>
                  <a:pt x="9831" y="5754"/>
                </a:lnTo>
                <a:lnTo>
                  <a:pt x="9809" y="5752"/>
                </a:lnTo>
                <a:lnTo>
                  <a:pt x="9770" y="5784"/>
                </a:lnTo>
                <a:lnTo>
                  <a:pt x="9766" y="5825"/>
                </a:lnTo>
                <a:lnTo>
                  <a:pt x="9777" y="5795"/>
                </a:lnTo>
                <a:lnTo>
                  <a:pt x="9812" y="5766"/>
                </a:lnTo>
                <a:lnTo>
                  <a:pt x="9846" y="5759"/>
                </a:lnTo>
                <a:lnTo>
                  <a:pt x="9881" y="5809"/>
                </a:lnTo>
                <a:lnTo>
                  <a:pt x="9909" y="5818"/>
                </a:lnTo>
                <a:lnTo>
                  <a:pt x="9962" y="5773"/>
                </a:lnTo>
                <a:lnTo>
                  <a:pt x="10002" y="5779"/>
                </a:lnTo>
                <a:lnTo>
                  <a:pt x="10058" y="5850"/>
                </a:lnTo>
                <a:lnTo>
                  <a:pt x="10067" y="5835"/>
                </a:lnTo>
                <a:lnTo>
                  <a:pt x="10080" y="5853"/>
                </a:lnTo>
                <a:lnTo>
                  <a:pt x="10114" y="5853"/>
                </a:lnTo>
                <a:lnTo>
                  <a:pt x="10119" y="5864"/>
                </a:lnTo>
                <a:lnTo>
                  <a:pt x="10043" y="5935"/>
                </a:lnTo>
                <a:lnTo>
                  <a:pt x="9997" y="5944"/>
                </a:lnTo>
                <a:lnTo>
                  <a:pt x="9997" y="5975"/>
                </a:lnTo>
                <a:lnTo>
                  <a:pt x="10020" y="5979"/>
                </a:lnTo>
                <a:lnTo>
                  <a:pt x="10064" y="5941"/>
                </a:lnTo>
                <a:lnTo>
                  <a:pt x="10100" y="5949"/>
                </a:lnTo>
                <a:lnTo>
                  <a:pt x="10100" y="5934"/>
                </a:lnTo>
                <a:lnTo>
                  <a:pt x="10094" y="5924"/>
                </a:lnTo>
                <a:lnTo>
                  <a:pt x="10114" y="5904"/>
                </a:lnTo>
                <a:lnTo>
                  <a:pt x="10133" y="5915"/>
                </a:lnTo>
                <a:lnTo>
                  <a:pt x="10137" y="5965"/>
                </a:lnTo>
                <a:lnTo>
                  <a:pt x="10147" y="5987"/>
                </a:lnTo>
                <a:lnTo>
                  <a:pt x="10127" y="6003"/>
                </a:lnTo>
                <a:lnTo>
                  <a:pt x="10124" y="5991"/>
                </a:lnTo>
                <a:lnTo>
                  <a:pt x="10104" y="5981"/>
                </a:lnTo>
                <a:lnTo>
                  <a:pt x="10099" y="5998"/>
                </a:lnTo>
                <a:lnTo>
                  <a:pt x="10089" y="6006"/>
                </a:lnTo>
                <a:lnTo>
                  <a:pt x="10056" y="5997"/>
                </a:lnTo>
                <a:lnTo>
                  <a:pt x="10020" y="6028"/>
                </a:lnTo>
                <a:lnTo>
                  <a:pt x="10017" y="6044"/>
                </a:lnTo>
                <a:lnTo>
                  <a:pt x="10073" y="6041"/>
                </a:lnTo>
                <a:lnTo>
                  <a:pt x="10092" y="6059"/>
                </a:lnTo>
                <a:lnTo>
                  <a:pt x="10086" y="6073"/>
                </a:lnTo>
                <a:lnTo>
                  <a:pt x="10075" y="6070"/>
                </a:lnTo>
                <a:lnTo>
                  <a:pt x="10053" y="6092"/>
                </a:lnTo>
                <a:lnTo>
                  <a:pt x="10073" y="6102"/>
                </a:lnTo>
                <a:lnTo>
                  <a:pt x="10089" y="6120"/>
                </a:lnTo>
                <a:lnTo>
                  <a:pt x="10069" y="6137"/>
                </a:lnTo>
                <a:lnTo>
                  <a:pt x="10046" y="6133"/>
                </a:lnTo>
                <a:lnTo>
                  <a:pt x="10032" y="6144"/>
                </a:lnTo>
                <a:lnTo>
                  <a:pt x="10046" y="6159"/>
                </a:lnTo>
                <a:lnTo>
                  <a:pt x="10079" y="6162"/>
                </a:lnTo>
                <a:lnTo>
                  <a:pt x="10098" y="6193"/>
                </a:lnTo>
                <a:lnTo>
                  <a:pt x="10074" y="6208"/>
                </a:lnTo>
                <a:lnTo>
                  <a:pt x="10068" y="6243"/>
                </a:lnTo>
                <a:lnTo>
                  <a:pt x="10059" y="6231"/>
                </a:lnTo>
                <a:lnTo>
                  <a:pt x="10053" y="6203"/>
                </a:lnTo>
                <a:lnTo>
                  <a:pt x="10025" y="6207"/>
                </a:lnTo>
                <a:lnTo>
                  <a:pt x="9999" y="6268"/>
                </a:lnTo>
                <a:lnTo>
                  <a:pt x="9980" y="6283"/>
                </a:lnTo>
                <a:lnTo>
                  <a:pt x="9932" y="6268"/>
                </a:lnTo>
                <a:lnTo>
                  <a:pt x="9965" y="6287"/>
                </a:lnTo>
                <a:lnTo>
                  <a:pt x="9965" y="6305"/>
                </a:lnTo>
                <a:lnTo>
                  <a:pt x="9979" y="6325"/>
                </a:lnTo>
                <a:lnTo>
                  <a:pt x="9959" y="6339"/>
                </a:lnTo>
                <a:lnTo>
                  <a:pt x="9957" y="6362"/>
                </a:lnTo>
                <a:lnTo>
                  <a:pt x="9970" y="6381"/>
                </a:lnTo>
                <a:lnTo>
                  <a:pt x="9959" y="6394"/>
                </a:lnTo>
                <a:lnTo>
                  <a:pt x="9960" y="6424"/>
                </a:lnTo>
                <a:lnTo>
                  <a:pt x="9932" y="6438"/>
                </a:lnTo>
                <a:lnTo>
                  <a:pt x="9909" y="6414"/>
                </a:lnTo>
                <a:lnTo>
                  <a:pt x="9900" y="6443"/>
                </a:lnTo>
                <a:lnTo>
                  <a:pt x="9927" y="6445"/>
                </a:lnTo>
                <a:lnTo>
                  <a:pt x="9950" y="6474"/>
                </a:lnTo>
                <a:lnTo>
                  <a:pt x="9911" y="6472"/>
                </a:lnTo>
                <a:lnTo>
                  <a:pt x="9909" y="6493"/>
                </a:lnTo>
                <a:lnTo>
                  <a:pt x="9866" y="6538"/>
                </a:lnTo>
                <a:lnTo>
                  <a:pt x="9844" y="6538"/>
                </a:lnTo>
                <a:lnTo>
                  <a:pt x="9846" y="6504"/>
                </a:lnTo>
                <a:lnTo>
                  <a:pt x="9829" y="6507"/>
                </a:lnTo>
                <a:lnTo>
                  <a:pt x="9818" y="6504"/>
                </a:lnTo>
                <a:lnTo>
                  <a:pt x="9812" y="6533"/>
                </a:lnTo>
                <a:lnTo>
                  <a:pt x="9789" y="6528"/>
                </a:lnTo>
                <a:lnTo>
                  <a:pt x="9804" y="6545"/>
                </a:lnTo>
                <a:lnTo>
                  <a:pt x="9785" y="6562"/>
                </a:lnTo>
                <a:lnTo>
                  <a:pt x="9813" y="6564"/>
                </a:lnTo>
                <a:lnTo>
                  <a:pt x="9836" y="6595"/>
                </a:lnTo>
                <a:lnTo>
                  <a:pt x="9800" y="6595"/>
                </a:lnTo>
                <a:lnTo>
                  <a:pt x="9841" y="6631"/>
                </a:lnTo>
                <a:lnTo>
                  <a:pt x="9862" y="6612"/>
                </a:lnTo>
                <a:lnTo>
                  <a:pt x="9880" y="6631"/>
                </a:lnTo>
                <a:lnTo>
                  <a:pt x="9823" y="6656"/>
                </a:lnTo>
                <a:lnTo>
                  <a:pt x="9788" y="6681"/>
                </a:lnTo>
                <a:lnTo>
                  <a:pt x="9782" y="6707"/>
                </a:lnTo>
                <a:lnTo>
                  <a:pt x="9796" y="6694"/>
                </a:lnTo>
                <a:lnTo>
                  <a:pt x="9821" y="6692"/>
                </a:lnTo>
                <a:lnTo>
                  <a:pt x="9841" y="6712"/>
                </a:lnTo>
                <a:lnTo>
                  <a:pt x="9802" y="6745"/>
                </a:lnTo>
                <a:lnTo>
                  <a:pt x="9830" y="6754"/>
                </a:lnTo>
                <a:lnTo>
                  <a:pt x="9825" y="6776"/>
                </a:lnTo>
                <a:lnTo>
                  <a:pt x="9803" y="6783"/>
                </a:lnTo>
                <a:lnTo>
                  <a:pt x="9809" y="6802"/>
                </a:lnTo>
                <a:lnTo>
                  <a:pt x="9825" y="6802"/>
                </a:lnTo>
                <a:lnTo>
                  <a:pt x="9839" y="6827"/>
                </a:lnTo>
                <a:lnTo>
                  <a:pt x="9836" y="6868"/>
                </a:lnTo>
                <a:lnTo>
                  <a:pt x="9818" y="6839"/>
                </a:lnTo>
                <a:lnTo>
                  <a:pt x="9800" y="6839"/>
                </a:lnTo>
                <a:lnTo>
                  <a:pt x="9800" y="6817"/>
                </a:lnTo>
                <a:lnTo>
                  <a:pt x="9774" y="6793"/>
                </a:lnTo>
                <a:lnTo>
                  <a:pt x="9763" y="6813"/>
                </a:lnTo>
                <a:lnTo>
                  <a:pt x="9744" y="6813"/>
                </a:lnTo>
                <a:lnTo>
                  <a:pt x="9741" y="6841"/>
                </a:lnTo>
                <a:lnTo>
                  <a:pt x="9771" y="6863"/>
                </a:lnTo>
                <a:lnTo>
                  <a:pt x="9770" y="6892"/>
                </a:lnTo>
                <a:lnTo>
                  <a:pt x="9759" y="6874"/>
                </a:lnTo>
                <a:lnTo>
                  <a:pt x="9741" y="6874"/>
                </a:lnTo>
                <a:lnTo>
                  <a:pt x="9729" y="6858"/>
                </a:lnTo>
                <a:lnTo>
                  <a:pt x="9704" y="6864"/>
                </a:lnTo>
                <a:lnTo>
                  <a:pt x="9723" y="6878"/>
                </a:lnTo>
                <a:lnTo>
                  <a:pt x="9728" y="6909"/>
                </a:lnTo>
                <a:lnTo>
                  <a:pt x="9750" y="6909"/>
                </a:lnTo>
                <a:lnTo>
                  <a:pt x="9755" y="6918"/>
                </a:lnTo>
                <a:lnTo>
                  <a:pt x="9735" y="6942"/>
                </a:lnTo>
                <a:lnTo>
                  <a:pt x="9700" y="6917"/>
                </a:lnTo>
                <a:lnTo>
                  <a:pt x="9695" y="6939"/>
                </a:lnTo>
                <a:lnTo>
                  <a:pt x="9706" y="6956"/>
                </a:lnTo>
                <a:lnTo>
                  <a:pt x="9735" y="6965"/>
                </a:lnTo>
                <a:lnTo>
                  <a:pt x="9723" y="7002"/>
                </a:lnTo>
                <a:lnTo>
                  <a:pt x="9675" y="6973"/>
                </a:lnTo>
                <a:lnTo>
                  <a:pt x="9658" y="6989"/>
                </a:lnTo>
                <a:lnTo>
                  <a:pt x="9645" y="6977"/>
                </a:lnTo>
                <a:lnTo>
                  <a:pt x="9619" y="7013"/>
                </a:lnTo>
                <a:lnTo>
                  <a:pt x="9561" y="7016"/>
                </a:lnTo>
                <a:lnTo>
                  <a:pt x="9605" y="7048"/>
                </a:lnTo>
                <a:lnTo>
                  <a:pt x="9629" y="7039"/>
                </a:lnTo>
                <a:lnTo>
                  <a:pt x="9659" y="7046"/>
                </a:lnTo>
                <a:lnTo>
                  <a:pt x="9646" y="7073"/>
                </a:lnTo>
                <a:lnTo>
                  <a:pt x="9626" y="7076"/>
                </a:lnTo>
                <a:lnTo>
                  <a:pt x="9621" y="7111"/>
                </a:lnTo>
                <a:lnTo>
                  <a:pt x="9601" y="7087"/>
                </a:lnTo>
                <a:lnTo>
                  <a:pt x="9581" y="7118"/>
                </a:lnTo>
                <a:lnTo>
                  <a:pt x="9571" y="7124"/>
                </a:lnTo>
                <a:lnTo>
                  <a:pt x="9569" y="7111"/>
                </a:lnTo>
                <a:lnTo>
                  <a:pt x="9553" y="7112"/>
                </a:lnTo>
                <a:lnTo>
                  <a:pt x="9548" y="7138"/>
                </a:lnTo>
                <a:lnTo>
                  <a:pt x="9531" y="7138"/>
                </a:lnTo>
                <a:lnTo>
                  <a:pt x="9523" y="7178"/>
                </a:lnTo>
                <a:lnTo>
                  <a:pt x="9490" y="7178"/>
                </a:lnTo>
                <a:lnTo>
                  <a:pt x="9486" y="7163"/>
                </a:lnTo>
                <a:lnTo>
                  <a:pt x="9444" y="7169"/>
                </a:lnTo>
                <a:lnTo>
                  <a:pt x="9433" y="7188"/>
                </a:lnTo>
                <a:lnTo>
                  <a:pt x="9415" y="7183"/>
                </a:lnTo>
                <a:lnTo>
                  <a:pt x="9431" y="7217"/>
                </a:lnTo>
                <a:lnTo>
                  <a:pt x="9420" y="7253"/>
                </a:lnTo>
                <a:lnTo>
                  <a:pt x="9405" y="7274"/>
                </a:lnTo>
                <a:lnTo>
                  <a:pt x="9419" y="7297"/>
                </a:lnTo>
                <a:lnTo>
                  <a:pt x="9390" y="7309"/>
                </a:lnTo>
                <a:lnTo>
                  <a:pt x="9371" y="7304"/>
                </a:lnTo>
                <a:lnTo>
                  <a:pt x="9360" y="7320"/>
                </a:lnTo>
                <a:lnTo>
                  <a:pt x="9356" y="7301"/>
                </a:lnTo>
                <a:lnTo>
                  <a:pt x="9340" y="7314"/>
                </a:lnTo>
                <a:lnTo>
                  <a:pt x="9320" y="7336"/>
                </a:lnTo>
                <a:lnTo>
                  <a:pt x="9281" y="7341"/>
                </a:lnTo>
                <a:lnTo>
                  <a:pt x="9277" y="7357"/>
                </a:lnTo>
                <a:lnTo>
                  <a:pt x="9249" y="7357"/>
                </a:lnTo>
                <a:lnTo>
                  <a:pt x="9246" y="7347"/>
                </a:lnTo>
                <a:lnTo>
                  <a:pt x="9227" y="7347"/>
                </a:lnTo>
                <a:lnTo>
                  <a:pt x="9222" y="7377"/>
                </a:lnTo>
                <a:lnTo>
                  <a:pt x="9206" y="7391"/>
                </a:lnTo>
                <a:lnTo>
                  <a:pt x="9180" y="7362"/>
                </a:lnTo>
                <a:lnTo>
                  <a:pt x="9167" y="7342"/>
                </a:lnTo>
                <a:lnTo>
                  <a:pt x="9160" y="7358"/>
                </a:lnTo>
                <a:lnTo>
                  <a:pt x="9132" y="7365"/>
                </a:lnTo>
                <a:lnTo>
                  <a:pt x="9130" y="7388"/>
                </a:lnTo>
                <a:lnTo>
                  <a:pt x="9102" y="7395"/>
                </a:lnTo>
                <a:lnTo>
                  <a:pt x="9075" y="7380"/>
                </a:lnTo>
                <a:lnTo>
                  <a:pt x="9060" y="7393"/>
                </a:lnTo>
                <a:lnTo>
                  <a:pt x="9029" y="7404"/>
                </a:lnTo>
                <a:lnTo>
                  <a:pt x="9025" y="7437"/>
                </a:lnTo>
                <a:lnTo>
                  <a:pt x="8964" y="7467"/>
                </a:lnTo>
                <a:lnTo>
                  <a:pt x="8960" y="7453"/>
                </a:lnTo>
                <a:lnTo>
                  <a:pt x="8982" y="7443"/>
                </a:lnTo>
                <a:lnTo>
                  <a:pt x="8999" y="7418"/>
                </a:lnTo>
                <a:lnTo>
                  <a:pt x="8977" y="7424"/>
                </a:lnTo>
                <a:lnTo>
                  <a:pt x="8942" y="7390"/>
                </a:lnTo>
                <a:lnTo>
                  <a:pt x="8937" y="7368"/>
                </a:lnTo>
                <a:lnTo>
                  <a:pt x="8893" y="7347"/>
                </a:lnTo>
                <a:lnTo>
                  <a:pt x="8877" y="7332"/>
                </a:lnTo>
                <a:lnTo>
                  <a:pt x="8884" y="7350"/>
                </a:lnTo>
                <a:lnTo>
                  <a:pt x="8882" y="7375"/>
                </a:lnTo>
                <a:lnTo>
                  <a:pt x="8889" y="7406"/>
                </a:lnTo>
                <a:lnTo>
                  <a:pt x="8895" y="7447"/>
                </a:lnTo>
                <a:lnTo>
                  <a:pt x="8869" y="7461"/>
                </a:lnTo>
                <a:lnTo>
                  <a:pt x="8853" y="7487"/>
                </a:lnTo>
                <a:lnTo>
                  <a:pt x="8837" y="7499"/>
                </a:lnTo>
                <a:lnTo>
                  <a:pt x="8822" y="7487"/>
                </a:lnTo>
                <a:lnTo>
                  <a:pt x="8813" y="7479"/>
                </a:lnTo>
                <a:lnTo>
                  <a:pt x="8810" y="7493"/>
                </a:lnTo>
                <a:lnTo>
                  <a:pt x="8789" y="7522"/>
                </a:lnTo>
                <a:lnTo>
                  <a:pt x="8756" y="7555"/>
                </a:lnTo>
                <a:lnTo>
                  <a:pt x="8718" y="7573"/>
                </a:lnTo>
                <a:lnTo>
                  <a:pt x="8698" y="7579"/>
                </a:lnTo>
                <a:lnTo>
                  <a:pt x="8664" y="7567"/>
                </a:lnTo>
                <a:lnTo>
                  <a:pt x="8631" y="7577"/>
                </a:lnTo>
                <a:lnTo>
                  <a:pt x="8603" y="7576"/>
                </a:lnTo>
                <a:lnTo>
                  <a:pt x="8616" y="7599"/>
                </a:lnTo>
                <a:lnTo>
                  <a:pt x="8579" y="7619"/>
                </a:lnTo>
                <a:lnTo>
                  <a:pt x="8548" y="7630"/>
                </a:lnTo>
                <a:lnTo>
                  <a:pt x="8520" y="7619"/>
                </a:lnTo>
                <a:lnTo>
                  <a:pt x="8507" y="7645"/>
                </a:lnTo>
                <a:lnTo>
                  <a:pt x="8474" y="7650"/>
                </a:lnTo>
                <a:lnTo>
                  <a:pt x="8457" y="7669"/>
                </a:lnTo>
                <a:lnTo>
                  <a:pt x="8447" y="7668"/>
                </a:lnTo>
                <a:lnTo>
                  <a:pt x="8455" y="7658"/>
                </a:lnTo>
                <a:lnTo>
                  <a:pt x="8439" y="7655"/>
                </a:lnTo>
                <a:lnTo>
                  <a:pt x="8437" y="7648"/>
                </a:lnTo>
                <a:lnTo>
                  <a:pt x="8442" y="7643"/>
                </a:lnTo>
                <a:lnTo>
                  <a:pt x="8433" y="7643"/>
                </a:lnTo>
                <a:lnTo>
                  <a:pt x="8426" y="7630"/>
                </a:lnTo>
                <a:lnTo>
                  <a:pt x="8423" y="7621"/>
                </a:lnTo>
                <a:lnTo>
                  <a:pt x="8411" y="7633"/>
                </a:lnTo>
                <a:lnTo>
                  <a:pt x="8402" y="7635"/>
                </a:lnTo>
                <a:lnTo>
                  <a:pt x="8407" y="7652"/>
                </a:lnTo>
                <a:lnTo>
                  <a:pt x="8402" y="7675"/>
                </a:lnTo>
                <a:lnTo>
                  <a:pt x="8378" y="7694"/>
                </a:lnTo>
                <a:lnTo>
                  <a:pt x="8370" y="7708"/>
                </a:lnTo>
                <a:lnTo>
                  <a:pt x="8384" y="7740"/>
                </a:lnTo>
                <a:lnTo>
                  <a:pt x="8403" y="7740"/>
                </a:lnTo>
                <a:lnTo>
                  <a:pt x="8422" y="7774"/>
                </a:lnTo>
                <a:lnTo>
                  <a:pt x="8422" y="7784"/>
                </a:lnTo>
                <a:lnTo>
                  <a:pt x="8435" y="7786"/>
                </a:lnTo>
                <a:lnTo>
                  <a:pt x="8443" y="7801"/>
                </a:lnTo>
                <a:lnTo>
                  <a:pt x="8414" y="7839"/>
                </a:lnTo>
                <a:lnTo>
                  <a:pt x="8394" y="7839"/>
                </a:lnTo>
                <a:lnTo>
                  <a:pt x="8394" y="7829"/>
                </a:lnTo>
                <a:lnTo>
                  <a:pt x="8356" y="7822"/>
                </a:lnTo>
                <a:lnTo>
                  <a:pt x="8343" y="7846"/>
                </a:lnTo>
                <a:lnTo>
                  <a:pt x="8335" y="7853"/>
                </a:lnTo>
                <a:lnTo>
                  <a:pt x="8330" y="7816"/>
                </a:lnTo>
                <a:lnTo>
                  <a:pt x="8331" y="7799"/>
                </a:lnTo>
                <a:lnTo>
                  <a:pt x="8307" y="7785"/>
                </a:lnTo>
                <a:lnTo>
                  <a:pt x="8266" y="7728"/>
                </a:lnTo>
                <a:lnTo>
                  <a:pt x="8267" y="7708"/>
                </a:lnTo>
                <a:lnTo>
                  <a:pt x="8290" y="7678"/>
                </a:lnTo>
                <a:lnTo>
                  <a:pt x="8296" y="7648"/>
                </a:lnTo>
                <a:lnTo>
                  <a:pt x="8321" y="7645"/>
                </a:lnTo>
                <a:lnTo>
                  <a:pt x="8319" y="7633"/>
                </a:lnTo>
                <a:lnTo>
                  <a:pt x="8302" y="7626"/>
                </a:lnTo>
                <a:lnTo>
                  <a:pt x="8277" y="7633"/>
                </a:lnTo>
                <a:lnTo>
                  <a:pt x="8252" y="7610"/>
                </a:lnTo>
                <a:lnTo>
                  <a:pt x="8235" y="7640"/>
                </a:lnTo>
                <a:lnTo>
                  <a:pt x="8211" y="7638"/>
                </a:lnTo>
                <a:lnTo>
                  <a:pt x="8194" y="7644"/>
                </a:lnTo>
                <a:lnTo>
                  <a:pt x="8151" y="7609"/>
                </a:lnTo>
                <a:lnTo>
                  <a:pt x="8135" y="7615"/>
                </a:lnTo>
                <a:lnTo>
                  <a:pt x="8103" y="7582"/>
                </a:lnTo>
                <a:lnTo>
                  <a:pt x="8087" y="7552"/>
                </a:lnTo>
                <a:lnTo>
                  <a:pt x="8079" y="7585"/>
                </a:lnTo>
                <a:lnTo>
                  <a:pt x="8080" y="7603"/>
                </a:lnTo>
                <a:lnTo>
                  <a:pt x="8052" y="7615"/>
                </a:lnTo>
                <a:lnTo>
                  <a:pt x="8031" y="7606"/>
                </a:lnTo>
                <a:lnTo>
                  <a:pt x="8019" y="7613"/>
                </a:lnTo>
                <a:lnTo>
                  <a:pt x="8008" y="7610"/>
                </a:lnTo>
                <a:lnTo>
                  <a:pt x="8009" y="7612"/>
                </a:lnTo>
                <a:lnTo>
                  <a:pt x="8000" y="7607"/>
                </a:lnTo>
                <a:lnTo>
                  <a:pt x="7980" y="7606"/>
                </a:lnTo>
                <a:lnTo>
                  <a:pt x="7813" y="7621"/>
                </a:lnTo>
                <a:lnTo>
                  <a:pt x="7451" y="7479"/>
                </a:lnTo>
                <a:lnTo>
                  <a:pt x="6860" y="7778"/>
                </a:lnTo>
                <a:lnTo>
                  <a:pt x="6425" y="7640"/>
                </a:lnTo>
                <a:lnTo>
                  <a:pt x="5426" y="6899"/>
                </a:lnTo>
                <a:lnTo>
                  <a:pt x="3291" y="6701"/>
                </a:lnTo>
                <a:lnTo>
                  <a:pt x="2165" y="5644"/>
                </a:lnTo>
                <a:lnTo>
                  <a:pt x="0" y="4714"/>
                </a:lnTo>
                <a:lnTo>
                  <a:pt x="178" y="2886"/>
                </a:lnTo>
                <a:lnTo>
                  <a:pt x="1601" y="2115"/>
                </a:lnTo>
                <a:lnTo>
                  <a:pt x="3245" y="1770"/>
                </a:lnTo>
                <a:lnTo>
                  <a:pt x="3380" y="1747"/>
                </a:lnTo>
                <a:lnTo>
                  <a:pt x="3380" y="1747"/>
                </a:lnTo>
                <a:close/>
                <a:moveTo>
                  <a:pt x="9486" y="7217"/>
                </a:moveTo>
                <a:lnTo>
                  <a:pt x="9491" y="7234"/>
                </a:lnTo>
                <a:lnTo>
                  <a:pt x="9521" y="7235"/>
                </a:lnTo>
                <a:lnTo>
                  <a:pt x="9534" y="7225"/>
                </a:lnTo>
                <a:lnTo>
                  <a:pt x="9512" y="7204"/>
                </a:lnTo>
                <a:lnTo>
                  <a:pt x="9486" y="7217"/>
                </a:lnTo>
                <a:lnTo>
                  <a:pt x="9486" y="7217"/>
                </a:lnTo>
                <a:close/>
                <a:moveTo>
                  <a:pt x="9851" y="6774"/>
                </a:moveTo>
                <a:lnTo>
                  <a:pt x="9858" y="6812"/>
                </a:lnTo>
                <a:lnTo>
                  <a:pt x="9876" y="6806"/>
                </a:lnTo>
                <a:lnTo>
                  <a:pt x="9877" y="6782"/>
                </a:lnTo>
                <a:lnTo>
                  <a:pt x="9864" y="6768"/>
                </a:lnTo>
                <a:lnTo>
                  <a:pt x="9851" y="6774"/>
                </a:lnTo>
                <a:lnTo>
                  <a:pt x="9851" y="6774"/>
                </a:lnTo>
                <a:close/>
                <a:moveTo>
                  <a:pt x="10116" y="5789"/>
                </a:moveTo>
                <a:lnTo>
                  <a:pt x="10124" y="5812"/>
                </a:lnTo>
                <a:lnTo>
                  <a:pt x="10158" y="5823"/>
                </a:lnTo>
                <a:lnTo>
                  <a:pt x="10182" y="5839"/>
                </a:lnTo>
                <a:lnTo>
                  <a:pt x="10183" y="5811"/>
                </a:lnTo>
                <a:lnTo>
                  <a:pt x="10150" y="5792"/>
                </a:lnTo>
                <a:lnTo>
                  <a:pt x="10131" y="5794"/>
                </a:lnTo>
                <a:lnTo>
                  <a:pt x="10116" y="5789"/>
                </a:lnTo>
                <a:lnTo>
                  <a:pt x="10116" y="5789"/>
                </a:lnTo>
                <a:close/>
                <a:moveTo>
                  <a:pt x="9930" y="5453"/>
                </a:moveTo>
                <a:lnTo>
                  <a:pt x="9926" y="5467"/>
                </a:lnTo>
                <a:lnTo>
                  <a:pt x="9947" y="5487"/>
                </a:lnTo>
                <a:lnTo>
                  <a:pt x="9983" y="5488"/>
                </a:lnTo>
                <a:lnTo>
                  <a:pt x="10020" y="5505"/>
                </a:lnTo>
                <a:lnTo>
                  <a:pt x="10015" y="5468"/>
                </a:lnTo>
                <a:lnTo>
                  <a:pt x="9987" y="5470"/>
                </a:lnTo>
                <a:lnTo>
                  <a:pt x="9971" y="5460"/>
                </a:lnTo>
                <a:lnTo>
                  <a:pt x="9930" y="5453"/>
                </a:lnTo>
                <a:lnTo>
                  <a:pt x="9930" y="5453"/>
                </a:lnTo>
                <a:close/>
                <a:moveTo>
                  <a:pt x="10139" y="7522"/>
                </a:moveTo>
                <a:lnTo>
                  <a:pt x="10164" y="7514"/>
                </a:lnTo>
                <a:lnTo>
                  <a:pt x="10188" y="7522"/>
                </a:lnTo>
                <a:lnTo>
                  <a:pt x="10181" y="7488"/>
                </a:lnTo>
                <a:lnTo>
                  <a:pt x="10189" y="7447"/>
                </a:lnTo>
                <a:lnTo>
                  <a:pt x="10173" y="7396"/>
                </a:lnTo>
                <a:lnTo>
                  <a:pt x="10201" y="7358"/>
                </a:lnTo>
                <a:lnTo>
                  <a:pt x="10244" y="7293"/>
                </a:lnTo>
                <a:lnTo>
                  <a:pt x="10245" y="7250"/>
                </a:lnTo>
                <a:lnTo>
                  <a:pt x="10257" y="7238"/>
                </a:lnTo>
                <a:lnTo>
                  <a:pt x="10242" y="7232"/>
                </a:lnTo>
                <a:lnTo>
                  <a:pt x="10251" y="7167"/>
                </a:lnTo>
                <a:lnTo>
                  <a:pt x="10255" y="7121"/>
                </a:lnTo>
                <a:lnTo>
                  <a:pt x="10248" y="7072"/>
                </a:lnTo>
                <a:lnTo>
                  <a:pt x="10266" y="7036"/>
                </a:lnTo>
                <a:lnTo>
                  <a:pt x="10275" y="6947"/>
                </a:lnTo>
                <a:lnTo>
                  <a:pt x="10286" y="6902"/>
                </a:lnTo>
                <a:lnTo>
                  <a:pt x="10298" y="6899"/>
                </a:lnTo>
                <a:lnTo>
                  <a:pt x="10292" y="6869"/>
                </a:lnTo>
                <a:lnTo>
                  <a:pt x="10262" y="6847"/>
                </a:lnTo>
                <a:lnTo>
                  <a:pt x="10251" y="6847"/>
                </a:lnTo>
                <a:lnTo>
                  <a:pt x="10232" y="6809"/>
                </a:lnTo>
                <a:lnTo>
                  <a:pt x="10194" y="6795"/>
                </a:lnTo>
                <a:lnTo>
                  <a:pt x="10173" y="6807"/>
                </a:lnTo>
                <a:lnTo>
                  <a:pt x="10176" y="6831"/>
                </a:lnTo>
                <a:lnTo>
                  <a:pt x="10145" y="6842"/>
                </a:lnTo>
                <a:lnTo>
                  <a:pt x="10108" y="6884"/>
                </a:lnTo>
                <a:lnTo>
                  <a:pt x="10074" y="6943"/>
                </a:lnTo>
                <a:lnTo>
                  <a:pt x="10082" y="6959"/>
                </a:lnTo>
                <a:lnTo>
                  <a:pt x="10076" y="6983"/>
                </a:lnTo>
                <a:lnTo>
                  <a:pt x="10062" y="6996"/>
                </a:lnTo>
                <a:lnTo>
                  <a:pt x="10025" y="7062"/>
                </a:lnTo>
                <a:lnTo>
                  <a:pt x="10006" y="7130"/>
                </a:lnTo>
                <a:lnTo>
                  <a:pt x="9994" y="7139"/>
                </a:lnTo>
                <a:lnTo>
                  <a:pt x="10004" y="7156"/>
                </a:lnTo>
                <a:lnTo>
                  <a:pt x="10006" y="7223"/>
                </a:lnTo>
                <a:lnTo>
                  <a:pt x="10010" y="7291"/>
                </a:lnTo>
                <a:lnTo>
                  <a:pt x="10028" y="7303"/>
                </a:lnTo>
                <a:lnTo>
                  <a:pt x="10033" y="7322"/>
                </a:lnTo>
                <a:lnTo>
                  <a:pt x="10026" y="7324"/>
                </a:lnTo>
                <a:lnTo>
                  <a:pt x="10025" y="7346"/>
                </a:lnTo>
                <a:lnTo>
                  <a:pt x="10043" y="7374"/>
                </a:lnTo>
                <a:lnTo>
                  <a:pt x="10062" y="7379"/>
                </a:lnTo>
                <a:lnTo>
                  <a:pt x="10066" y="7401"/>
                </a:lnTo>
                <a:lnTo>
                  <a:pt x="10114" y="7417"/>
                </a:lnTo>
                <a:lnTo>
                  <a:pt x="10139" y="7454"/>
                </a:lnTo>
                <a:lnTo>
                  <a:pt x="10137" y="7494"/>
                </a:lnTo>
                <a:lnTo>
                  <a:pt x="10139" y="7522"/>
                </a:lnTo>
                <a:lnTo>
                  <a:pt x="10139" y="7522"/>
                </a:lnTo>
                <a:close/>
                <a:moveTo>
                  <a:pt x="8414" y="7709"/>
                </a:moveTo>
                <a:lnTo>
                  <a:pt x="8429" y="7726"/>
                </a:lnTo>
                <a:lnTo>
                  <a:pt x="8452" y="7724"/>
                </a:lnTo>
                <a:lnTo>
                  <a:pt x="8485" y="7730"/>
                </a:lnTo>
                <a:lnTo>
                  <a:pt x="8485" y="7716"/>
                </a:lnTo>
                <a:lnTo>
                  <a:pt x="8455" y="7703"/>
                </a:lnTo>
                <a:lnTo>
                  <a:pt x="8414" y="7709"/>
                </a:lnTo>
                <a:lnTo>
                  <a:pt x="8414" y="7709"/>
                </a:lnTo>
                <a:close/>
                <a:moveTo>
                  <a:pt x="8420" y="7883"/>
                </a:moveTo>
                <a:lnTo>
                  <a:pt x="8385" y="7890"/>
                </a:lnTo>
                <a:lnTo>
                  <a:pt x="8366" y="7885"/>
                </a:lnTo>
                <a:lnTo>
                  <a:pt x="8343" y="7901"/>
                </a:lnTo>
                <a:lnTo>
                  <a:pt x="8311" y="7901"/>
                </a:lnTo>
                <a:lnTo>
                  <a:pt x="8277" y="7918"/>
                </a:lnTo>
                <a:lnTo>
                  <a:pt x="8246" y="7923"/>
                </a:lnTo>
                <a:lnTo>
                  <a:pt x="8239" y="7955"/>
                </a:lnTo>
                <a:lnTo>
                  <a:pt x="8187" y="7985"/>
                </a:lnTo>
                <a:lnTo>
                  <a:pt x="8143" y="8033"/>
                </a:lnTo>
                <a:lnTo>
                  <a:pt x="8159" y="8059"/>
                </a:lnTo>
                <a:lnTo>
                  <a:pt x="8160" y="8124"/>
                </a:lnTo>
                <a:lnTo>
                  <a:pt x="8180" y="8157"/>
                </a:lnTo>
                <a:lnTo>
                  <a:pt x="8177" y="8177"/>
                </a:lnTo>
                <a:lnTo>
                  <a:pt x="8208" y="8204"/>
                </a:lnTo>
                <a:lnTo>
                  <a:pt x="8244" y="8204"/>
                </a:lnTo>
                <a:lnTo>
                  <a:pt x="8268" y="8223"/>
                </a:lnTo>
                <a:lnTo>
                  <a:pt x="8292" y="8221"/>
                </a:lnTo>
                <a:lnTo>
                  <a:pt x="8323" y="8242"/>
                </a:lnTo>
                <a:lnTo>
                  <a:pt x="8344" y="8231"/>
                </a:lnTo>
                <a:lnTo>
                  <a:pt x="8353" y="8200"/>
                </a:lnTo>
                <a:lnTo>
                  <a:pt x="8380" y="8195"/>
                </a:lnTo>
                <a:lnTo>
                  <a:pt x="8408" y="8202"/>
                </a:lnTo>
                <a:lnTo>
                  <a:pt x="8429" y="8176"/>
                </a:lnTo>
                <a:lnTo>
                  <a:pt x="8431" y="8156"/>
                </a:lnTo>
                <a:lnTo>
                  <a:pt x="8464" y="8150"/>
                </a:lnTo>
                <a:lnTo>
                  <a:pt x="8489" y="8124"/>
                </a:lnTo>
                <a:lnTo>
                  <a:pt x="8482" y="8094"/>
                </a:lnTo>
                <a:lnTo>
                  <a:pt x="8499" y="8041"/>
                </a:lnTo>
                <a:lnTo>
                  <a:pt x="8516" y="8028"/>
                </a:lnTo>
                <a:lnTo>
                  <a:pt x="8523" y="8003"/>
                </a:lnTo>
                <a:lnTo>
                  <a:pt x="8550" y="7961"/>
                </a:lnTo>
                <a:lnTo>
                  <a:pt x="8535" y="7916"/>
                </a:lnTo>
                <a:lnTo>
                  <a:pt x="8499" y="7893"/>
                </a:lnTo>
                <a:lnTo>
                  <a:pt x="8462" y="7879"/>
                </a:lnTo>
                <a:lnTo>
                  <a:pt x="8437" y="7897"/>
                </a:lnTo>
                <a:lnTo>
                  <a:pt x="8437" y="7897"/>
                </a:lnTo>
                <a:lnTo>
                  <a:pt x="8428" y="7890"/>
                </a:lnTo>
                <a:lnTo>
                  <a:pt x="8422" y="7885"/>
                </a:lnTo>
                <a:lnTo>
                  <a:pt x="8420" y="7883"/>
                </a:lnTo>
                <a:lnTo>
                  <a:pt x="8420" y="7883"/>
                </a:lnTo>
                <a:close/>
              </a:path>
            </a:pathLst>
          </a:custGeom>
          <a:solidFill>
            <a:schemeClr val="accent2"/>
          </a:solidFill>
          <a:ln w="3175">
            <a:solidFill>
              <a:schemeClr val="bg1">
                <a:lumMod val="75000"/>
              </a:schemeClr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6" name="Freeform: Shape 6"/>
          <p:cNvSpPr>
            <a:spLocks/>
          </p:cNvSpPr>
          <p:nvPr/>
        </p:nvSpPr>
        <p:spPr bwMode="auto">
          <a:xfrm>
            <a:off x="3216661" y="2864080"/>
            <a:ext cx="95471" cy="150999"/>
          </a:xfrm>
          <a:custGeom>
            <a:avLst/>
            <a:gdLst>
              <a:gd name="T0" fmla="*/ 490 w 781"/>
              <a:gd name="T1" fmla="*/ 877 h 1244"/>
              <a:gd name="T2" fmla="*/ 482 w 781"/>
              <a:gd name="T3" fmla="*/ 905 h 1244"/>
              <a:gd name="T4" fmla="*/ 475 w 781"/>
              <a:gd name="T5" fmla="*/ 888 h 1244"/>
              <a:gd name="T6" fmla="*/ 217 w 781"/>
              <a:gd name="T7" fmla="*/ 989 h 1244"/>
              <a:gd name="T8" fmla="*/ 235 w 781"/>
              <a:gd name="T9" fmla="*/ 977 h 1244"/>
              <a:gd name="T10" fmla="*/ 255 w 781"/>
              <a:gd name="T11" fmla="*/ 975 h 1244"/>
              <a:gd name="T12" fmla="*/ 245 w 781"/>
              <a:gd name="T13" fmla="*/ 1004 h 1244"/>
              <a:gd name="T14" fmla="*/ 232 w 781"/>
              <a:gd name="T15" fmla="*/ 1013 h 1244"/>
              <a:gd name="T16" fmla="*/ 596 w 781"/>
              <a:gd name="T17" fmla="*/ 851 h 1244"/>
              <a:gd name="T18" fmla="*/ 608 w 781"/>
              <a:gd name="T19" fmla="*/ 895 h 1244"/>
              <a:gd name="T20" fmla="*/ 636 w 781"/>
              <a:gd name="T21" fmla="*/ 871 h 1244"/>
              <a:gd name="T22" fmla="*/ 621 w 781"/>
              <a:gd name="T23" fmla="*/ 832 h 1244"/>
              <a:gd name="T24" fmla="*/ 735 w 781"/>
              <a:gd name="T25" fmla="*/ 1054 h 1244"/>
              <a:gd name="T26" fmla="*/ 745 w 781"/>
              <a:gd name="T27" fmla="*/ 1013 h 1244"/>
              <a:gd name="T28" fmla="*/ 763 w 781"/>
              <a:gd name="T29" fmla="*/ 1038 h 1244"/>
              <a:gd name="T30" fmla="*/ 735 w 781"/>
              <a:gd name="T31" fmla="*/ 1054 h 1244"/>
              <a:gd name="T32" fmla="*/ 764 w 781"/>
              <a:gd name="T33" fmla="*/ 984 h 1244"/>
              <a:gd name="T34" fmla="*/ 742 w 781"/>
              <a:gd name="T35" fmla="*/ 973 h 1244"/>
              <a:gd name="T36" fmla="*/ 753 w 781"/>
              <a:gd name="T37" fmla="*/ 922 h 1244"/>
              <a:gd name="T38" fmla="*/ 775 w 781"/>
              <a:gd name="T39" fmla="*/ 925 h 1244"/>
              <a:gd name="T40" fmla="*/ 764 w 781"/>
              <a:gd name="T41" fmla="*/ 984 h 1244"/>
              <a:gd name="T42" fmla="*/ 277 w 781"/>
              <a:gd name="T43" fmla="*/ 1238 h 1244"/>
              <a:gd name="T44" fmla="*/ 284 w 781"/>
              <a:gd name="T45" fmla="*/ 1188 h 1244"/>
              <a:gd name="T46" fmla="*/ 390 w 781"/>
              <a:gd name="T47" fmla="*/ 1171 h 1244"/>
              <a:gd name="T48" fmla="*/ 370 w 781"/>
              <a:gd name="T49" fmla="*/ 1233 h 1244"/>
              <a:gd name="T50" fmla="*/ 277 w 781"/>
              <a:gd name="T51" fmla="*/ 1238 h 1244"/>
              <a:gd name="T52" fmla="*/ 0 w 781"/>
              <a:gd name="T53" fmla="*/ 214 h 1244"/>
              <a:gd name="T54" fmla="*/ 34 w 781"/>
              <a:gd name="T55" fmla="*/ 199 h 1244"/>
              <a:gd name="T56" fmla="*/ 61 w 781"/>
              <a:gd name="T57" fmla="*/ 212 h 1244"/>
              <a:gd name="T58" fmla="*/ 172 w 781"/>
              <a:gd name="T59" fmla="*/ 333 h 1244"/>
              <a:gd name="T60" fmla="*/ 184 w 781"/>
              <a:gd name="T61" fmla="*/ 356 h 1244"/>
              <a:gd name="T62" fmla="*/ 223 w 781"/>
              <a:gd name="T63" fmla="*/ 421 h 1244"/>
              <a:gd name="T64" fmla="*/ 154 w 781"/>
              <a:gd name="T65" fmla="*/ 385 h 1244"/>
              <a:gd name="T66" fmla="*/ 118 w 781"/>
              <a:gd name="T67" fmla="*/ 408 h 1244"/>
              <a:gd name="T68" fmla="*/ 159 w 781"/>
              <a:gd name="T69" fmla="*/ 492 h 1244"/>
              <a:gd name="T70" fmla="*/ 195 w 781"/>
              <a:gd name="T71" fmla="*/ 523 h 1244"/>
              <a:gd name="T72" fmla="*/ 215 w 781"/>
              <a:gd name="T73" fmla="*/ 608 h 1244"/>
              <a:gd name="T74" fmla="*/ 258 w 781"/>
              <a:gd name="T75" fmla="*/ 654 h 1244"/>
              <a:gd name="T76" fmla="*/ 201 w 781"/>
              <a:gd name="T77" fmla="*/ 711 h 1244"/>
              <a:gd name="T78" fmla="*/ 225 w 781"/>
              <a:gd name="T79" fmla="*/ 759 h 1244"/>
              <a:gd name="T80" fmla="*/ 205 w 781"/>
              <a:gd name="T81" fmla="*/ 803 h 1244"/>
              <a:gd name="T82" fmla="*/ 201 w 781"/>
              <a:gd name="T83" fmla="*/ 837 h 1244"/>
              <a:gd name="T84" fmla="*/ 266 w 781"/>
              <a:gd name="T85" fmla="*/ 919 h 1244"/>
              <a:gd name="T86" fmla="*/ 287 w 781"/>
              <a:gd name="T87" fmla="*/ 969 h 1244"/>
              <a:gd name="T88" fmla="*/ 311 w 781"/>
              <a:gd name="T89" fmla="*/ 980 h 1244"/>
              <a:gd name="T90" fmla="*/ 329 w 781"/>
              <a:gd name="T91" fmla="*/ 957 h 1244"/>
              <a:gd name="T92" fmla="*/ 430 w 781"/>
              <a:gd name="T93" fmla="*/ 855 h 1244"/>
              <a:gd name="T94" fmla="*/ 466 w 781"/>
              <a:gd name="T95" fmla="*/ 868 h 1244"/>
              <a:gd name="T96" fmla="*/ 508 w 781"/>
              <a:gd name="T97" fmla="*/ 842 h 1244"/>
              <a:gd name="T98" fmla="*/ 556 w 781"/>
              <a:gd name="T99" fmla="*/ 863 h 1244"/>
              <a:gd name="T100" fmla="*/ 586 w 781"/>
              <a:gd name="T101" fmla="*/ 866 h 1244"/>
              <a:gd name="T102" fmla="*/ 615 w 781"/>
              <a:gd name="T103" fmla="*/ 815 h 1244"/>
              <a:gd name="T104" fmla="*/ 700 w 781"/>
              <a:gd name="T105" fmla="*/ 756 h 1244"/>
              <a:gd name="T106" fmla="*/ 713 w 781"/>
              <a:gd name="T107" fmla="*/ 720 h 1244"/>
              <a:gd name="T108" fmla="*/ 693 w 781"/>
              <a:gd name="T109" fmla="*/ 589 h 1244"/>
              <a:gd name="T110" fmla="*/ 680 w 781"/>
              <a:gd name="T111" fmla="*/ 562 h 1244"/>
              <a:gd name="T112" fmla="*/ 630 w 781"/>
              <a:gd name="T113" fmla="*/ 415 h 1244"/>
              <a:gd name="T114" fmla="*/ 526 w 781"/>
              <a:gd name="T115" fmla="*/ 211 h 1244"/>
              <a:gd name="T116" fmla="*/ 372 w 781"/>
              <a:gd name="T117" fmla="*/ 0 h 1244"/>
              <a:gd name="T118" fmla="*/ 186 w 781"/>
              <a:gd name="T119" fmla="*/ 54 h 1244"/>
              <a:gd name="T120" fmla="*/ 65 w 781"/>
              <a:gd name="T121" fmla="*/ 123 h 1244"/>
              <a:gd name="T122" fmla="*/ 0 w 781"/>
              <a:gd name="T123" fmla="*/ 214 h 1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781" h="1244">
                <a:moveTo>
                  <a:pt x="475" y="888"/>
                </a:moveTo>
                <a:lnTo>
                  <a:pt x="490" y="877"/>
                </a:lnTo>
                <a:lnTo>
                  <a:pt x="508" y="894"/>
                </a:lnTo>
                <a:lnTo>
                  <a:pt x="482" y="905"/>
                </a:lnTo>
                <a:lnTo>
                  <a:pt x="475" y="888"/>
                </a:lnTo>
                <a:lnTo>
                  <a:pt x="475" y="888"/>
                </a:lnTo>
                <a:close/>
                <a:moveTo>
                  <a:pt x="232" y="1013"/>
                </a:moveTo>
                <a:lnTo>
                  <a:pt x="217" y="989"/>
                </a:lnTo>
                <a:lnTo>
                  <a:pt x="223" y="977"/>
                </a:lnTo>
                <a:lnTo>
                  <a:pt x="235" y="977"/>
                </a:lnTo>
                <a:lnTo>
                  <a:pt x="246" y="956"/>
                </a:lnTo>
                <a:lnTo>
                  <a:pt x="255" y="975"/>
                </a:lnTo>
                <a:lnTo>
                  <a:pt x="257" y="1004"/>
                </a:lnTo>
                <a:lnTo>
                  <a:pt x="245" y="1004"/>
                </a:lnTo>
                <a:lnTo>
                  <a:pt x="232" y="1013"/>
                </a:lnTo>
                <a:lnTo>
                  <a:pt x="232" y="1013"/>
                </a:lnTo>
                <a:close/>
                <a:moveTo>
                  <a:pt x="621" y="832"/>
                </a:moveTo>
                <a:lnTo>
                  <a:pt x="596" y="851"/>
                </a:lnTo>
                <a:lnTo>
                  <a:pt x="598" y="872"/>
                </a:lnTo>
                <a:lnTo>
                  <a:pt x="608" y="895"/>
                </a:lnTo>
                <a:lnTo>
                  <a:pt x="625" y="888"/>
                </a:lnTo>
                <a:lnTo>
                  <a:pt x="636" y="871"/>
                </a:lnTo>
                <a:lnTo>
                  <a:pt x="633" y="841"/>
                </a:lnTo>
                <a:lnTo>
                  <a:pt x="621" y="832"/>
                </a:lnTo>
                <a:lnTo>
                  <a:pt x="621" y="832"/>
                </a:lnTo>
                <a:close/>
                <a:moveTo>
                  <a:pt x="735" y="1054"/>
                </a:moveTo>
                <a:lnTo>
                  <a:pt x="731" y="1034"/>
                </a:lnTo>
                <a:lnTo>
                  <a:pt x="745" y="1013"/>
                </a:lnTo>
                <a:lnTo>
                  <a:pt x="772" y="1015"/>
                </a:lnTo>
                <a:lnTo>
                  <a:pt x="763" y="1038"/>
                </a:lnTo>
                <a:lnTo>
                  <a:pt x="748" y="1052"/>
                </a:lnTo>
                <a:lnTo>
                  <a:pt x="735" y="1054"/>
                </a:lnTo>
                <a:lnTo>
                  <a:pt x="735" y="1054"/>
                </a:lnTo>
                <a:close/>
                <a:moveTo>
                  <a:pt x="764" y="984"/>
                </a:moveTo>
                <a:lnTo>
                  <a:pt x="750" y="996"/>
                </a:lnTo>
                <a:lnTo>
                  <a:pt x="742" y="973"/>
                </a:lnTo>
                <a:lnTo>
                  <a:pt x="743" y="943"/>
                </a:lnTo>
                <a:lnTo>
                  <a:pt x="753" y="922"/>
                </a:lnTo>
                <a:lnTo>
                  <a:pt x="768" y="912"/>
                </a:lnTo>
                <a:lnTo>
                  <a:pt x="775" y="925"/>
                </a:lnTo>
                <a:lnTo>
                  <a:pt x="781" y="949"/>
                </a:lnTo>
                <a:lnTo>
                  <a:pt x="764" y="984"/>
                </a:lnTo>
                <a:lnTo>
                  <a:pt x="764" y="984"/>
                </a:lnTo>
                <a:close/>
                <a:moveTo>
                  <a:pt x="277" y="1238"/>
                </a:moveTo>
                <a:lnTo>
                  <a:pt x="264" y="1212"/>
                </a:lnTo>
                <a:lnTo>
                  <a:pt x="284" y="1188"/>
                </a:lnTo>
                <a:lnTo>
                  <a:pt x="357" y="1165"/>
                </a:lnTo>
                <a:lnTo>
                  <a:pt x="390" y="1171"/>
                </a:lnTo>
                <a:lnTo>
                  <a:pt x="392" y="1194"/>
                </a:lnTo>
                <a:lnTo>
                  <a:pt x="370" y="1233"/>
                </a:lnTo>
                <a:lnTo>
                  <a:pt x="310" y="1244"/>
                </a:lnTo>
                <a:lnTo>
                  <a:pt x="277" y="1238"/>
                </a:lnTo>
                <a:lnTo>
                  <a:pt x="277" y="1238"/>
                </a:lnTo>
                <a:close/>
                <a:moveTo>
                  <a:pt x="0" y="214"/>
                </a:moveTo>
                <a:lnTo>
                  <a:pt x="5" y="219"/>
                </a:lnTo>
                <a:lnTo>
                  <a:pt x="34" y="199"/>
                </a:lnTo>
                <a:lnTo>
                  <a:pt x="86" y="200"/>
                </a:lnTo>
                <a:lnTo>
                  <a:pt x="61" y="212"/>
                </a:lnTo>
                <a:lnTo>
                  <a:pt x="129" y="270"/>
                </a:lnTo>
                <a:lnTo>
                  <a:pt x="172" y="333"/>
                </a:lnTo>
                <a:lnTo>
                  <a:pt x="196" y="338"/>
                </a:lnTo>
                <a:lnTo>
                  <a:pt x="184" y="356"/>
                </a:lnTo>
                <a:lnTo>
                  <a:pt x="209" y="391"/>
                </a:lnTo>
                <a:lnTo>
                  <a:pt x="223" y="421"/>
                </a:lnTo>
                <a:lnTo>
                  <a:pt x="166" y="401"/>
                </a:lnTo>
                <a:lnTo>
                  <a:pt x="154" y="385"/>
                </a:lnTo>
                <a:lnTo>
                  <a:pt x="142" y="415"/>
                </a:lnTo>
                <a:lnTo>
                  <a:pt x="118" y="408"/>
                </a:lnTo>
                <a:lnTo>
                  <a:pt x="84" y="457"/>
                </a:lnTo>
                <a:lnTo>
                  <a:pt x="159" y="492"/>
                </a:lnTo>
                <a:lnTo>
                  <a:pt x="177" y="485"/>
                </a:lnTo>
                <a:lnTo>
                  <a:pt x="195" y="523"/>
                </a:lnTo>
                <a:lnTo>
                  <a:pt x="196" y="594"/>
                </a:lnTo>
                <a:lnTo>
                  <a:pt x="215" y="608"/>
                </a:lnTo>
                <a:lnTo>
                  <a:pt x="228" y="595"/>
                </a:lnTo>
                <a:lnTo>
                  <a:pt x="258" y="654"/>
                </a:lnTo>
                <a:lnTo>
                  <a:pt x="202" y="691"/>
                </a:lnTo>
                <a:lnTo>
                  <a:pt x="201" y="711"/>
                </a:lnTo>
                <a:lnTo>
                  <a:pt x="224" y="729"/>
                </a:lnTo>
                <a:lnTo>
                  <a:pt x="225" y="759"/>
                </a:lnTo>
                <a:lnTo>
                  <a:pt x="205" y="770"/>
                </a:lnTo>
                <a:lnTo>
                  <a:pt x="205" y="803"/>
                </a:lnTo>
                <a:lnTo>
                  <a:pt x="223" y="835"/>
                </a:lnTo>
                <a:lnTo>
                  <a:pt x="201" y="837"/>
                </a:lnTo>
                <a:lnTo>
                  <a:pt x="242" y="917"/>
                </a:lnTo>
                <a:lnTo>
                  <a:pt x="266" y="919"/>
                </a:lnTo>
                <a:lnTo>
                  <a:pt x="275" y="958"/>
                </a:lnTo>
                <a:lnTo>
                  <a:pt x="287" y="969"/>
                </a:lnTo>
                <a:lnTo>
                  <a:pt x="286" y="998"/>
                </a:lnTo>
                <a:lnTo>
                  <a:pt x="311" y="980"/>
                </a:lnTo>
                <a:lnTo>
                  <a:pt x="314" y="936"/>
                </a:lnTo>
                <a:lnTo>
                  <a:pt x="329" y="957"/>
                </a:lnTo>
                <a:lnTo>
                  <a:pt x="354" y="922"/>
                </a:lnTo>
                <a:lnTo>
                  <a:pt x="430" y="855"/>
                </a:lnTo>
                <a:lnTo>
                  <a:pt x="461" y="849"/>
                </a:lnTo>
                <a:lnTo>
                  <a:pt x="466" y="868"/>
                </a:lnTo>
                <a:lnTo>
                  <a:pt x="489" y="839"/>
                </a:lnTo>
                <a:lnTo>
                  <a:pt x="508" y="842"/>
                </a:lnTo>
                <a:lnTo>
                  <a:pt x="524" y="875"/>
                </a:lnTo>
                <a:lnTo>
                  <a:pt x="556" y="863"/>
                </a:lnTo>
                <a:lnTo>
                  <a:pt x="570" y="878"/>
                </a:lnTo>
                <a:lnTo>
                  <a:pt x="586" y="866"/>
                </a:lnTo>
                <a:lnTo>
                  <a:pt x="574" y="842"/>
                </a:lnTo>
                <a:lnTo>
                  <a:pt x="615" y="815"/>
                </a:lnTo>
                <a:lnTo>
                  <a:pt x="654" y="815"/>
                </a:lnTo>
                <a:lnTo>
                  <a:pt x="700" y="756"/>
                </a:lnTo>
                <a:lnTo>
                  <a:pt x="690" y="738"/>
                </a:lnTo>
                <a:lnTo>
                  <a:pt x="713" y="720"/>
                </a:lnTo>
                <a:lnTo>
                  <a:pt x="704" y="589"/>
                </a:lnTo>
                <a:lnTo>
                  <a:pt x="693" y="589"/>
                </a:lnTo>
                <a:lnTo>
                  <a:pt x="681" y="603"/>
                </a:lnTo>
                <a:lnTo>
                  <a:pt x="680" y="562"/>
                </a:lnTo>
                <a:lnTo>
                  <a:pt x="656" y="441"/>
                </a:lnTo>
                <a:lnTo>
                  <a:pt x="630" y="415"/>
                </a:lnTo>
                <a:lnTo>
                  <a:pt x="628" y="338"/>
                </a:lnTo>
                <a:lnTo>
                  <a:pt x="526" y="211"/>
                </a:lnTo>
                <a:lnTo>
                  <a:pt x="435" y="115"/>
                </a:lnTo>
                <a:lnTo>
                  <a:pt x="372" y="0"/>
                </a:lnTo>
                <a:lnTo>
                  <a:pt x="304" y="44"/>
                </a:lnTo>
                <a:lnTo>
                  <a:pt x="186" y="54"/>
                </a:lnTo>
                <a:lnTo>
                  <a:pt x="125" y="108"/>
                </a:lnTo>
                <a:lnTo>
                  <a:pt x="65" y="123"/>
                </a:lnTo>
                <a:lnTo>
                  <a:pt x="14" y="175"/>
                </a:lnTo>
                <a:lnTo>
                  <a:pt x="0" y="214"/>
                </a:lnTo>
                <a:close/>
              </a:path>
            </a:pathLst>
          </a:custGeom>
          <a:solidFill>
            <a:schemeClr val="accent1"/>
          </a:solidFill>
          <a:ln w="3175">
            <a:solidFill>
              <a:schemeClr val="bg1">
                <a:lumMod val="75000"/>
              </a:schemeClr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pic>
        <p:nvPicPr>
          <p:cNvPr id="7" name="Fig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619" y="1221600"/>
            <a:ext cx="3703701" cy="2821246"/>
          </a:xfrm>
          <a:prstGeom prst="rect">
            <a:avLst/>
          </a:prstGeom>
        </p:spPr>
      </p:pic>
      <p:grpSp>
        <p:nvGrpSpPr>
          <p:cNvPr id="9" name="Group 1"/>
          <p:cNvGrpSpPr/>
          <p:nvPr/>
        </p:nvGrpSpPr>
        <p:grpSpPr>
          <a:xfrm>
            <a:off x="5014233" y="1348445"/>
            <a:ext cx="2965808" cy="561580"/>
            <a:chOff x="8118468" y="1896601"/>
            <a:chExt cx="2823587" cy="748773"/>
          </a:xfrm>
        </p:grpSpPr>
        <p:sp>
          <p:nvSpPr>
            <p:cNvPr id="17" name="TextBox 98"/>
            <p:cNvSpPr txBox="1"/>
            <p:nvPr/>
          </p:nvSpPr>
          <p:spPr>
            <a:xfrm>
              <a:off x="8118468" y="1896601"/>
              <a:ext cx="2823587" cy="28867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/>
            </a:bodyPr>
            <a:lstStyle/>
            <a:p>
              <a:pPr rtl="1" algn="r"/>
              <a:r>
                <a:rPr lang="fa-IR" altLang="en-US" b="1" dirty="0">
                  <a:solidFill>
                    <a:schemeClr val="accent2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Fondu</a:t>
              </a:r>
              <a:endParaRPr lang="fa-IR" altLang="en-US" b="1" dirty="0">
                <a:solidFill>
                  <a:schemeClr val="accent2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TextBox 99"/>
            <p:cNvSpPr txBox="1">
              <a:spLocks/>
            </p:cNvSpPr>
            <p:nvPr/>
          </p:nvSpPr>
          <p:spPr>
            <a:xfrm>
              <a:off x="8118468" y="2185276"/>
              <a:ext cx="2823587" cy="46009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rtl="1" algn="r">
                <a:lnSpc>
                  <a:spcPct val="120000"/>
                </a:lnSpc>
              </a:pPr>
              <a:r>
                <a:rPr lang="fa-IR" altLang="en-US" sz="1000" dirty="0">
                  <a:solidFill>
                    <a:schemeClr val="dk1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Al₂O₃ ۳۶ تا ۴۲٪؛ ناخالصی بیش از ۱۵٪</a:t>
              </a:r>
              <a:endParaRPr lang="fa-IR" altLang="en-US" sz="1000" dirty="0">
                <a:solidFill>
                  <a:schemeClr val="dk1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10" name="Group 82"/>
          <p:cNvGrpSpPr/>
          <p:nvPr/>
        </p:nvGrpSpPr>
        <p:grpSpPr>
          <a:xfrm>
            <a:off x="5014233" y="2185538"/>
            <a:ext cx="2965808" cy="561580"/>
            <a:chOff x="8118468" y="3203510"/>
            <a:chExt cx="2823587" cy="748773"/>
          </a:xfrm>
        </p:grpSpPr>
        <p:sp>
          <p:nvSpPr>
            <p:cNvPr id="15" name="TextBox 101"/>
            <p:cNvSpPr txBox="1"/>
            <p:nvPr/>
          </p:nvSpPr>
          <p:spPr>
            <a:xfrm>
              <a:off x="8118468" y="3203510"/>
              <a:ext cx="2823587" cy="288675"/>
            </a:xfrm>
            <a:prstGeom prst="rect">
              <a:avLst/>
            </a:prstGeom>
            <a:noFill/>
          </p:spPr>
          <p:txBody>
            <a:bodyPr wrap="square" lIns="360000" tIns="0" rIns="0" bIns="0" anchor="b" anchorCtr="0">
              <a:normAutofit fontScale="85000"/>
            </a:bodyPr>
            <a:lstStyle/>
            <a:p>
              <a:pPr rtl="1" algn="r"/>
              <a:r>
                <a:rPr lang="fa-IR" altLang="en-US" b="1" dirty="0">
                  <a:solidFill>
                    <a:schemeClr val="accent2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Secar 71 (HAC70)</a:t>
              </a:r>
              <a:endParaRPr lang="fa-IR" altLang="en-US" b="1" dirty="0">
                <a:solidFill>
                  <a:schemeClr val="accent2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TextBox 102"/>
            <p:cNvSpPr txBox="1">
              <a:spLocks/>
            </p:cNvSpPr>
            <p:nvPr/>
          </p:nvSpPr>
          <p:spPr>
            <a:xfrm>
              <a:off x="8118468" y="3492185"/>
              <a:ext cx="2823587" cy="46009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rtl="1" algn="r">
                <a:lnSpc>
                  <a:spcPct val="120000"/>
                </a:lnSpc>
              </a:pPr>
              <a:r>
                <a:rPr lang="fa-IR" altLang="en-US" sz="1000" dirty="0">
                  <a:solidFill>
                    <a:schemeClr val="dk1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Al₂O₃ ۶۸ تا ۷۲٪؛ ناخالصی کمتر از ۱٪؛ فازهای CA و CA₂</a:t>
              </a:r>
              <a:endParaRPr lang="fa-IR" altLang="en-US" sz="1000" dirty="0">
                <a:solidFill>
                  <a:schemeClr val="dk1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11" name="Group 84"/>
          <p:cNvGrpSpPr/>
          <p:nvPr/>
        </p:nvGrpSpPr>
        <p:grpSpPr>
          <a:xfrm>
            <a:off x="5014233" y="2957090"/>
            <a:ext cx="2965808" cy="561580"/>
            <a:chOff x="8118468" y="4494708"/>
            <a:chExt cx="2823587" cy="748773"/>
          </a:xfrm>
        </p:grpSpPr>
        <p:sp>
          <p:nvSpPr>
            <p:cNvPr id="13" name="TextBox 104"/>
            <p:cNvSpPr txBox="1"/>
            <p:nvPr/>
          </p:nvSpPr>
          <p:spPr>
            <a:xfrm>
              <a:off x="8118468" y="4494708"/>
              <a:ext cx="2823587" cy="288675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rmAutofit fontScale="85000"/>
            </a:bodyPr>
            <a:lstStyle/>
            <a:p>
              <a:pPr rtl="1" algn="r"/>
              <a:r>
                <a:rPr lang="fa-IR" altLang="en-US" b="1" dirty="0">
                  <a:solidFill>
                    <a:schemeClr val="accent2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Secar 80</a:t>
              </a:r>
              <a:endParaRPr lang="fa-IR" altLang="en-US" b="1" dirty="0">
                <a:solidFill>
                  <a:schemeClr val="accent2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TextBox 105"/>
            <p:cNvSpPr txBox="1">
              <a:spLocks/>
            </p:cNvSpPr>
            <p:nvPr/>
          </p:nvSpPr>
          <p:spPr>
            <a:xfrm>
              <a:off x="8118468" y="4783383"/>
              <a:ext cx="2823587" cy="460098"/>
            </a:xfrm>
            <a:prstGeom prst="rect">
              <a:avLst/>
            </a:prstGeom>
          </p:spPr>
          <p:txBody>
            <a:bodyPr vert="horz" wrap="square" lIns="360000" tIns="0" rIns="0" bIns="0" anchor="ctr" anchorCtr="0">
              <a:normAutofit/>
            </a:bodyPr>
            <a:lstStyle/>
            <a:p>
              <a:pPr rtl="1" algn="r">
                <a:lnSpc>
                  <a:spcPct val="120000"/>
                </a:lnSpc>
              </a:pPr>
              <a:r>
                <a:rPr lang="fa-IR" altLang="en-US" sz="1000" dirty="0">
                  <a:solidFill>
                    <a:schemeClr val="dk1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Al₂O₃ حدود ۷۸٪؛ CaO حدود ۲۱٪؛ ناخالصی حدود ۰٫۷٪</a:t>
              </a:r>
              <a:endParaRPr lang="fa-IR" altLang="en-US" sz="1000" dirty="0">
                <a:solidFill>
                  <a:schemeClr val="dk1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12" name="Oval 83"/>
          <p:cNvSpPr/>
          <p:nvPr/>
        </p:nvSpPr>
        <p:spPr bwMode="auto">
          <a:xfrm>
            <a:off x="4730511" y="2379667"/>
            <a:ext cx="138819" cy="138819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100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ea typeface="+mn-ea"/>
                <a:cs typeface="Lucida Sans Unicode" pitchFamily="34" charset="0"/>
                <a:sym typeface="+mn-lt"/>
              </a:rPr>
              <a:t>سیمان‌های CAC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Lucida Sans Unicode" pitchFamily="34" charset="0"/>
              <a:ea typeface="+mn-ea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762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1043608" y="2102826"/>
            <a:ext cx="4413867" cy="492443"/>
          </a:xfrm>
          <a:prstGeom prst="rect">
            <a:avLst/>
          </a:prstGeom>
          <a:noFill/>
        </p:spPr>
        <p:txBody>
          <a:bodyPr wrap="square" lIns="0" tIns="0" rIns="365760" bIns="0" rtlCol="0">
            <a:spAutoFit/>
          </a:bodyPr>
          <a:lstStyle/>
          <a:p>
            <a:pPr rtl="1" algn="r"/>
            <a:r>
              <a:rPr lang="fa-IR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ماینیت (C₁₂A₇)</a:t>
            </a:r>
            <a:endParaRPr lang="fa-IR" altLang="zh-CN" sz="3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TextBox 49"/>
          <p:cNvSpPr txBox="1"/>
          <p:nvPr/>
        </p:nvSpPr>
        <p:spPr>
          <a:xfrm>
            <a:off x="1761254" y="2715766"/>
            <a:ext cx="2780138" cy="123111"/>
          </a:xfrm>
          <a:prstGeom prst="rect">
            <a:avLst/>
          </a:prstGeom>
          <a:noFill/>
        </p:spPr>
        <p:txBody>
          <a:bodyPr wrap="square" lIns="0" tIns="0" rIns="365760" bIns="0" rtlCol="0">
            <a:spAutoFit/>
          </a:bodyPr>
          <a:lstStyle/>
          <a:p>
            <a:pPr eaLnBrk="0" hangingPunct="0" rtl="1" algn="r"/>
            <a:r>
              <a:rPr lang="fa-I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ساختار قفسی، سنتز و واکنش‌پذیری</a:t>
            </a:r>
            <a:endParaRPr lang="fa-IR" altLang="en-US" sz="8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D8B842-E473-4AA8-8A93-55F3124CEC9A}"/>
              </a:ext>
            </a:extLst>
          </p:cNvPr>
          <p:cNvSpPr/>
          <p:nvPr/>
        </p:nvSpPr>
        <p:spPr>
          <a:xfrm>
            <a:off x="5220072" y="1203598"/>
            <a:ext cx="6912768" cy="2736304"/>
          </a:xfrm>
          <a:prstGeom prst="roundRect">
            <a:avLst>
              <a:gd name="adj" fmla="val 50000"/>
            </a:avLst>
          </a:prstGeom>
          <a:blipFill dpi="0" rotWithShape="1">
            <a:blip r:embed="rId3" cstate="screen">
              <a:grayscl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88728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9"/>
          <p:cNvCxnSpPr>
            <a:cxnSpLocks/>
          </p:cNvCxnSpPr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4490991" y="1597071"/>
            <a:ext cx="2102433" cy="704984"/>
            <a:chOff x="4490991" y="1597071"/>
            <a:chExt cx="2102433" cy="704984"/>
          </a:xfrm>
        </p:grpSpPr>
        <p:sp>
          <p:nvSpPr>
            <p:cNvPr id="23" name="Oval 11"/>
            <p:cNvSpPr/>
            <p:nvPr/>
          </p:nvSpPr>
          <p:spPr bwMode="auto">
            <a:xfrm>
              <a:off x="4490991" y="1597071"/>
              <a:ext cx="162018" cy="16201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4" name="Group 19"/>
            <p:cNvGrpSpPr/>
            <p:nvPr/>
          </p:nvGrpSpPr>
          <p:grpSpPr>
            <a:xfrm>
              <a:off x="4653009" y="1597071"/>
              <a:ext cx="1940415" cy="704984"/>
              <a:chOff x="6204012" y="2167144"/>
              <a:chExt cx="2587220" cy="939978"/>
            </a:xfrm>
          </p:grpSpPr>
          <p:sp>
            <p:nvSpPr>
              <p:cNvPr id="25" name="Rectangle 17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مخلوط CaCO₃ و Al₂O₃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Rectangle 18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نسبت حدود ۱۲ به ۷ و ۱٫۲۵٪ مول آلومینای اضافی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4490991" y="2826993"/>
            <a:ext cx="2102433" cy="704984"/>
            <a:chOff x="4490991" y="2826993"/>
            <a:chExt cx="2102433" cy="704984"/>
          </a:xfrm>
        </p:grpSpPr>
        <p:sp>
          <p:nvSpPr>
            <p:cNvPr id="28" name="Oval 13"/>
            <p:cNvSpPr/>
            <p:nvPr/>
          </p:nvSpPr>
          <p:spPr bwMode="auto">
            <a:xfrm>
              <a:off x="4490991" y="2826993"/>
              <a:ext cx="162018" cy="162018"/>
            </a:xfrm>
            <a:prstGeom prst="ellipse">
              <a:avLst/>
            </a:prstGeom>
            <a:solidFill>
              <a:srgbClr val="39425D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rgbClr val="39425D"/>
                </a:solidFill>
                <a:cs typeface="+mn-ea"/>
                <a:sym typeface="+mn-lt"/>
              </a:endParaRPr>
            </a:p>
          </p:txBody>
        </p:sp>
        <p:grpSp>
          <p:nvGrpSpPr>
            <p:cNvPr id="29" name="Group 20"/>
            <p:cNvGrpSpPr/>
            <p:nvPr/>
          </p:nvGrpSpPr>
          <p:grpSpPr>
            <a:xfrm>
              <a:off x="4653009" y="2826993"/>
              <a:ext cx="1940415" cy="704984"/>
              <a:chOff x="6204012" y="2167144"/>
              <a:chExt cx="2587220" cy="939978"/>
            </a:xfrm>
          </p:grpSpPr>
          <p:sp>
            <p:nvSpPr>
              <p:cNvPr id="30" name="Rectangle 21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rgbClr val="39425D"/>
                    </a:solidFill>
                    <a:cs typeface="+mn-ea"/>
                    <a:sym typeface="+mn-lt"/>
                  </a:rPr>
                  <a:t>تکلیس حدود ۱۲۰۰ ‎°C</a:t>
                </a:r>
                <a:endParaRPr lang="fa-IR" altLang="en-US" sz="1600" b="1" dirty="0">
                  <a:solidFill>
                    <a:srgbClr val="39425D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Rectangle 22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rgbClr val="39425D"/>
                    </a:solidFill>
                    <a:cs typeface="+mn-ea"/>
                    <a:sym typeface="+mn-lt"/>
                  </a:rPr>
                  <a:t>۲۴ ساعت؛ واسطهٔ C₅A₃ حدود ۹۵۰ ‎°C</a:t>
                </a:r>
                <a:endParaRPr lang="fa-IR" altLang="en-US" sz="1100" dirty="0">
                  <a:solidFill>
                    <a:srgbClr val="39425D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4490991" y="4056915"/>
            <a:ext cx="2102433" cy="704984"/>
            <a:chOff x="4490991" y="4056915"/>
            <a:chExt cx="2102433" cy="704984"/>
          </a:xfrm>
        </p:grpSpPr>
        <p:sp>
          <p:nvSpPr>
            <p:cNvPr id="33" name="Oval 15"/>
            <p:cNvSpPr/>
            <p:nvPr/>
          </p:nvSpPr>
          <p:spPr bwMode="auto">
            <a:xfrm>
              <a:off x="4490991" y="4056915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4" name="Group 23"/>
            <p:cNvGrpSpPr/>
            <p:nvPr/>
          </p:nvGrpSpPr>
          <p:grpSpPr>
            <a:xfrm>
              <a:off x="4653009" y="4056915"/>
              <a:ext cx="1940415" cy="704984"/>
              <a:chOff x="6204012" y="2167144"/>
              <a:chExt cx="2587220" cy="939978"/>
            </a:xfrm>
          </p:grpSpPr>
          <p:sp>
            <p:nvSpPr>
              <p:cNvPr id="35" name="Rectangle 24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شناسایی با XRD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" name="Rectangle 25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فازها، خلوص و ردپای CA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2550576" y="2183745"/>
            <a:ext cx="2102433" cy="704984"/>
            <a:chOff x="2550576" y="2183745"/>
            <a:chExt cx="2102433" cy="704984"/>
          </a:xfrm>
        </p:grpSpPr>
        <p:sp>
          <p:nvSpPr>
            <p:cNvPr id="38" name="Oval 12"/>
            <p:cNvSpPr/>
            <p:nvPr/>
          </p:nvSpPr>
          <p:spPr bwMode="auto">
            <a:xfrm>
              <a:off x="4490991" y="221203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39" name="Group 26"/>
            <p:cNvGrpSpPr/>
            <p:nvPr/>
          </p:nvGrpSpPr>
          <p:grpSpPr>
            <a:xfrm>
              <a:off x="2550576" y="2183745"/>
              <a:ext cx="1940415" cy="704984"/>
              <a:chOff x="6204012" y="2167144"/>
              <a:chExt cx="2587220" cy="939978"/>
            </a:xfrm>
          </p:grpSpPr>
          <p:sp>
            <p:nvSpPr>
              <p:cNvPr id="40" name="Rectangle 27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algn="r" rtl="1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آسیاب و خشک‌کردن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1" name="Rectangle 28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با ایزوپروپانول؛ تماس بهتر ذرات</a:t>
                </a:r>
                <a:endParaRPr lang="fa-IR" altLang="en-US" sz="11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2550576" y="3413667"/>
            <a:ext cx="2102433" cy="704984"/>
            <a:chOff x="2550576" y="3413667"/>
            <a:chExt cx="2102433" cy="704984"/>
          </a:xfrm>
        </p:grpSpPr>
        <p:sp>
          <p:nvSpPr>
            <p:cNvPr id="43" name="Oval 14"/>
            <p:cNvSpPr/>
            <p:nvPr/>
          </p:nvSpPr>
          <p:spPr bwMode="auto">
            <a:xfrm>
              <a:off x="4490991" y="3441954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4" name="Group 29"/>
            <p:cNvGrpSpPr/>
            <p:nvPr/>
          </p:nvGrpSpPr>
          <p:grpSpPr>
            <a:xfrm>
              <a:off x="2550576" y="3413667"/>
              <a:ext cx="1940415" cy="704984"/>
              <a:chOff x="6204012" y="2167144"/>
              <a:chExt cx="2587220" cy="939978"/>
            </a:xfrm>
          </p:grpSpPr>
          <p:sp>
            <p:nvSpPr>
              <p:cNvPr id="45" name="Rectangle 30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algn="r" rtl="1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تف‌جوشی حدود ۱۳۲۵ ‎°C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6" name="Rectangle 31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قرص متراکم و تقریباً تک‌فاز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09DC230E-6FC0-4B5B-80F1-371146A78525}"/>
              </a:ext>
            </a:extLst>
          </p:cNvPr>
          <p:cNvSpPr/>
          <p:nvPr/>
        </p:nvSpPr>
        <p:spPr>
          <a:xfrm rot="2675650">
            <a:off x="-3422855" y="2090189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B7262E44-4544-49F4-9CB0-50EB4B4A94B3}"/>
              </a:ext>
            </a:extLst>
          </p:cNvPr>
          <p:cNvSpPr/>
          <p:nvPr/>
        </p:nvSpPr>
        <p:spPr>
          <a:xfrm rot="2675650">
            <a:off x="8507581" y="277663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F18F8692-0B43-4146-B9F7-2CBCAA78E7DE}"/>
              </a:ext>
            </a:extLst>
          </p:cNvPr>
          <p:cNvSpPr/>
          <p:nvPr/>
        </p:nvSpPr>
        <p:spPr>
          <a:xfrm rot="2675650">
            <a:off x="8939627" y="-1684674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039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5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250"/>
                            </p:stCondLst>
                            <p:childTnLst>
                              <p:par>
                                <p:cTn id="5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ig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7" y="1194595"/>
            <a:ext cx="2561946" cy="312075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951819" y="2014779"/>
            <a:ext cx="5652827" cy="1925435"/>
            <a:chOff x="3935760" y="2686373"/>
            <a:chExt cx="7537101" cy="2567246"/>
          </a:xfrm>
        </p:grpSpPr>
        <p:grpSp>
          <p:nvGrpSpPr>
            <p:cNvPr id="7" name="组合 6"/>
            <p:cNvGrpSpPr/>
            <p:nvPr/>
          </p:nvGrpSpPr>
          <p:grpSpPr>
            <a:xfrm>
              <a:off x="3935760" y="2686375"/>
              <a:ext cx="2356357" cy="1171487"/>
              <a:chOff x="875420" y="2600908"/>
              <a:chExt cx="2591741" cy="1288510"/>
            </a:xfrm>
          </p:grpSpPr>
          <p:sp>
            <p:nvSpPr>
              <p:cNvPr id="30" name="Shape 210"/>
              <p:cNvSpPr/>
              <p:nvPr/>
            </p:nvSpPr>
            <p:spPr>
              <a:xfrm>
                <a:off x="875420" y="2617148"/>
                <a:ext cx="218144" cy="2181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96" y="15577"/>
                    </a:moveTo>
                    <a:cubicBezTo>
                      <a:pt x="12144" y="16865"/>
                      <a:pt x="9844" y="18851"/>
                      <a:pt x="8177" y="21278"/>
                    </a:cubicBezTo>
                    <a:cubicBezTo>
                      <a:pt x="9017" y="21487"/>
                      <a:pt x="9895" y="21600"/>
                      <a:pt x="10801" y="21600"/>
                    </a:cubicBezTo>
                    <a:cubicBezTo>
                      <a:pt x="12429" y="21600"/>
                      <a:pt x="13973" y="21237"/>
                      <a:pt x="15358" y="20591"/>
                    </a:cubicBezTo>
                    <a:cubicBezTo>
                      <a:pt x="15580" y="19502"/>
                      <a:pt x="15699" y="18376"/>
                      <a:pt x="15699" y="17222"/>
                    </a:cubicBezTo>
                    <a:cubicBezTo>
                      <a:pt x="15699" y="16807"/>
                      <a:pt x="15679" y="16394"/>
                      <a:pt x="15648" y="15985"/>
                    </a:cubicBezTo>
                    <a:cubicBezTo>
                      <a:pt x="15371" y="15896"/>
                      <a:pt x="15116" y="15757"/>
                      <a:pt x="14896" y="15577"/>
                    </a:cubicBezTo>
                    <a:close/>
                    <a:moveTo>
                      <a:pt x="18049" y="2796"/>
                    </a:moveTo>
                    <a:cubicBezTo>
                      <a:pt x="16319" y="2963"/>
                      <a:pt x="14667" y="3397"/>
                      <a:pt x="13127" y="4050"/>
                    </a:cubicBezTo>
                    <a:cubicBezTo>
                      <a:pt x="13136" y="4125"/>
                      <a:pt x="13139" y="4202"/>
                      <a:pt x="13139" y="4280"/>
                    </a:cubicBezTo>
                    <a:cubicBezTo>
                      <a:pt x="13139" y="4642"/>
                      <a:pt x="13052" y="4984"/>
                      <a:pt x="12904" y="5289"/>
                    </a:cubicBezTo>
                    <a:cubicBezTo>
                      <a:pt x="14441" y="7094"/>
                      <a:pt x="15635" y="9198"/>
                      <a:pt x="16388" y="11500"/>
                    </a:cubicBezTo>
                    <a:cubicBezTo>
                      <a:pt x="17323" y="11517"/>
                      <a:pt x="18121" y="12090"/>
                      <a:pt x="18465" y="12903"/>
                    </a:cubicBezTo>
                    <a:cubicBezTo>
                      <a:pt x="19505" y="12797"/>
                      <a:pt x="20517" y="12599"/>
                      <a:pt x="21493" y="12312"/>
                    </a:cubicBezTo>
                    <a:cubicBezTo>
                      <a:pt x="21562" y="11817"/>
                      <a:pt x="21600" y="11314"/>
                      <a:pt x="21600" y="10799"/>
                    </a:cubicBezTo>
                    <a:cubicBezTo>
                      <a:pt x="21600" y="7626"/>
                      <a:pt x="20230" y="4772"/>
                      <a:pt x="18049" y="2796"/>
                    </a:cubicBezTo>
                    <a:close/>
                    <a:moveTo>
                      <a:pt x="13739" y="14349"/>
                    </a:moveTo>
                    <a:cubicBezTo>
                      <a:pt x="11074" y="13908"/>
                      <a:pt x="8601" y="12890"/>
                      <a:pt x="6450" y="11433"/>
                    </a:cubicBezTo>
                    <a:cubicBezTo>
                      <a:pt x="6101" y="11646"/>
                      <a:pt x="5691" y="11773"/>
                      <a:pt x="5251" y="11773"/>
                    </a:cubicBezTo>
                    <a:cubicBezTo>
                      <a:pt x="5090" y="11773"/>
                      <a:pt x="4933" y="11755"/>
                      <a:pt x="4781" y="11724"/>
                    </a:cubicBezTo>
                    <a:cubicBezTo>
                      <a:pt x="3750" y="13677"/>
                      <a:pt x="3093" y="15854"/>
                      <a:pt x="2903" y="18164"/>
                    </a:cubicBezTo>
                    <a:cubicBezTo>
                      <a:pt x="3931" y="19266"/>
                      <a:pt x="5186" y="20154"/>
                      <a:pt x="6595" y="20750"/>
                    </a:cubicBezTo>
                    <a:cubicBezTo>
                      <a:pt x="8345" y="18059"/>
                      <a:pt x="10792" y="15833"/>
                      <a:pt x="13739" y="14349"/>
                    </a:cubicBezTo>
                    <a:close/>
                    <a:moveTo>
                      <a:pt x="17258" y="15906"/>
                    </a:moveTo>
                    <a:cubicBezTo>
                      <a:pt x="17290" y="16340"/>
                      <a:pt x="17306" y="16780"/>
                      <a:pt x="17306" y="17222"/>
                    </a:cubicBezTo>
                    <a:cubicBezTo>
                      <a:pt x="17306" y="18003"/>
                      <a:pt x="17256" y="18770"/>
                      <a:pt x="17163" y="19525"/>
                    </a:cubicBezTo>
                    <a:cubicBezTo>
                      <a:pt x="18993" y="18186"/>
                      <a:pt x="20389" y="16288"/>
                      <a:pt x="21091" y="14080"/>
                    </a:cubicBezTo>
                    <a:cubicBezTo>
                      <a:pt x="20259" y="14281"/>
                      <a:pt x="19403" y="14425"/>
                      <a:pt x="18531" y="14508"/>
                    </a:cubicBezTo>
                    <a:cubicBezTo>
                      <a:pt x="18326" y="15137"/>
                      <a:pt x="17860" y="15646"/>
                      <a:pt x="17258" y="15906"/>
                    </a:cubicBezTo>
                    <a:close/>
                    <a:moveTo>
                      <a:pt x="14278" y="12804"/>
                    </a:moveTo>
                    <a:cubicBezTo>
                      <a:pt x="14421" y="12507"/>
                      <a:pt x="14624" y="12244"/>
                      <a:pt x="14874" y="12035"/>
                    </a:cubicBezTo>
                    <a:cubicBezTo>
                      <a:pt x="14196" y="9947"/>
                      <a:pt x="13122" y="8037"/>
                      <a:pt x="11738" y="6396"/>
                    </a:cubicBezTo>
                    <a:cubicBezTo>
                      <a:pt x="11462" y="6512"/>
                      <a:pt x="11160" y="6577"/>
                      <a:pt x="10842" y="6577"/>
                    </a:cubicBezTo>
                    <a:cubicBezTo>
                      <a:pt x="10343" y="6577"/>
                      <a:pt x="9883" y="6417"/>
                      <a:pt x="9507" y="6147"/>
                    </a:cubicBezTo>
                    <a:cubicBezTo>
                      <a:pt x="8673" y="6781"/>
                      <a:pt x="7903" y="7490"/>
                      <a:pt x="7202" y="8265"/>
                    </a:cubicBezTo>
                    <a:cubicBezTo>
                      <a:pt x="7421" y="8615"/>
                      <a:pt x="7550" y="9030"/>
                      <a:pt x="7550" y="9475"/>
                    </a:cubicBezTo>
                    <a:cubicBezTo>
                      <a:pt x="7550" y="9715"/>
                      <a:pt x="7513" y="9946"/>
                      <a:pt x="7444" y="10163"/>
                    </a:cubicBezTo>
                    <a:cubicBezTo>
                      <a:pt x="9459" y="11510"/>
                      <a:pt x="11779" y="12433"/>
                      <a:pt x="14278" y="12804"/>
                    </a:cubicBezTo>
                    <a:close/>
                    <a:moveTo>
                      <a:pt x="10842" y="1982"/>
                    </a:moveTo>
                    <a:cubicBezTo>
                      <a:pt x="11448" y="1982"/>
                      <a:pt x="11999" y="2219"/>
                      <a:pt x="12409" y="2604"/>
                    </a:cubicBezTo>
                    <a:cubicBezTo>
                      <a:pt x="13608" y="2088"/>
                      <a:pt x="14870" y="1692"/>
                      <a:pt x="16183" y="1439"/>
                    </a:cubicBezTo>
                    <a:cubicBezTo>
                      <a:pt x="14599" y="526"/>
                      <a:pt x="12761" y="0"/>
                      <a:pt x="10801" y="0"/>
                    </a:cubicBezTo>
                    <a:cubicBezTo>
                      <a:pt x="9464" y="0"/>
                      <a:pt x="8183" y="245"/>
                      <a:pt x="7001" y="690"/>
                    </a:cubicBezTo>
                    <a:cubicBezTo>
                      <a:pt x="7940" y="1152"/>
                      <a:pt x="8833" y="1693"/>
                      <a:pt x="9674" y="2303"/>
                    </a:cubicBezTo>
                    <a:cubicBezTo>
                      <a:pt x="10018" y="2100"/>
                      <a:pt x="10415" y="1982"/>
                      <a:pt x="10842" y="1982"/>
                    </a:cubicBezTo>
                    <a:close/>
                    <a:moveTo>
                      <a:pt x="2954" y="9475"/>
                    </a:moveTo>
                    <a:cubicBezTo>
                      <a:pt x="2954" y="9153"/>
                      <a:pt x="3021" y="8844"/>
                      <a:pt x="3141" y="8566"/>
                    </a:cubicBezTo>
                    <a:cubicBezTo>
                      <a:pt x="2404" y="7757"/>
                      <a:pt x="1736" y="6884"/>
                      <a:pt x="1151" y="5952"/>
                    </a:cubicBezTo>
                    <a:cubicBezTo>
                      <a:pt x="417" y="7410"/>
                      <a:pt x="0" y="9056"/>
                      <a:pt x="0" y="10799"/>
                    </a:cubicBezTo>
                    <a:cubicBezTo>
                      <a:pt x="0" y="12819"/>
                      <a:pt x="556" y="14708"/>
                      <a:pt x="1521" y="16325"/>
                    </a:cubicBezTo>
                    <a:cubicBezTo>
                      <a:pt x="1866" y="14381"/>
                      <a:pt x="2520" y="12545"/>
                      <a:pt x="3424" y="10861"/>
                    </a:cubicBezTo>
                    <a:cubicBezTo>
                      <a:pt x="3130" y="10477"/>
                      <a:pt x="2954" y="9996"/>
                      <a:pt x="2954" y="9475"/>
                    </a:cubicBezTo>
                    <a:close/>
                    <a:moveTo>
                      <a:pt x="5251" y="7176"/>
                    </a:moveTo>
                    <a:cubicBezTo>
                      <a:pt x="5487" y="7176"/>
                      <a:pt x="5715" y="7213"/>
                      <a:pt x="5930" y="7278"/>
                    </a:cubicBezTo>
                    <a:cubicBezTo>
                      <a:pt x="6738" y="6372"/>
                      <a:pt x="7636" y="5547"/>
                      <a:pt x="8608" y="4813"/>
                    </a:cubicBezTo>
                    <a:cubicBezTo>
                      <a:pt x="8567" y="4642"/>
                      <a:pt x="8543" y="4464"/>
                      <a:pt x="8543" y="4280"/>
                    </a:cubicBezTo>
                    <a:cubicBezTo>
                      <a:pt x="8543" y="4026"/>
                      <a:pt x="8587" y="3781"/>
                      <a:pt x="8663" y="3552"/>
                    </a:cubicBezTo>
                    <a:cubicBezTo>
                      <a:pt x="7575" y="2770"/>
                      <a:pt x="6391" y="2115"/>
                      <a:pt x="5131" y="1609"/>
                    </a:cubicBezTo>
                    <a:cubicBezTo>
                      <a:pt x="3949" y="2338"/>
                      <a:pt x="2920" y="3289"/>
                      <a:pt x="2099" y="4405"/>
                    </a:cubicBezTo>
                    <a:cubicBezTo>
                      <a:pt x="2708" y="5484"/>
                      <a:pt x="3433" y="6491"/>
                      <a:pt x="4256" y="7407"/>
                    </a:cubicBezTo>
                    <a:cubicBezTo>
                      <a:pt x="4557" y="7261"/>
                      <a:pt x="4895" y="7176"/>
                      <a:pt x="5251" y="717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TextBox 253"/>
              <p:cNvSpPr txBox="1"/>
              <p:nvPr/>
            </p:nvSpPr>
            <p:spPr>
              <a:xfrm>
                <a:off x="1371495" y="2908685"/>
                <a:ext cx="2095666" cy="980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rmAutofit fontScale="77500"/>
              </a:bodyPr>
              <a:lstStyle/>
              <a:p>
                <a:pPr rtl="1" algn="r">
                  <a:lnSpc>
                    <a:spcPct val="150000"/>
                  </a:lnSpc>
                </a:pPr>
                <a:r>
                  <a:rPr lang="fa-IR" altLang="en-US" sz="1000" dirty="0">
                    <a:cs typeface="+mn-ea"/>
                    <a:sym typeface="+mn-lt"/>
                  </a:rPr>
                  <a:t>گروه فضایی I-43d؛ ۱۲ قفس در هر سلول واحد</a:t>
                </a:r>
                <a:endParaRPr lang="fa-IR" sz="1000" dirty="0">
                  <a:cs typeface="+mn-ea"/>
                  <a:sym typeface="+mn-lt"/>
                </a:endParaRPr>
              </a:p>
            </p:txBody>
          </p:sp>
          <p:sp>
            <p:nvSpPr>
              <p:cNvPr id="32" name="Rectangle 254"/>
              <p:cNvSpPr/>
              <p:nvPr/>
            </p:nvSpPr>
            <p:spPr>
              <a:xfrm>
                <a:off x="1371496" y="2600908"/>
                <a:ext cx="1697631" cy="307777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شبکهٔ مکعبی</a:t>
                </a:r>
                <a:endParaRPr lang="fa-IR" sz="1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6462994" y="2686373"/>
              <a:ext cx="2419495" cy="1171486"/>
              <a:chOff x="3365004" y="2600908"/>
              <a:chExt cx="2661185" cy="1288510"/>
            </a:xfrm>
          </p:grpSpPr>
          <p:sp>
            <p:nvSpPr>
              <p:cNvPr id="26" name="TextBox 253"/>
              <p:cNvSpPr txBox="1"/>
              <p:nvPr/>
            </p:nvSpPr>
            <p:spPr>
              <a:xfrm>
                <a:off x="3930523" y="2908685"/>
                <a:ext cx="2095666" cy="980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rmAutofit fontScale="77500"/>
              </a:bodyPr>
              <a:lstStyle/>
              <a:p>
                <a:pPr rtl="1" algn="r">
                  <a:lnSpc>
                    <a:spcPct val="150000"/>
                  </a:lnSpc>
                </a:pPr>
                <a:r>
                  <a:rPr lang="fa-IR" altLang="en-US" sz="1000" dirty="0">
                    <a:cs typeface="+mn-ea"/>
                    <a:sym typeface="+mn-lt"/>
                  </a:rPr>
                  <a:t>قطر داخلی حدود ۰٫۴ نانومتر؛ دو یون O²⁻ در قفس</a:t>
                </a:r>
                <a:endParaRPr lang="fa-IR" sz="1000" dirty="0">
                  <a:cs typeface="+mn-ea"/>
                  <a:sym typeface="+mn-lt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3365004" y="2600908"/>
                <a:ext cx="2263151" cy="307777"/>
                <a:chOff x="3365004" y="2600908"/>
                <a:chExt cx="2263151" cy="307777"/>
              </a:xfrm>
            </p:grpSpPr>
            <p:sp>
              <p:nvSpPr>
                <p:cNvPr id="28" name="Shape 213"/>
                <p:cNvSpPr/>
                <p:nvPr/>
              </p:nvSpPr>
              <p:spPr>
                <a:xfrm>
                  <a:off x="3365004" y="2623756"/>
                  <a:ext cx="269643" cy="2049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54" h="21471" extrusionOk="0">
                      <a:moveTo>
                        <a:pt x="18030" y="19454"/>
                      </a:moveTo>
                      <a:cubicBezTo>
                        <a:pt x="17963" y="19996"/>
                        <a:pt x="19394" y="20889"/>
                        <a:pt x="19531" y="19301"/>
                      </a:cubicBezTo>
                      <a:cubicBezTo>
                        <a:pt x="20145" y="12136"/>
                        <a:pt x="19088" y="10075"/>
                        <a:pt x="19088" y="10075"/>
                      </a:cubicBezTo>
                      <a:lnTo>
                        <a:pt x="17606" y="11177"/>
                      </a:lnTo>
                      <a:cubicBezTo>
                        <a:pt x="17606" y="11177"/>
                        <a:pt x="18863" y="12767"/>
                        <a:pt x="18030" y="19454"/>
                      </a:cubicBezTo>
                      <a:close/>
                      <a:moveTo>
                        <a:pt x="20733" y="6972"/>
                      </a:moveTo>
                      <a:lnTo>
                        <a:pt x="11887" y="388"/>
                      </a:lnTo>
                      <a:cubicBezTo>
                        <a:pt x="11194" y="-129"/>
                        <a:pt x="10060" y="-129"/>
                        <a:pt x="9367" y="388"/>
                      </a:cubicBezTo>
                      <a:lnTo>
                        <a:pt x="519" y="6972"/>
                      </a:lnTo>
                      <a:cubicBezTo>
                        <a:pt x="-173" y="7489"/>
                        <a:pt x="-173" y="8333"/>
                        <a:pt x="519" y="8848"/>
                      </a:cubicBezTo>
                      <a:lnTo>
                        <a:pt x="9367" y="15434"/>
                      </a:lnTo>
                      <a:cubicBezTo>
                        <a:pt x="10060" y="15950"/>
                        <a:pt x="11194" y="15950"/>
                        <a:pt x="11887" y="15434"/>
                      </a:cubicBezTo>
                      <a:lnTo>
                        <a:pt x="17606" y="11177"/>
                      </a:lnTo>
                      <a:lnTo>
                        <a:pt x="11405" y="9246"/>
                      </a:lnTo>
                      <a:cubicBezTo>
                        <a:pt x="11166" y="9325"/>
                        <a:pt x="10902" y="9369"/>
                        <a:pt x="10627" y="9369"/>
                      </a:cubicBezTo>
                      <a:cubicBezTo>
                        <a:pt x="9510" y="9369"/>
                        <a:pt x="8604" y="8653"/>
                        <a:pt x="8604" y="7770"/>
                      </a:cubicBezTo>
                      <a:cubicBezTo>
                        <a:pt x="8604" y="6886"/>
                        <a:pt x="9510" y="6170"/>
                        <a:pt x="10627" y="6170"/>
                      </a:cubicBezTo>
                      <a:cubicBezTo>
                        <a:pt x="11495" y="6170"/>
                        <a:pt x="12232" y="6603"/>
                        <a:pt x="12520" y="7209"/>
                      </a:cubicBezTo>
                      <a:lnTo>
                        <a:pt x="19088" y="10075"/>
                      </a:lnTo>
                      <a:lnTo>
                        <a:pt x="20733" y="8848"/>
                      </a:lnTo>
                      <a:cubicBezTo>
                        <a:pt x="21427" y="8333"/>
                        <a:pt x="21427" y="7489"/>
                        <a:pt x="20733" y="6972"/>
                      </a:cubicBezTo>
                      <a:close/>
                      <a:moveTo>
                        <a:pt x="3508" y="13898"/>
                      </a:moveTo>
                      <a:cubicBezTo>
                        <a:pt x="4002" y="16554"/>
                        <a:pt x="4628" y="17714"/>
                        <a:pt x="6720" y="18930"/>
                      </a:cubicBezTo>
                      <a:cubicBezTo>
                        <a:pt x="8812" y="20144"/>
                        <a:pt x="9807" y="21471"/>
                        <a:pt x="10627" y="21471"/>
                      </a:cubicBezTo>
                      <a:cubicBezTo>
                        <a:pt x="11447" y="21471"/>
                        <a:pt x="12378" y="20309"/>
                        <a:pt x="14470" y="19093"/>
                      </a:cubicBezTo>
                      <a:cubicBezTo>
                        <a:pt x="16562" y="17877"/>
                        <a:pt x="16004" y="17508"/>
                        <a:pt x="16497" y="14853"/>
                      </a:cubicBezTo>
                      <a:lnTo>
                        <a:pt x="10627" y="18646"/>
                      </a:lnTo>
                      <a:cubicBezTo>
                        <a:pt x="10627" y="18646"/>
                        <a:pt x="3508" y="13898"/>
                        <a:pt x="3508" y="1389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38100" tIns="38100" rIns="38100" bIns="38100" numCol="1" anchor="ctr">
                  <a:noAutofit/>
                </a:bodyPr>
                <a:lstStyle/>
                <a:p>
                  <a:pPr lvl="0">
                    <a:defRPr sz="3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Light"/>
                    </a:defRPr>
                  </a:pPr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Rectangle 254"/>
                <p:cNvSpPr/>
                <p:nvPr/>
              </p:nvSpPr>
              <p:spPr>
                <a:xfrm>
                  <a:off x="3930524" y="2600908"/>
                  <a:ext cx="1697631" cy="307777"/>
                </a:xfrm>
                <a:prstGeom prst="rect">
                  <a:avLst/>
                </a:prstGeom>
              </p:spPr>
              <p:txBody>
                <a:bodyPr wrap="square" lIns="0" tIns="0" rIns="0" bIns="0">
                  <a:normAutofit fontScale="92500"/>
                </a:bodyPr>
                <a:lstStyle/>
                <a:p>
                  <a:pPr rtl="1" algn="r"/>
                  <a:r>
                    <a:rPr lang="fa-IR" sz="1600" b="1" dirty="0" altLang="en-US">
                      <a:solidFill>
                        <a:schemeClr val="accent2"/>
                      </a:solidFill>
                      <a:cs typeface="+mn-ea"/>
                      <a:sym typeface="+mn-lt"/>
                    </a:rPr>
                    <a:t>قفس‌ها</a:t>
                  </a:r>
                  <a:endParaRPr lang="fa-IR" sz="1600" b="1" dirty="0">
                    <a:solidFill>
                      <a:schemeClr val="accent2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3935760" y="4082119"/>
              <a:ext cx="2356357" cy="1171486"/>
              <a:chOff x="875420" y="4136081"/>
              <a:chExt cx="2591741" cy="1288510"/>
            </a:xfrm>
          </p:grpSpPr>
          <p:sp>
            <p:nvSpPr>
              <p:cNvPr id="23" name="Shape 207"/>
              <p:cNvSpPr/>
              <p:nvPr/>
            </p:nvSpPr>
            <p:spPr>
              <a:xfrm>
                <a:off x="875420" y="4147203"/>
                <a:ext cx="218144" cy="2013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938" y="6750"/>
                    </a:moveTo>
                    <a:cubicBezTo>
                      <a:pt x="19938" y="7481"/>
                      <a:pt x="19530" y="8241"/>
                      <a:pt x="18712" y="9028"/>
                    </a:cubicBezTo>
                    <a:cubicBezTo>
                      <a:pt x="17894" y="9816"/>
                      <a:pt x="16875" y="10345"/>
                      <a:pt x="15655" y="10618"/>
                    </a:cubicBezTo>
                    <a:cubicBezTo>
                      <a:pt x="16295" y="9099"/>
                      <a:pt x="16616" y="7359"/>
                      <a:pt x="16616" y="5400"/>
                    </a:cubicBezTo>
                    <a:lnTo>
                      <a:pt x="19938" y="5400"/>
                    </a:lnTo>
                    <a:cubicBezTo>
                      <a:pt x="19938" y="5400"/>
                      <a:pt x="19938" y="6750"/>
                      <a:pt x="19938" y="6750"/>
                    </a:cubicBezTo>
                    <a:close/>
                    <a:moveTo>
                      <a:pt x="2889" y="9028"/>
                    </a:moveTo>
                    <a:cubicBezTo>
                      <a:pt x="2070" y="8241"/>
                      <a:pt x="1662" y="7481"/>
                      <a:pt x="1662" y="6750"/>
                    </a:cubicBezTo>
                    <a:lnTo>
                      <a:pt x="1662" y="5400"/>
                    </a:lnTo>
                    <a:lnTo>
                      <a:pt x="4984" y="5400"/>
                    </a:lnTo>
                    <a:cubicBezTo>
                      <a:pt x="4984" y="7359"/>
                      <a:pt x="5305" y="9098"/>
                      <a:pt x="5945" y="10617"/>
                    </a:cubicBezTo>
                    <a:cubicBezTo>
                      <a:pt x="4725" y="10345"/>
                      <a:pt x="3706" y="9815"/>
                      <a:pt x="2889" y="9028"/>
                    </a:cubicBezTo>
                    <a:cubicBezTo>
                      <a:pt x="2889" y="9028"/>
                      <a:pt x="2889" y="9028"/>
                      <a:pt x="2889" y="9028"/>
                    </a:cubicBezTo>
                    <a:close/>
                    <a:moveTo>
                      <a:pt x="21237" y="3993"/>
                    </a:moveTo>
                    <a:cubicBezTo>
                      <a:pt x="20994" y="3731"/>
                      <a:pt x="20700" y="3600"/>
                      <a:pt x="20354" y="3600"/>
                    </a:cubicBezTo>
                    <a:lnTo>
                      <a:pt x="16616" y="3600"/>
                    </a:lnTo>
                    <a:lnTo>
                      <a:pt x="16616" y="2250"/>
                    </a:lnTo>
                    <a:cubicBezTo>
                      <a:pt x="16616" y="1631"/>
                      <a:pt x="16413" y="1102"/>
                      <a:pt x="16006" y="661"/>
                    </a:cubicBezTo>
                    <a:cubicBezTo>
                      <a:pt x="15599" y="220"/>
                      <a:pt x="15109" y="0"/>
                      <a:pt x="14538" y="0"/>
                    </a:cubicBezTo>
                    <a:lnTo>
                      <a:pt x="7062" y="0"/>
                    </a:lnTo>
                    <a:cubicBezTo>
                      <a:pt x="6491" y="0"/>
                      <a:pt x="6001" y="220"/>
                      <a:pt x="5595" y="661"/>
                    </a:cubicBezTo>
                    <a:cubicBezTo>
                      <a:pt x="5188" y="1102"/>
                      <a:pt x="4984" y="1631"/>
                      <a:pt x="4984" y="2250"/>
                    </a:cubicBezTo>
                    <a:lnTo>
                      <a:pt x="4984" y="3600"/>
                    </a:lnTo>
                    <a:lnTo>
                      <a:pt x="1246" y="3600"/>
                    </a:lnTo>
                    <a:cubicBezTo>
                      <a:pt x="900" y="3600"/>
                      <a:pt x="606" y="3731"/>
                      <a:pt x="363" y="3993"/>
                    </a:cubicBezTo>
                    <a:cubicBezTo>
                      <a:pt x="121" y="4256"/>
                      <a:pt x="0" y="4575"/>
                      <a:pt x="0" y="4950"/>
                    </a:cubicBezTo>
                    <a:lnTo>
                      <a:pt x="0" y="6750"/>
                    </a:lnTo>
                    <a:cubicBezTo>
                      <a:pt x="0" y="7416"/>
                      <a:pt x="180" y="8086"/>
                      <a:pt x="538" y="8761"/>
                    </a:cubicBezTo>
                    <a:cubicBezTo>
                      <a:pt x="898" y="9436"/>
                      <a:pt x="1382" y="10045"/>
                      <a:pt x="1992" y="10589"/>
                    </a:cubicBezTo>
                    <a:cubicBezTo>
                      <a:pt x="2602" y="11132"/>
                      <a:pt x="3351" y="11590"/>
                      <a:pt x="4238" y="11960"/>
                    </a:cubicBezTo>
                    <a:cubicBezTo>
                      <a:pt x="5125" y="12331"/>
                      <a:pt x="6058" y="12539"/>
                      <a:pt x="7036" y="12585"/>
                    </a:cubicBezTo>
                    <a:cubicBezTo>
                      <a:pt x="7399" y="13092"/>
                      <a:pt x="7810" y="13538"/>
                      <a:pt x="8269" y="13922"/>
                    </a:cubicBezTo>
                    <a:cubicBezTo>
                      <a:pt x="8598" y="14241"/>
                      <a:pt x="8824" y="14580"/>
                      <a:pt x="8950" y="14941"/>
                    </a:cubicBezTo>
                    <a:cubicBezTo>
                      <a:pt x="9076" y="15303"/>
                      <a:pt x="9139" y="15722"/>
                      <a:pt x="9139" y="16200"/>
                    </a:cubicBezTo>
                    <a:cubicBezTo>
                      <a:pt x="9139" y="16706"/>
                      <a:pt x="9006" y="17132"/>
                      <a:pt x="8743" y="17480"/>
                    </a:cubicBezTo>
                    <a:cubicBezTo>
                      <a:pt x="8479" y="17827"/>
                      <a:pt x="8057" y="18000"/>
                      <a:pt x="7477" y="18000"/>
                    </a:cubicBezTo>
                    <a:cubicBezTo>
                      <a:pt x="6828" y="18000"/>
                      <a:pt x="6250" y="18213"/>
                      <a:pt x="5744" y="18640"/>
                    </a:cubicBezTo>
                    <a:cubicBezTo>
                      <a:pt x="5238" y="19067"/>
                      <a:pt x="4984" y="19603"/>
                      <a:pt x="4984" y="20250"/>
                    </a:cubicBezTo>
                    <a:lnTo>
                      <a:pt x="4984" y="21150"/>
                    </a:lnTo>
                    <a:cubicBezTo>
                      <a:pt x="4984" y="21281"/>
                      <a:pt x="5023" y="21389"/>
                      <a:pt x="5101" y="21474"/>
                    </a:cubicBezTo>
                    <a:cubicBezTo>
                      <a:pt x="5180" y="21558"/>
                      <a:pt x="5278" y="21600"/>
                      <a:pt x="5400" y="21600"/>
                    </a:cubicBezTo>
                    <a:lnTo>
                      <a:pt x="16200" y="21600"/>
                    </a:lnTo>
                    <a:cubicBezTo>
                      <a:pt x="16322" y="21600"/>
                      <a:pt x="16421" y="21558"/>
                      <a:pt x="16499" y="21474"/>
                    </a:cubicBezTo>
                    <a:cubicBezTo>
                      <a:pt x="16577" y="21389"/>
                      <a:pt x="16616" y="21281"/>
                      <a:pt x="16616" y="21150"/>
                    </a:cubicBezTo>
                    <a:lnTo>
                      <a:pt x="16616" y="20250"/>
                    </a:lnTo>
                    <a:cubicBezTo>
                      <a:pt x="16616" y="19603"/>
                      <a:pt x="16362" y="19067"/>
                      <a:pt x="15856" y="18640"/>
                    </a:cubicBezTo>
                    <a:cubicBezTo>
                      <a:pt x="15349" y="18213"/>
                      <a:pt x="14772" y="18000"/>
                      <a:pt x="14123" y="18000"/>
                    </a:cubicBezTo>
                    <a:cubicBezTo>
                      <a:pt x="13543" y="18000"/>
                      <a:pt x="13121" y="17827"/>
                      <a:pt x="12857" y="17480"/>
                    </a:cubicBezTo>
                    <a:cubicBezTo>
                      <a:pt x="12594" y="17132"/>
                      <a:pt x="12462" y="16706"/>
                      <a:pt x="12462" y="16200"/>
                    </a:cubicBezTo>
                    <a:cubicBezTo>
                      <a:pt x="12462" y="15722"/>
                      <a:pt x="12524" y="15303"/>
                      <a:pt x="12650" y="14941"/>
                    </a:cubicBezTo>
                    <a:cubicBezTo>
                      <a:pt x="12776" y="14580"/>
                      <a:pt x="13003" y="14241"/>
                      <a:pt x="13331" y="13922"/>
                    </a:cubicBezTo>
                    <a:cubicBezTo>
                      <a:pt x="13790" y="13537"/>
                      <a:pt x="14201" y="13092"/>
                      <a:pt x="14564" y="12585"/>
                    </a:cubicBezTo>
                    <a:cubicBezTo>
                      <a:pt x="15543" y="12539"/>
                      <a:pt x="16475" y="12331"/>
                      <a:pt x="17362" y="11960"/>
                    </a:cubicBezTo>
                    <a:cubicBezTo>
                      <a:pt x="18249" y="11590"/>
                      <a:pt x="18998" y="11132"/>
                      <a:pt x="19608" y="10589"/>
                    </a:cubicBezTo>
                    <a:cubicBezTo>
                      <a:pt x="20218" y="10045"/>
                      <a:pt x="20702" y="9436"/>
                      <a:pt x="21062" y="8761"/>
                    </a:cubicBezTo>
                    <a:cubicBezTo>
                      <a:pt x="21420" y="8086"/>
                      <a:pt x="21600" y="7416"/>
                      <a:pt x="21600" y="6750"/>
                    </a:cubicBezTo>
                    <a:lnTo>
                      <a:pt x="21600" y="4950"/>
                    </a:lnTo>
                    <a:cubicBezTo>
                      <a:pt x="21600" y="4575"/>
                      <a:pt x="21479" y="4256"/>
                      <a:pt x="21237" y="3993"/>
                    </a:cubicBezTo>
                    <a:cubicBezTo>
                      <a:pt x="21237" y="3993"/>
                      <a:pt x="21237" y="3993"/>
                      <a:pt x="21237" y="399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TextBox 253"/>
              <p:cNvSpPr txBox="1"/>
              <p:nvPr/>
            </p:nvSpPr>
            <p:spPr>
              <a:xfrm>
                <a:off x="1371495" y="4443858"/>
                <a:ext cx="2095666" cy="980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rmAutofit fontScale="77500"/>
              </a:bodyPr>
              <a:lstStyle/>
              <a:p>
                <a:pPr rtl="1" algn="r">
                  <a:lnSpc>
                    <a:spcPct val="150000"/>
                  </a:lnSpc>
                </a:pPr>
                <a:r>
                  <a:rPr lang="fa-IR" altLang="en-US" sz="1000" dirty="0">
                    <a:cs typeface="+mn-ea"/>
                    <a:sym typeface="+mn-lt"/>
                  </a:rPr>
                  <a:t>با افزایش الکترون: سفید، سبز، قهوه‌ای، سیاه</a:t>
                </a:r>
                <a:endParaRPr lang="fa-IR" sz="1000" dirty="0">
                  <a:cs typeface="+mn-ea"/>
                  <a:sym typeface="+mn-lt"/>
                </a:endParaRPr>
              </a:p>
            </p:txBody>
          </p:sp>
          <p:sp>
            <p:nvSpPr>
              <p:cNvPr id="25" name="Rectangle 254"/>
              <p:cNvSpPr/>
              <p:nvPr/>
            </p:nvSpPr>
            <p:spPr>
              <a:xfrm>
                <a:off x="1371496" y="4136081"/>
                <a:ext cx="1697631" cy="307777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accent4"/>
                    </a:solidFill>
                    <a:cs typeface="+mn-ea"/>
                    <a:sym typeface="+mn-lt"/>
                  </a:rPr>
                  <a:t>رنگ</a:t>
                </a:r>
                <a:endParaRPr lang="fa-IR" sz="1600" b="1" dirty="0">
                  <a:solidFill>
                    <a:schemeClr val="accent4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484586" y="4080482"/>
              <a:ext cx="2396083" cy="1173137"/>
              <a:chOff x="3390754" y="4134268"/>
              <a:chExt cx="2635435" cy="1290323"/>
            </a:xfrm>
          </p:grpSpPr>
          <p:sp>
            <p:nvSpPr>
              <p:cNvPr id="20" name="Shape 216"/>
              <p:cNvSpPr/>
              <p:nvPr/>
            </p:nvSpPr>
            <p:spPr>
              <a:xfrm>
                <a:off x="3390754" y="4134268"/>
                <a:ext cx="218144" cy="2272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30" h="21387" extrusionOk="0">
                    <a:moveTo>
                      <a:pt x="15651" y="10439"/>
                    </a:moveTo>
                    <a:cubicBezTo>
                      <a:pt x="14876" y="10985"/>
                      <a:pt x="13809" y="10794"/>
                      <a:pt x="13267" y="10015"/>
                    </a:cubicBezTo>
                    <a:cubicBezTo>
                      <a:pt x="12724" y="9235"/>
                      <a:pt x="12913" y="8160"/>
                      <a:pt x="13688" y="7614"/>
                    </a:cubicBezTo>
                    <a:cubicBezTo>
                      <a:pt x="14302" y="7180"/>
                      <a:pt x="15100" y="7212"/>
                      <a:pt x="15674" y="7633"/>
                    </a:cubicBezTo>
                    <a:cubicBezTo>
                      <a:pt x="15386" y="7808"/>
                      <a:pt x="15187" y="7909"/>
                      <a:pt x="15149" y="7927"/>
                    </a:cubicBezTo>
                    <a:cubicBezTo>
                      <a:pt x="14829" y="8080"/>
                      <a:pt x="14692" y="8465"/>
                      <a:pt x="14842" y="8787"/>
                    </a:cubicBezTo>
                    <a:cubicBezTo>
                      <a:pt x="14952" y="9021"/>
                      <a:pt x="15183" y="9159"/>
                      <a:pt x="15425" y="9159"/>
                    </a:cubicBezTo>
                    <a:cubicBezTo>
                      <a:pt x="15515" y="9159"/>
                      <a:pt x="15608" y="9138"/>
                      <a:pt x="15698" y="9096"/>
                    </a:cubicBezTo>
                    <a:cubicBezTo>
                      <a:pt x="15903" y="8999"/>
                      <a:pt x="16125" y="8881"/>
                      <a:pt x="16356" y="8743"/>
                    </a:cubicBezTo>
                    <a:cubicBezTo>
                      <a:pt x="16460" y="9377"/>
                      <a:pt x="16209" y="10045"/>
                      <a:pt x="15651" y="10439"/>
                    </a:cubicBezTo>
                    <a:close/>
                    <a:moveTo>
                      <a:pt x="20298" y="434"/>
                    </a:moveTo>
                    <a:cubicBezTo>
                      <a:pt x="20181" y="97"/>
                      <a:pt x="19814" y="-81"/>
                      <a:pt x="19481" y="36"/>
                    </a:cubicBezTo>
                    <a:cubicBezTo>
                      <a:pt x="19146" y="153"/>
                      <a:pt x="18970" y="523"/>
                      <a:pt x="19086" y="859"/>
                    </a:cubicBezTo>
                    <a:cubicBezTo>
                      <a:pt x="20075" y="3715"/>
                      <a:pt x="18112" y="5846"/>
                      <a:pt x="16617" y="6988"/>
                    </a:cubicBezTo>
                    <a:lnTo>
                      <a:pt x="16012" y="6118"/>
                    </a:lnTo>
                    <a:cubicBezTo>
                      <a:pt x="15810" y="5827"/>
                      <a:pt x="15355" y="5583"/>
                      <a:pt x="15003" y="5578"/>
                    </a:cubicBezTo>
                    <a:lnTo>
                      <a:pt x="11612" y="5594"/>
                    </a:lnTo>
                    <a:cubicBezTo>
                      <a:pt x="11260" y="5588"/>
                      <a:pt x="10735" y="5751"/>
                      <a:pt x="10445" y="5955"/>
                    </a:cubicBezTo>
                    <a:lnTo>
                      <a:pt x="457" y="13000"/>
                    </a:lnTo>
                    <a:cubicBezTo>
                      <a:pt x="-27" y="13341"/>
                      <a:pt x="-145" y="14013"/>
                      <a:pt x="194" y="14500"/>
                    </a:cubicBezTo>
                    <a:lnTo>
                      <a:pt x="4734" y="21032"/>
                    </a:lnTo>
                    <a:cubicBezTo>
                      <a:pt x="5073" y="21519"/>
                      <a:pt x="5618" y="21461"/>
                      <a:pt x="6101" y="21120"/>
                    </a:cubicBezTo>
                    <a:lnTo>
                      <a:pt x="16090" y="14075"/>
                    </a:lnTo>
                    <a:cubicBezTo>
                      <a:pt x="16378" y="13870"/>
                      <a:pt x="16709" y="13429"/>
                      <a:pt x="16826" y="13093"/>
                    </a:cubicBezTo>
                    <a:lnTo>
                      <a:pt x="17888" y="9729"/>
                    </a:lnTo>
                    <a:cubicBezTo>
                      <a:pt x="18003" y="9393"/>
                      <a:pt x="17932" y="8880"/>
                      <a:pt x="17730" y="8589"/>
                    </a:cubicBezTo>
                    <a:lnTo>
                      <a:pt x="17361" y="8058"/>
                    </a:lnTo>
                    <a:cubicBezTo>
                      <a:pt x="19371" y="6513"/>
                      <a:pt x="21455" y="3778"/>
                      <a:pt x="20298" y="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TextBox 253"/>
              <p:cNvSpPr txBox="1"/>
              <p:nvPr/>
            </p:nvSpPr>
            <p:spPr>
              <a:xfrm>
                <a:off x="3930523" y="4443858"/>
                <a:ext cx="2095666" cy="980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rmAutofit fontScale="77500"/>
              </a:bodyPr>
              <a:lstStyle/>
              <a:p>
                <a:pPr rtl="1" algn="r">
                  <a:lnSpc>
                    <a:spcPct val="150000"/>
                  </a:lnSpc>
                </a:pPr>
                <a:r>
                  <a:rPr lang="fa-IR" altLang="en-US" sz="1000" dirty="0">
                    <a:cs typeface="+mn-ea"/>
                    <a:sym typeface="+mn-lt"/>
                  </a:rPr>
                  <a:t>از عایق به نیمه‌هادی و رسانای فلزی</a:t>
                </a:r>
                <a:endParaRPr lang="fa-IR" sz="1000" dirty="0">
                  <a:cs typeface="+mn-ea"/>
                  <a:sym typeface="+mn-lt"/>
                </a:endParaRPr>
              </a:p>
            </p:txBody>
          </p:sp>
          <p:sp>
            <p:nvSpPr>
              <p:cNvPr id="22" name="Rectangle 254"/>
              <p:cNvSpPr/>
              <p:nvPr/>
            </p:nvSpPr>
            <p:spPr>
              <a:xfrm>
                <a:off x="3930524" y="4136081"/>
                <a:ext cx="1697631" cy="307777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accent3"/>
                    </a:solidFill>
                    <a:cs typeface="+mn-ea"/>
                    <a:sym typeface="+mn-lt"/>
                  </a:rPr>
                  <a:t>رسانایی</a:t>
                </a:r>
                <a:endParaRPr lang="fa-IR" sz="1600" b="1" dirty="0">
                  <a:solidFill>
                    <a:schemeClr val="accent3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9053366" y="2686373"/>
              <a:ext cx="2419495" cy="1171486"/>
              <a:chOff x="5924032" y="2600908"/>
              <a:chExt cx="2661185" cy="1288510"/>
            </a:xfrm>
          </p:grpSpPr>
          <p:sp>
            <p:nvSpPr>
              <p:cNvPr id="16" name="TextBox 253"/>
              <p:cNvSpPr txBox="1"/>
              <p:nvPr/>
            </p:nvSpPr>
            <p:spPr>
              <a:xfrm>
                <a:off x="6489551" y="2908685"/>
                <a:ext cx="2095666" cy="980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rmAutofit fontScale="77500"/>
              </a:bodyPr>
              <a:lstStyle/>
              <a:p>
                <a:pPr rtl="1" algn="r">
                  <a:lnSpc>
                    <a:spcPct val="150000"/>
                  </a:lnSpc>
                </a:pPr>
                <a:r>
                  <a:rPr lang="fa-IR" altLang="en-US" sz="1000" dirty="0">
                    <a:cs typeface="+mn-ea"/>
                    <a:sym typeface="+mn-lt"/>
                  </a:rPr>
                  <a:t>جایگزینی O²⁻ قفس با الکترون: C₁₂A₇:e⁻</a:t>
                </a:r>
                <a:endParaRPr lang="fa-IR" sz="1000" dirty="0">
                  <a:cs typeface="+mn-ea"/>
                  <a:sym typeface="+mn-lt"/>
                </a:endParaRPr>
              </a:p>
            </p:txBody>
          </p:sp>
          <p:grpSp>
            <p:nvGrpSpPr>
              <p:cNvPr id="17" name="组合 16"/>
              <p:cNvGrpSpPr/>
              <p:nvPr/>
            </p:nvGrpSpPr>
            <p:grpSpPr>
              <a:xfrm>
                <a:off x="5924032" y="2600908"/>
                <a:ext cx="2263151" cy="307777"/>
                <a:chOff x="5924032" y="2600908"/>
                <a:chExt cx="2263151" cy="307777"/>
              </a:xfrm>
            </p:grpSpPr>
            <p:sp>
              <p:nvSpPr>
                <p:cNvPr id="18" name="Shape 213"/>
                <p:cNvSpPr/>
                <p:nvPr/>
              </p:nvSpPr>
              <p:spPr>
                <a:xfrm>
                  <a:off x="5924032" y="2642360"/>
                  <a:ext cx="269643" cy="167720"/>
                </a:xfrm>
                <a:custGeom>
                  <a:avLst/>
                  <a:gdLst>
                    <a:gd name="connsiteX0" fmla="*/ 308536 w 331788"/>
                    <a:gd name="connsiteY0" fmla="*/ 66675 h 206375"/>
                    <a:gd name="connsiteX1" fmla="*/ 314995 w 331788"/>
                    <a:gd name="connsiteY1" fmla="*/ 66675 h 206375"/>
                    <a:gd name="connsiteX2" fmla="*/ 331788 w 331788"/>
                    <a:gd name="connsiteY2" fmla="*/ 83491 h 206375"/>
                    <a:gd name="connsiteX3" fmla="*/ 331788 w 331788"/>
                    <a:gd name="connsiteY3" fmla="*/ 189559 h 206375"/>
                    <a:gd name="connsiteX4" fmla="*/ 314995 w 331788"/>
                    <a:gd name="connsiteY4" fmla="*/ 206375 h 206375"/>
                    <a:gd name="connsiteX5" fmla="*/ 85056 w 331788"/>
                    <a:gd name="connsiteY5" fmla="*/ 206375 h 206375"/>
                    <a:gd name="connsiteX6" fmla="*/ 68263 w 331788"/>
                    <a:gd name="connsiteY6" fmla="*/ 189559 h 206375"/>
                    <a:gd name="connsiteX7" fmla="*/ 68263 w 331788"/>
                    <a:gd name="connsiteY7" fmla="*/ 183092 h 206375"/>
                    <a:gd name="connsiteX8" fmla="*/ 281408 w 331788"/>
                    <a:gd name="connsiteY8" fmla="*/ 183092 h 206375"/>
                    <a:gd name="connsiteX9" fmla="*/ 308536 w 331788"/>
                    <a:gd name="connsiteY9" fmla="*/ 155928 h 206375"/>
                    <a:gd name="connsiteX10" fmla="*/ 308536 w 331788"/>
                    <a:gd name="connsiteY10" fmla="*/ 66675 h 206375"/>
                    <a:gd name="connsiteX11" fmla="*/ 275059 w 331788"/>
                    <a:gd name="connsiteY11" fmla="*/ 33338 h 206375"/>
                    <a:gd name="connsiteX12" fmla="*/ 281557 w 331788"/>
                    <a:gd name="connsiteY12" fmla="*/ 33338 h 206375"/>
                    <a:gd name="connsiteX13" fmla="*/ 298451 w 331788"/>
                    <a:gd name="connsiteY13" fmla="*/ 50154 h 206375"/>
                    <a:gd name="connsiteX14" fmla="*/ 298451 w 331788"/>
                    <a:gd name="connsiteY14" fmla="*/ 156222 h 206375"/>
                    <a:gd name="connsiteX15" fmla="*/ 281557 w 331788"/>
                    <a:gd name="connsiteY15" fmla="*/ 173038 h 206375"/>
                    <a:gd name="connsiteX16" fmla="*/ 50232 w 331788"/>
                    <a:gd name="connsiteY16" fmla="*/ 173038 h 206375"/>
                    <a:gd name="connsiteX17" fmla="*/ 33338 w 331788"/>
                    <a:gd name="connsiteY17" fmla="*/ 156222 h 206375"/>
                    <a:gd name="connsiteX18" fmla="*/ 33338 w 331788"/>
                    <a:gd name="connsiteY18" fmla="*/ 149755 h 206375"/>
                    <a:gd name="connsiteX19" fmla="*/ 247768 w 331788"/>
                    <a:gd name="connsiteY19" fmla="*/ 149755 h 206375"/>
                    <a:gd name="connsiteX20" fmla="*/ 275059 w 331788"/>
                    <a:gd name="connsiteY20" fmla="*/ 122591 h 206375"/>
                    <a:gd name="connsiteX21" fmla="*/ 275059 w 331788"/>
                    <a:gd name="connsiteY21" fmla="*/ 33338 h 206375"/>
                    <a:gd name="connsiteX22" fmla="*/ 99109 w 331788"/>
                    <a:gd name="connsiteY22" fmla="*/ 21630 h 206375"/>
                    <a:gd name="connsiteX23" fmla="*/ 97823 w 331788"/>
                    <a:gd name="connsiteY23" fmla="*/ 22920 h 206375"/>
                    <a:gd name="connsiteX24" fmla="*/ 95250 w 331788"/>
                    <a:gd name="connsiteY24" fmla="*/ 28079 h 206375"/>
                    <a:gd name="connsiteX25" fmla="*/ 96536 w 331788"/>
                    <a:gd name="connsiteY25" fmla="*/ 31949 h 206375"/>
                    <a:gd name="connsiteX26" fmla="*/ 97823 w 331788"/>
                    <a:gd name="connsiteY26" fmla="*/ 33238 h 206375"/>
                    <a:gd name="connsiteX27" fmla="*/ 118406 w 331788"/>
                    <a:gd name="connsiteY27" fmla="*/ 66775 h 206375"/>
                    <a:gd name="connsiteX28" fmla="*/ 119692 w 331788"/>
                    <a:gd name="connsiteY28" fmla="*/ 68064 h 206375"/>
                    <a:gd name="connsiteX29" fmla="*/ 111974 w 331788"/>
                    <a:gd name="connsiteY29" fmla="*/ 68064 h 206375"/>
                    <a:gd name="connsiteX30" fmla="*/ 104255 w 331788"/>
                    <a:gd name="connsiteY30" fmla="*/ 75804 h 206375"/>
                    <a:gd name="connsiteX31" fmla="*/ 111974 w 331788"/>
                    <a:gd name="connsiteY31" fmla="*/ 83543 h 206375"/>
                    <a:gd name="connsiteX32" fmla="*/ 124838 w 331788"/>
                    <a:gd name="connsiteY32" fmla="*/ 83543 h 206375"/>
                    <a:gd name="connsiteX33" fmla="*/ 124838 w 331788"/>
                    <a:gd name="connsiteY33" fmla="*/ 89992 h 206375"/>
                    <a:gd name="connsiteX34" fmla="*/ 111974 w 331788"/>
                    <a:gd name="connsiteY34" fmla="*/ 89992 h 206375"/>
                    <a:gd name="connsiteX35" fmla="*/ 104255 w 331788"/>
                    <a:gd name="connsiteY35" fmla="*/ 97731 h 206375"/>
                    <a:gd name="connsiteX36" fmla="*/ 111974 w 331788"/>
                    <a:gd name="connsiteY36" fmla="*/ 105470 h 206375"/>
                    <a:gd name="connsiteX37" fmla="*/ 124838 w 331788"/>
                    <a:gd name="connsiteY37" fmla="*/ 105470 h 206375"/>
                    <a:gd name="connsiteX38" fmla="*/ 124838 w 331788"/>
                    <a:gd name="connsiteY38" fmla="*/ 114499 h 206375"/>
                    <a:gd name="connsiteX39" fmla="*/ 132557 w 331788"/>
                    <a:gd name="connsiteY39" fmla="*/ 122238 h 206375"/>
                    <a:gd name="connsiteX40" fmla="*/ 140275 w 331788"/>
                    <a:gd name="connsiteY40" fmla="*/ 114499 h 206375"/>
                    <a:gd name="connsiteX41" fmla="*/ 140275 w 331788"/>
                    <a:gd name="connsiteY41" fmla="*/ 105470 h 206375"/>
                    <a:gd name="connsiteX42" fmla="*/ 153139 w 331788"/>
                    <a:gd name="connsiteY42" fmla="*/ 105470 h 206375"/>
                    <a:gd name="connsiteX43" fmla="*/ 160858 w 331788"/>
                    <a:gd name="connsiteY43" fmla="*/ 97731 h 206375"/>
                    <a:gd name="connsiteX44" fmla="*/ 153139 w 331788"/>
                    <a:gd name="connsiteY44" fmla="*/ 89992 h 206375"/>
                    <a:gd name="connsiteX45" fmla="*/ 140275 w 331788"/>
                    <a:gd name="connsiteY45" fmla="*/ 89992 h 206375"/>
                    <a:gd name="connsiteX46" fmla="*/ 140275 w 331788"/>
                    <a:gd name="connsiteY46" fmla="*/ 83543 h 206375"/>
                    <a:gd name="connsiteX47" fmla="*/ 153139 w 331788"/>
                    <a:gd name="connsiteY47" fmla="*/ 83543 h 206375"/>
                    <a:gd name="connsiteX48" fmla="*/ 160858 w 331788"/>
                    <a:gd name="connsiteY48" fmla="*/ 75804 h 206375"/>
                    <a:gd name="connsiteX49" fmla="*/ 153139 w 331788"/>
                    <a:gd name="connsiteY49" fmla="*/ 68064 h 206375"/>
                    <a:gd name="connsiteX50" fmla="*/ 145421 w 331788"/>
                    <a:gd name="connsiteY50" fmla="*/ 68064 h 206375"/>
                    <a:gd name="connsiteX51" fmla="*/ 146707 w 331788"/>
                    <a:gd name="connsiteY51" fmla="*/ 66775 h 206375"/>
                    <a:gd name="connsiteX52" fmla="*/ 168577 w 331788"/>
                    <a:gd name="connsiteY52" fmla="*/ 33238 h 206375"/>
                    <a:gd name="connsiteX53" fmla="*/ 168577 w 331788"/>
                    <a:gd name="connsiteY53" fmla="*/ 31949 h 206375"/>
                    <a:gd name="connsiteX54" fmla="*/ 169863 w 331788"/>
                    <a:gd name="connsiteY54" fmla="*/ 28079 h 206375"/>
                    <a:gd name="connsiteX55" fmla="*/ 168577 w 331788"/>
                    <a:gd name="connsiteY55" fmla="*/ 22920 h 206375"/>
                    <a:gd name="connsiteX56" fmla="*/ 166004 w 331788"/>
                    <a:gd name="connsiteY56" fmla="*/ 21630 h 206375"/>
                    <a:gd name="connsiteX57" fmla="*/ 156999 w 331788"/>
                    <a:gd name="connsiteY57" fmla="*/ 22920 h 206375"/>
                    <a:gd name="connsiteX58" fmla="*/ 155712 w 331788"/>
                    <a:gd name="connsiteY58" fmla="*/ 22920 h 206375"/>
                    <a:gd name="connsiteX59" fmla="*/ 153139 w 331788"/>
                    <a:gd name="connsiteY59" fmla="*/ 28079 h 206375"/>
                    <a:gd name="connsiteX60" fmla="*/ 150567 w 331788"/>
                    <a:gd name="connsiteY60" fmla="*/ 33238 h 206375"/>
                    <a:gd name="connsiteX61" fmla="*/ 132557 w 331788"/>
                    <a:gd name="connsiteY61" fmla="*/ 60325 h 206375"/>
                    <a:gd name="connsiteX62" fmla="*/ 115833 w 331788"/>
                    <a:gd name="connsiteY62" fmla="*/ 33238 h 206375"/>
                    <a:gd name="connsiteX63" fmla="*/ 111974 w 331788"/>
                    <a:gd name="connsiteY63" fmla="*/ 28079 h 206375"/>
                    <a:gd name="connsiteX64" fmla="*/ 109401 w 331788"/>
                    <a:gd name="connsiteY64" fmla="*/ 22920 h 206375"/>
                    <a:gd name="connsiteX65" fmla="*/ 99109 w 331788"/>
                    <a:gd name="connsiteY65" fmla="*/ 21630 h 206375"/>
                    <a:gd name="connsiteX66" fmla="*/ 16894 w 331788"/>
                    <a:gd name="connsiteY66" fmla="*/ 0 h 206375"/>
                    <a:gd name="connsiteX67" fmla="*/ 248219 w 331788"/>
                    <a:gd name="connsiteY67" fmla="*/ 0 h 206375"/>
                    <a:gd name="connsiteX68" fmla="*/ 265113 w 331788"/>
                    <a:gd name="connsiteY68" fmla="*/ 16816 h 206375"/>
                    <a:gd name="connsiteX69" fmla="*/ 265113 w 331788"/>
                    <a:gd name="connsiteY69" fmla="*/ 122884 h 206375"/>
                    <a:gd name="connsiteX70" fmla="*/ 248219 w 331788"/>
                    <a:gd name="connsiteY70" fmla="*/ 139700 h 206375"/>
                    <a:gd name="connsiteX71" fmla="*/ 23392 w 331788"/>
                    <a:gd name="connsiteY71" fmla="*/ 139700 h 206375"/>
                    <a:gd name="connsiteX72" fmla="*/ 16894 w 331788"/>
                    <a:gd name="connsiteY72" fmla="*/ 139700 h 206375"/>
                    <a:gd name="connsiteX73" fmla="*/ 0 w 331788"/>
                    <a:gd name="connsiteY73" fmla="*/ 122884 h 206375"/>
                    <a:gd name="connsiteX74" fmla="*/ 0 w 331788"/>
                    <a:gd name="connsiteY74" fmla="*/ 16816 h 206375"/>
                    <a:gd name="connsiteX75" fmla="*/ 16894 w 331788"/>
                    <a:gd name="connsiteY75" fmla="*/ 0 h 206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331788" h="206375">
                      <a:moveTo>
                        <a:pt x="308536" y="66675"/>
                      </a:moveTo>
                      <a:cubicBezTo>
                        <a:pt x="308536" y="66675"/>
                        <a:pt x="308536" y="66675"/>
                        <a:pt x="314995" y="66675"/>
                      </a:cubicBezTo>
                      <a:cubicBezTo>
                        <a:pt x="324037" y="66675"/>
                        <a:pt x="331788" y="73143"/>
                        <a:pt x="331788" y="83491"/>
                      </a:cubicBezTo>
                      <a:cubicBezTo>
                        <a:pt x="331788" y="83491"/>
                        <a:pt x="331788" y="83491"/>
                        <a:pt x="331788" y="189559"/>
                      </a:cubicBezTo>
                      <a:cubicBezTo>
                        <a:pt x="331788" y="198614"/>
                        <a:pt x="324037" y="206375"/>
                        <a:pt x="314995" y="206375"/>
                      </a:cubicBezTo>
                      <a:cubicBezTo>
                        <a:pt x="314995" y="206375"/>
                        <a:pt x="314995" y="206375"/>
                        <a:pt x="85056" y="206375"/>
                      </a:cubicBezTo>
                      <a:cubicBezTo>
                        <a:pt x="76014" y="206375"/>
                        <a:pt x="68263" y="198614"/>
                        <a:pt x="68263" y="189559"/>
                      </a:cubicBezTo>
                      <a:cubicBezTo>
                        <a:pt x="68263" y="189559"/>
                        <a:pt x="68263" y="189559"/>
                        <a:pt x="68263" y="183092"/>
                      </a:cubicBezTo>
                      <a:cubicBezTo>
                        <a:pt x="68263" y="183092"/>
                        <a:pt x="68263" y="183092"/>
                        <a:pt x="281408" y="183092"/>
                      </a:cubicBezTo>
                      <a:cubicBezTo>
                        <a:pt x="296910" y="183092"/>
                        <a:pt x="308536" y="171450"/>
                        <a:pt x="308536" y="155928"/>
                      </a:cubicBezTo>
                      <a:cubicBezTo>
                        <a:pt x="308536" y="155928"/>
                        <a:pt x="308536" y="155928"/>
                        <a:pt x="308536" y="66675"/>
                      </a:cubicBezTo>
                      <a:close/>
                      <a:moveTo>
                        <a:pt x="275059" y="33338"/>
                      </a:moveTo>
                      <a:cubicBezTo>
                        <a:pt x="275059" y="33338"/>
                        <a:pt x="275059" y="33338"/>
                        <a:pt x="281557" y="33338"/>
                      </a:cubicBezTo>
                      <a:cubicBezTo>
                        <a:pt x="290654" y="33338"/>
                        <a:pt x="298451" y="41099"/>
                        <a:pt x="298451" y="50154"/>
                      </a:cubicBezTo>
                      <a:cubicBezTo>
                        <a:pt x="298451" y="50154"/>
                        <a:pt x="298451" y="50154"/>
                        <a:pt x="298451" y="156222"/>
                      </a:cubicBezTo>
                      <a:cubicBezTo>
                        <a:pt x="298451" y="165277"/>
                        <a:pt x="290654" y="173038"/>
                        <a:pt x="281557" y="173038"/>
                      </a:cubicBezTo>
                      <a:cubicBezTo>
                        <a:pt x="281557" y="173038"/>
                        <a:pt x="281557" y="173038"/>
                        <a:pt x="50232" y="173038"/>
                      </a:cubicBezTo>
                      <a:cubicBezTo>
                        <a:pt x="41135" y="173038"/>
                        <a:pt x="33338" y="165277"/>
                        <a:pt x="33338" y="156222"/>
                      </a:cubicBezTo>
                      <a:cubicBezTo>
                        <a:pt x="33338" y="156222"/>
                        <a:pt x="33338" y="156222"/>
                        <a:pt x="33338" y="149755"/>
                      </a:cubicBezTo>
                      <a:cubicBezTo>
                        <a:pt x="33338" y="149755"/>
                        <a:pt x="33338" y="149755"/>
                        <a:pt x="247768" y="149755"/>
                      </a:cubicBezTo>
                      <a:cubicBezTo>
                        <a:pt x="263363" y="149755"/>
                        <a:pt x="275059" y="138113"/>
                        <a:pt x="275059" y="122591"/>
                      </a:cubicBezTo>
                      <a:cubicBezTo>
                        <a:pt x="275059" y="122591"/>
                        <a:pt x="275059" y="122591"/>
                        <a:pt x="275059" y="33338"/>
                      </a:cubicBezTo>
                      <a:close/>
                      <a:moveTo>
                        <a:pt x="99109" y="21630"/>
                      </a:moveTo>
                      <a:cubicBezTo>
                        <a:pt x="97823" y="21630"/>
                        <a:pt x="97823" y="21630"/>
                        <a:pt x="97823" y="22920"/>
                      </a:cubicBezTo>
                      <a:cubicBezTo>
                        <a:pt x="96536" y="24210"/>
                        <a:pt x="95250" y="25499"/>
                        <a:pt x="95250" y="28079"/>
                      </a:cubicBezTo>
                      <a:cubicBezTo>
                        <a:pt x="95250" y="29369"/>
                        <a:pt x="96536" y="30659"/>
                        <a:pt x="96536" y="31949"/>
                      </a:cubicBezTo>
                      <a:cubicBezTo>
                        <a:pt x="96536" y="31949"/>
                        <a:pt x="96536" y="31949"/>
                        <a:pt x="97823" y="33238"/>
                      </a:cubicBezTo>
                      <a:cubicBezTo>
                        <a:pt x="97823" y="33238"/>
                        <a:pt x="97823" y="33238"/>
                        <a:pt x="118406" y="66775"/>
                      </a:cubicBezTo>
                      <a:cubicBezTo>
                        <a:pt x="118406" y="66775"/>
                        <a:pt x="118406" y="66775"/>
                        <a:pt x="119692" y="68064"/>
                      </a:cubicBezTo>
                      <a:cubicBezTo>
                        <a:pt x="119692" y="68064"/>
                        <a:pt x="119692" y="68064"/>
                        <a:pt x="111974" y="68064"/>
                      </a:cubicBezTo>
                      <a:cubicBezTo>
                        <a:pt x="108114" y="68064"/>
                        <a:pt x="104255" y="71934"/>
                        <a:pt x="104255" y="75804"/>
                      </a:cubicBezTo>
                      <a:cubicBezTo>
                        <a:pt x="104255" y="79673"/>
                        <a:pt x="108114" y="83543"/>
                        <a:pt x="111974" y="83543"/>
                      </a:cubicBezTo>
                      <a:cubicBezTo>
                        <a:pt x="111974" y="83543"/>
                        <a:pt x="111974" y="83543"/>
                        <a:pt x="124838" y="83543"/>
                      </a:cubicBezTo>
                      <a:cubicBezTo>
                        <a:pt x="124838" y="83543"/>
                        <a:pt x="124838" y="83543"/>
                        <a:pt x="124838" y="89992"/>
                      </a:cubicBezTo>
                      <a:cubicBezTo>
                        <a:pt x="124838" y="89992"/>
                        <a:pt x="124838" y="89992"/>
                        <a:pt x="111974" y="89992"/>
                      </a:cubicBezTo>
                      <a:cubicBezTo>
                        <a:pt x="108114" y="89992"/>
                        <a:pt x="104255" y="93861"/>
                        <a:pt x="104255" y="97731"/>
                      </a:cubicBezTo>
                      <a:cubicBezTo>
                        <a:pt x="104255" y="101601"/>
                        <a:pt x="108114" y="105470"/>
                        <a:pt x="111974" y="105470"/>
                      </a:cubicBezTo>
                      <a:cubicBezTo>
                        <a:pt x="111974" y="105470"/>
                        <a:pt x="111974" y="105470"/>
                        <a:pt x="124838" y="105470"/>
                      </a:cubicBezTo>
                      <a:cubicBezTo>
                        <a:pt x="124838" y="105470"/>
                        <a:pt x="124838" y="105470"/>
                        <a:pt x="124838" y="114499"/>
                      </a:cubicBezTo>
                      <a:cubicBezTo>
                        <a:pt x="124838" y="119658"/>
                        <a:pt x="128697" y="122238"/>
                        <a:pt x="132557" y="122238"/>
                      </a:cubicBezTo>
                      <a:cubicBezTo>
                        <a:pt x="136416" y="122238"/>
                        <a:pt x="140275" y="119658"/>
                        <a:pt x="140275" y="114499"/>
                      </a:cubicBezTo>
                      <a:cubicBezTo>
                        <a:pt x="140275" y="114499"/>
                        <a:pt x="140275" y="114499"/>
                        <a:pt x="140275" y="105470"/>
                      </a:cubicBezTo>
                      <a:cubicBezTo>
                        <a:pt x="140275" y="105470"/>
                        <a:pt x="140275" y="105470"/>
                        <a:pt x="153139" y="105470"/>
                      </a:cubicBezTo>
                      <a:cubicBezTo>
                        <a:pt x="158285" y="105470"/>
                        <a:pt x="160858" y="101601"/>
                        <a:pt x="160858" y="97731"/>
                      </a:cubicBezTo>
                      <a:cubicBezTo>
                        <a:pt x="160858" y="93861"/>
                        <a:pt x="158285" y="89992"/>
                        <a:pt x="153139" y="89992"/>
                      </a:cubicBezTo>
                      <a:cubicBezTo>
                        <a:pt x="153139" y="89992"/>
                        <a:pt x="153139" y="89992"/>
                        <a:pt x="140275" y="89992"/>
                      </a:cubicBezTo>
                      <a:cubicBezTo>
                        <a:pt x="140275" y="89992"/>
                        <a:pt x="140275" y="89992"/>
                        <a:pt x="140275" y="83543"/>
                      </a:cubicBezTo>
                      <a:cubicBezTo>
                        <a:pt x="140275" y="83543"/>
                        <a:pt x="140275" y="83543"/>
                        <a:pt x="153139" y="83543"/>
                      </a:cubicBezTo>
                      <a:cubicBezTo>
                        <a:pt x="158285" y="83543"/>
                        <a:pt x="160858" y="79673"/>
                        <a:pt x="160858" y="75804"/>
                      </a:cubicBezTo>
                      <a:cubicBezTo>
                        <a:pt x="160858" y="71934"/>
                        <a:pt x="158285" y="68064"/>
                        <a:pt x="153139" y="68064"/>
                      </a:cubicBezTo>
                      <a:cubicBezTo>
                        <a:pt x="153139" y="68064"/>
                        <a:pt x="153139" y="68064"/>
                        <a:pt x="145421" y="68064"/>
                      </a:cubicBezTo>
                      <a:cubicBezTo>
                        <a:pt x="145421" y="68064"/>
                        <a:pt x="145421" y="68064"/>
                        <a:pt x="146707" y="66775"/>
                      </a:cubicBezTo>
                      <a:cubicBezTo>
                        <a:pt x="146707" y="66775"/>
                        <a:pt x="146707" y="66775"/>
                        <a:pt x="168577" y="33238"/>
                      </a:cubicBezTo>
                      <a:cubicBezTo>
                        <a:pt x="168577" y="33238"/>
                        <a:pt x="168577" y="33238"/>
                        <a:pt x="168577" y="31949"/>
                      </a:cubicBezTo>
                      <a:cubicBezTo>
                        <a:pt x="169863" y="30659"/>
                        <a:pt x="169863" y="29369"/>
                        <a:pt x="169863" y="28079"/>
                      </a:cubicBezTo>
                      <a:cubicBezTo>
                        <a:pt x="169863" y="25499"/>
                        <a:pt x="169863" y="24210"/>
                        <a:pt x="168577" y="22920"/>
                      </a:cubicBezTo>
                      <a:cubicBezTo>
                        <a:pt x="167290" y="21630"/>
                        <a:pt x="167290" y="21630"/>
                        <a:pt x="166004" y="21630"/>
                      </a:cubicBezTo>
                      <a:cubicBezTo>
                        <a:pt x="163431" y="19050"/>
                        <a:pt x="159572" y="20340"/>
                        <a:pt x="156999" y="22920"/>
                      </a:cubicBezTo>
                      <a:cubicBezTo>
                        <a:pt x="156999" y="22920"/>
                        <a:pt x="155712" y="22920"/>
                        <a:pt x="155712" y="22920"/>
                      </a:cubicBezTo>
                      <a:cubicBezTo>
                        <a:pt x="155712" y="22920"/>
                        <a:pt x="155712" y="22920"/>
                        <a:pt x="153139" y="28079"/>
                      </a:cubicBezTo>
                      <a:cubicBezTo>
                        <a:pt x="153139" y="28079"/>
                        <a:pt x="153139" y="28079"/>
                        <a:pt x="150567" y="33238"/>
                      </a:cubicBezTo>
                      <a:cubicBezTo>
                        <a:pt x="150567" y="33238"/>
                        <a:pt x="150567" y="33238"/>
                        <a:pt x="132557" y="60325"/>
                      </a:cubicBezTo>
                      <a:cubicBezTo>
                        <a:pt x="132557" y="60325"/>
                        <a:pt x="132557" y="60325"/>
                        <a:pt x="115833" y="33238"/>
                      </a:cubicBezTo>
                      <a:cubicBezTo>
                        <a:pt x="115833" y="33238"/>
                        <a:pt x="115833" y="33238"/>
                        <a:pt x="111974" y="28079"/>
                      </a:cubicBezTo>
                      <a:cubicBezTo>
                        <a:pt x="111974" y="28079"/>
                        <a:pt x="111974" y="28079"/>
                        <a:pt x="109401" y="22920"/>
                      </a:cubicBezTo>
                      <a:cubicBezTo>
                        <a:pt x="106828" y="20340"/>
                        <a:pt x="101682" y="19050"/>
                        <a:pt x="99109" y="21630"/>
                      </a:cubicBezTo>
                      <a:close/>
                      <a:moveTo>
                        <a:pt x="16894" y="0"/>
                      </a:moveTo>
                      <a:cubicBezTo>
                        <a:pt x="16894" y="0"/>
                        <a:pt x="16894" y="0"/>
                        <a:pt x="248219" y="0"/>
                      </a:cubicBezTo>
                      <a:cubicBezTo>
                        <a:pt x="257316" y="0"/>
                        <a:pt x="265113" y="7761"/>
                        <a:pt x="265113" y="16816"/>
                      </a:cubicBezTo>
                      <a:cubicBezTo>
                        <a:pt x="265113" y="16816"/>
                        <a:pt x="265113" y="16816"/>
                        <a:pt x="265113" y="122884"/>
                      </a:cubicBezTo>
                      <a:cubicBezTo>
                        <a:pt x="265113" y="133233"/>
                        <a:pt x="257316" y="139700"/>
                        <a:pt x="248219" y="139700"/>
                      </a:cubicBezTo>
                      <a:cubicBezTo>
                        <a:pt x="248219" y="139700"/>
                        <a:pt x="248219" y="139700"/>
                        <a:pt x="23392" y="139700"/>
                      </a:cubicBezTo>
                      <a:lnTo>
                        <a:pt x="16894" y="139700"/>
                      </a:lnTo>
                      <a:cubicBezTo>
                        <a:pt x="7797" y="139700"/>
                        <a:pt x="0" y="133233"/>
                        <a:pt x="0" y="122884"/>
                      </a:cubicBezTo>
                      <a:cubicBezTo>
                        <a:pt x="0" y="122884"/>
                        <a:pt x="0" y="122884"/>
                        <a:pt x="0" y="16816"/>
                      </a:cubicBezTo>
                      <a:cubicBezTo>
                        <a:pt x="0" y="7761"/>
                        <a:pt x="7797" y="0"/>
                        <a:pt x="1689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38100" tIns="38100" rIns="38100" bIns="38100" numCol="1" anchor="ctr">
                  <a:noAutofit/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>
                    <a:defRPr sz="3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Light"/>
                    </a:defRPr>
                  </a:pPr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Rectangle 254"/>
                <p:cNvSpPr/>
                <p:nvPr/>
              </p:nvSpPr>
              <p:spPr>
                <a:xfrm>
                  <a:off x="6489552" y="2600908"/>
                  <a:ext cx="1697631" cy="307777"/>
                </a:xfrm>
                <a:prstGeom prst="rect">
                  <a:avLst/>
                </a:prstGeom>
              </p:spPr>
              <p:txBody>
                <a:bodyPr wrap="square" lIns="0" tIns="0" rIns="0" bIns="0">
                  <a:normAutofit fontScale="92500"/>
                </a:bodyPr>
                <a:lstStyle/>
                <a:p>
                  <a:pPr rtl="1" algn="r"/>
                  <a:r>
                    <a:rPr lang="fa-IR" altLang="en-US" sz="1600" b="1" dirty="0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الکتراید</a:t>
                  </a:r>
                  <a:endParaRPr lang="fa-IR" sz="1600" b="1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2" name="组合 11"/>
            <p:cNvGrpSpPr/>
            <p:nvPr/>
          </p:nvGrpSpPr>
          <p:grpSpPr>
            <a:xfrm>
              <a:off x="9073132" y="4080482"/>
              <a:ext cx="2399716" cy="1173137"/>
              <a:chOff x="5945782" y="4134268"/>
              <a:chExt cx="2639435" cy="1290323"/>
            </a:xfrm>
          </p:grpSpPr>
          <p:sp>
            <p:nvSpPr>
              <p:cNvPr id="13" name="Shape 216"/>
              <p:cNvSpPr/>
              <p:nvPr/>
            </p:nvSpPr>
            <p:spPr>
              <a:xfrm>
                <a:off x="5945782" y="4134268"/>
                <a:ext cx="226145" cy="227232"/>
              </a:xfrm>
              <a:custGeom>
                <a:avLst/>
                <a:gdLst>
                  <a:gd name="connsiteX0" fmla="*/ 255588 w 330201"/>
                  <a:gd name="connsiteY0" fmla="*/ 107950 h 331788"/>
                  <a:gd name="connsiteX1" fmla="*/ 255588 w 330201"/>
                  <a:gd name="connsiteY1" fmla="*/ 179388 h 331788"/>
                  <a:gd name="connsiteX2" fmla="*/ 311151 w 330201"/>
                  <a:gd name="connsiteY2" fmla="*/ 179388 h 331788"/>
                  <a:gd name="connsiteX3" fmla="*/ 311151 w 330201"/>
                  <a:gd name="connsiteY3" fmla="*/ 107950 h 331788"/>
                  <a:gd name="connsiteX4" fmla="*/ 19050 w 330201"/>
                  <a:gd name="connsiteY4" fmla="*/ 101600 h 331788"/>
                  <a:gd name="connsiteX5" fmla="*/ 19050 w 330201"/>
                  <a:gd name="connsiteY5" fmla="*/ 196850 h 331788"/>
                  <a:gd name="connsiteX6" fmla="*/ 74613 w 330201"/>
                  <a:gd name="connsiteY6" fmla="*/ 196850 h 331788"/>
                  <a:gd name="connsiteX7" fmla="*/ 74613 w 330201"/>
                  <a:gd name="connsiteY7" fmla="*/ 101600 h 331788"/>
                  <a:gd name="connsiteX8" fmla="*/ 236538 w 330201"/>
                  <a:gd name="connsiteY8" fmla="*/ 87313 h 331788"/>
                  <a:gd name="connsiteX9" fmla="*/ 330201 w 330201"/>
                  <a:gd name="connsiteY9" fmla="*/ 87313 h 331788"/>
                  <a:gd name="connsiteX10" fmla="*/ 330201 w 330201"/>
                  <a:gd name="connsiteY10" fmla="*/ 331788 h 331788"/>
                  <a:gd name="connsiteX11" fmla="*/ 236538 w 330201"/>
                  <a:gd name="connsiteY11" fmla="*/ 331788 h 331788"/>
                  <a:gd name="connsiteX12" fmla="*/ 0 w 330201"/>
                  <a:gd name="connsiteY12" fmla="*/ 80963 h 331788"/>
                  <a:gd name="connsiteX13" fmla="*/ 93663 w 330201"/>
                  <a:gd name="connsiteY13" fmla="*/ 80963 h 331788"/>
                  <a:gd name="connsiteX14" fmla="*/ 93663 w 330201"/>
                  <a:gd name="connsiteY14" fmla="*/ 331788 h 331788"/>
                  <a:gd name="connsiteX15" fmla="*/ 0 w 330201"/>
                  <a:gd name="connsiteY15" fmla="*/ 331788 h 331788"/>
                  <a:gd name="connsiteX16" fmla="*/ 136525 w 330201"/>
                  <a:gd name="connsiteY16" fmla="*/ 19050 h 331788"/>
                  <a:gd name="connsiteX17" fmla="*/ 136525 w 330201"/>
                  <a:gd name="connsiteY17" fmla="*/ 144463 h 331788"/>
                  <a:gd name="connsiteX18" fmla="*/ 193675 w 330201"/>
                  <a:gd name="connsiteY18" fmla="*/ 144463 h 331788"/>
                  <a:gd name="connsiteX19" fmla="*/ 193675 w 330201"/>
                  <a:gd name="connsiteY19" fmla="*/ 19050 h 331788"/>
                  <a:gd name="connsiteX20" fmla="*/ 119063 w 330201"/>
                  <a:gd name="connsiteY20" fmla="*/ 0 h 331788"/>
                  <a:gd name="connsiteX21" fmla="*/ 211138 w 330201"/>
                  <a:gd name="connsiteY21" fmla="*/ 0 h 331788"/>
                  <a:gd name="connsiteX22" fmla="*/ 211138 w 330201"/>
                  <a:gd name="connsiteY22" fmla="*/ 331788 h 331788"/>
                  <a:gd name="connsiteX23" fmla="*/ 119063 w 330201"/>
                  <a:gd name="connsiteY23" fmla="*/ 331788 h 33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0201" h="331788">
                    <a:moveTo>
                      <a:pt x="255588" y="107950"/>
                    </a:moveTo>
                    <a:lnTo>
                      <a:pt x="255588" y="179388"/>
                    </a:lnTo>
                    <a:lnTo>
                      <a:pt x="311151" y="179388"/>
                    </a:lnTo>
                    <a:lnTo>
                      <a:pt x="311151" y="107950"/>
                    </a:lnTo>
                    <a:close/>
                    <a:moveTo>
                      <a:pt x="19050" y="101600"/>
                    </a:moveTo>
                    <a:lnTo>
                      <a:pt x="19050" y="196850"/>
                    </a:lnTo>
                    <a:lnTo>
                      <a:pt x="74613" y="196850"/>
                    </a:lnTo>
                    <a:lnTo>
                      <a:pt x="74613" y="101600"/>
                    </a:lnTo>
                    <a:close/>
                    <a:moveTo>
                      <a:pt x="236538" y="87313"/>
                    </a:moveTo>
                    <a:lnTo>
                      <a:pt x="330201" y="87313"/>
                    </a:lnTo>
                    <a:lnTo>
                      <a:pt x="330201" y="331788"/>
                    </a:lnTo>
                    <a:lnTo>
                      <a:pt x="236538" y="331788"/>
                    </a:lnTo>
                    <a:close/>
                    <a:moveTo>
                      <a:pt x="0" y="80963"/>
                    </a:moveTo>
                    <a:lnTo>
                      <a:pt x="93663" y="80963"/>
                    </a:lnTo>
                    <a:lnTo>
                      <a:pt x="93663" y="331788"/>
                    </a:lnTo>
                    <a:lnTo>
                      <a:pt x="0" y="331788"/>
                    </a:lnTo>
                    <a:close/>
                    <a:moveTo>
                      <a:pt x="136525" y="19050"/>
                    </a:moveTo>
                    <a:lnTo>
                      <a:pt x="136525" y="144463"/>
                    </a:lnTo>
                    <a:lnTo>
                      <a:pt x="193675" y="144463"/>
                    </a:lnTo>
                    <a:lnTo>
                      <a:pt x="193675" y="19050"/>
                    </a:lnTo>
                    <a:close/>
                    <a:moveTo>
                      <a:pt x="119063" y="0"/>
                    </a:moveTo>
                    <a:lnTo>
                      <a:pt x="211138" y="0"/>
                    </a:lnTo>
                    <a:lnTo>
                      <a:pt x="211138" y="331788"/>
                    </a:lnTo>
                    <a:lnTo>
                      <a:pt x="119063" y="331788"/>
                    </a:lnTo>
                    <a:close/>
                  </a:path>
                </a:pathLst>
              </a:cu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defRPr sz="3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Light"/>
                  </a:defRPr>
                </a:pPr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TextBox 253"/>
              <p:cNvSpPr txBox="1"/>
              <p:nvPr/>
            </p:nvSpPr>
            <p:spPr>
              <a:xfrm>
                <a:off x="6489552" y="4443858"/>
                <a:ext cx="2095665" cy="9807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rmAutofit fontScale="77500"/>
              </a:bodyPr>
              <a:lstStyle/>
              <a:p>
                <a:pPr rtl="1" algn="r">
                  <a:lnSpc>
                    <a:spcPct val="150000"/>
                  </a:lnSpc>
                </a:pPr>
                <a:r>
                  <a:rPr lang="fa-IR" altLang="en-US" sz="1000" dirty="0">
                    <a:cs typeface="+mn-ea"/>
                    <a:sym typeface="+mn-lt"/>
                  </a:rPr>
                  <a:t>الکتراید در هوا تا حدود ۴۰۰ ‎°C پایدار است</a:t>
                </a:r>
                <a:endParaRPr lang="fa-IR" sz="1000" dirty="0">
                  <a:cs typeface="+mn-ea"/>
                  <a:sym typeface="+mn-lt"/>
                </a:endParaRPr>
              </a:p>
            </p:txBody>
          </p:sp>
          <p:sp>
            <p:nvSpPr>
              <p:cNvPr id="15" name="Rectangle 254"/>
              <p:cNvSpPr/>
              <p:nvPr/>
            </p:nvSpPr>
            <p:spPr>
              <a:xfrm>
                <a:off x="6489552" y="4136081"/>
                <a:ext cx="1697631" cy="307777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accent6"/>
                    </a:solidFill>
                    <a:cs typeface="+mn-ea"/>
                    <a:sym typeface="+mn-lt"/>
                  </a:rPr>
                  <a:t>پایداری</a:t>
                </a:r>
                <a:endParaRPr lang="fa-IR" sz="1600" b="1" dirty="0">
                  <a:solidFill>
                    <a:schemeClr val="accent6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63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ساختار قفسی ماینیت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5436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2EEAFF-5F38-44BE-99AA-55BB1EE4546C}"/>
              </a:ext>
            </a:extLst>
          </p:cNvPr>
          <p:cNvCxnSpPr/>
          <p:nvPr/>
        </p:nvCxnSpPr>
        <p:spPr>
          <a:xfrm rot="16200000">
            <a:off x="3986565" y="2801862"/>
            <a:ext cx="0" cy="736866"/>
          </a:xfrm>
          <a:prstGeom prst="line">
            <a:avLst/>
          </a:prstGeom>
          <a:ln w="19050">
            <a:solidFill>
              <a:schemeClr val="accent2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5F9A830-3F7C-4BA3-B6A6-F22D7AC7E29C}"/>
              </a:ext>
            </a:extLst>
          </p:cNvPr>
          <p:cNvCxnSpPr/>
          <p:nvPr/>
        </p:nvCxnSpPr>
        <p:spPr>
          <a:xfrm rot="16200000">
            <a:off x="3849717" y="1918458"/>
            <a:ext cx="0" cy="1132945"/>
          </a:xfrm>
          <a:prstGeom prst="line">
            <a:avLst/>
          </a:prstGeom>
          <a:ln w="19050">
            <a:solidFill>
              <a:schemeClr val="accent3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4AA81A4-E3D9-4EDF-8130-7C24B722C116}"/>
              </a:ext>
            </a:extLst>
          </p:cNvPr>
          <p:cNvCxnSpPr/>
          <p:nvPr/>
        </p:nvCxnSpPr>
        <p:spPr>
          <a:xfrm rot="5400000" flipV="1">
            <a:off x="3895857" y="864318"/>
            <a:ext cx="0" cy="1870498"/>
          </a:xfrm>
          <a:prstGeom prst="line">
            <a:avLst/>
          </a:prstGeom>
          <a:ln w="19050">
            <a:solidFill>
              <a:schemeClr val="accent4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890720A-8B15-402F-8626-986F2529CCD7}"/>
              </a:ext>
            </a:extLst>
          </p:cNvPr>
          <p:cNvCxnSpPr/>
          <p:nvPr/>
        </p:nvCxnSpPr>
        <p:spPr>
          <a:xfrm rot="16200000">
            <a:off x="4442742" y="3406188"/>
            <a:ext cx="0" cy="898939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5B40389A-FF21-428A-A775-C1F1397079A9}"/>
              </a:ext>
            </a:extLst>
          </p:cNvPr>
          <p:cNvGrpSpPr/>
          <p:nvPr/>
        </p:nvGrpSpPr>
        <p:grpSpPr>
          <a:xfrm>
            <a:off x="888902" y="842962"/>
            <a:ext cx="3104370" cy="3360544"/>
            <a:chOff x="1047161" y="1620048"/>
            <a:chExt cx="4139160" cy="4480725"/>
          </a:xfrm>
        </p:grpSpPr>
        <p:sp>
          <p:nvSpPr>
            <p:cNvPr id="22" name="梯形 21">
              <a:extLst>
                <a:ext uri="{FF2B5EF4-FFF2-40B4-BE49-F238E27FC236}">
                  <a16:creationId xmlns:a16="http://schemas.microsoft.com/office/drawing/2014/main" id="{11508B02-F794-4B8C-B89C-AF018E75E8FE}"/>
                </a:ext>
              </a:extLst>
            </p:cNvPr>
            <p:cNvSpPr/>
            <p:nvPr/>
          </p:nvSpPr>
          <p:spPr>
            <a:xfrm>
              <a:off x="1047161" y="5180960"/>
              <a:ext cx="4139160" cy="919813"/>
            </a:xfrm>
            <a:prstGeom prst="trapezoid">
              <a:avLst>
                <a:gd name="adj" fmla="val 46667"/>
              </a:avLst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rtl="1"/>
              <a:r>
                <a:rPr lang="fa-IR" sz="2000" dirty="0" altLang="en-US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اکسیدی</a:t>
              </a:r>
            </a:p>
          </p:txBody>
        </p:sp>
        <p:sp>
          <p:nvSpPr>
            <p:cNvPr id="23" name="梯形 22">
              <a:extLst>
                <a:ext uri="{FF2B5EF4-FFF2-40B4-BE49-F238E27FC236}">
                  <a16:creationId xmlns:a16="http://schemas.microsoft.com/office/drawing/2014/main" id="{552A3BCF-4B4D-478F-8525-29A801F3BE95}"/>
                </a:ext>
              </a:extLst>
            </p:cNvPr>
            <p:cNvSpPr/>
            <p:nvPr/>
          </p:nvSpPr>
          <p:spPr>
            <a:xfrm>
              <a:off x="1474491" y="4261147"/>
              <a:ext cx="3275558" cy="919813"/>
            </a:xfrm>
            <a:prstGeom prst="trapezoid">
              <a:avLst>
                <a:gd name="adj" fmla="val 46667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rtl="1"/>
              <a:r>
                <a:rPr lang="fa-IR" sz="1667" altLang="en-US">
                  <a:latin typeface="Lucida Sans Unicode" pitchFamily="34" charset="0"/>
                  <a:cs typeface="Lucida Sans Unicode" pitchFamily="34" charset="0"/>
                  <a:sym typeface="+mn-lt"/>
                </a:rPr>
                <a:t>کربن</a:t>
              </a:r>
            </a:p>
          </p:txBody>
        </p:sp>
        <p:sp>
          <p:nvSpPr>
            <p:cNvPr id="24" name="梯形 23">
              <a:extLst>
                <a:ext uri="{FF2B5EF4-FFF2-40B4-BE49-F238E27FC236}">
                  <a16:creationId xmlns:a16="http://schemas.microsoft.com/office/drawing/2014/main" id="{D826D5C4-491A-4238-9815-6AA81BA1D774}"/>
                </a:ext>
              </a:extLst>
            </p:cNvPr>
            <p:cNvSpPr/>
            <p:nvPr/>
          </p:nvSpPr>
          <p:spPr>
            <a:xfrm>
              <a:off x="1901822" y="3341332"/>
              <a:ext cx="2417704" cy="919813"/>
            </a:xfrm>
            <a:prstGeom prst="trapezoid">
              <a:avLst>
                <a:gd name="adj" fmla="val 46667"/>
              </a:avLst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 rtl="1"/>
              <a:r>
                <a:rPr lang="fa-IR" sz="1500" dirty="0" altLang="en-US">
                  <a:latin typeface="Lucida Sans Unicode" pitchFamily="34" charset="0"/>
                  <a:cs typeface="Lucida Sans Unicode" pitchFamily="34" charset="0"/>
                  <a:sym typeface="+mn-lt"/>
                </a:rPr>
                <a:t>تیتانیوم</a:t>
              </a:r>
            </a:p>
          </p:txBody>
        </p:sp>
        <p:sp>
          <p:nvSpPr>
            <p:cNvPr id="25" name="梯形 24">
              <a:extLst>
                <a:ext uri="{FF2B5EF4-FFF2-40B4-BE49-F238E27FC236}">
                  <a16:creationId xmlns:a16="http://schemas.microsoft.com/office/drawing/2014/main" id="{3FD9B518-0D26-4BBC-BB52-A96FE87BD4D1}"/>
                </a:ext>
              </a:extLst>
            </p:cNvPr>
            <p:cNvSpPr/>
            <p:nvPr/>
          </p:nvSpPr>
          <p:spPr>
            <a:xfrm>
              <a:off x="2330461" y="2421520"/>
              <a:ext cx="1559092" cy="919813"/>
            </a:xfrm>
            <a:prstGeom prst="trapezoid">
              <a:avLst>
                <a:gd name="adj" fmla="val 46667"/>
              </a:avLst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>
              <a:normAutofit/>
            </a:bodyPr>
            <a:lstStyle/>
            <a:p>
              <a:pPr algn="ctr" rtl="1"/>
              <a:r>
                <a:rPr lang="fa-IR" sz="1167" altLang="en-US">
                  <a:latin typeface="Lucida Sans Unicode" pitchFamily="34" charset="0"/>
                  <a:cs typeface="Lucida Sans Unicode" pitchFamily="34" charset="0"/>
                  <a:sym typeface="+mn-lt"/>
                </a:rPr>
                <a:t>زیرکونیوم</a:t>
              </a:r>
              <a:endParaRPr lang="fa-IR" sz="1167" dirty="0"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7798A39-D518-4DD7-8944-BA4B13881EE8}"/>
                </a:ext>
              </a:extLst>
            </p:cNvPr>
            <p:cNvGrpSpPr/>
            <p:nvPr/>
          </p:nvGrpSpPr>
          <p:grpSpPr>
            <a:xfrm>
              <a:off x="2604671" y="1620048"/>
              <a:ext cx="1005426" cy="766135"/>
              <a:chOff x="6559216" y="2734476"/>
              <a:chExt cx="5175884" cy="3944014"/>
            </a:xfrm>
            <a:solidFill>
              <a:srgbClr val="D8574A"/>
            </a:solidFill>
          </p:grpSpPr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B40A7260-E51E-4D75-9BE1-9FD0AC06699B}"/>
                  </a:ext>
                </a:extLst>
              </p:cNvPr>
              <p:cNvGrpSpPr/>
              <p:nvPr/>
            </p:nvGrpSpPr>
            <p:grpSpPr>
              <a:xfrm>
                <a:off x="6559216" y="3745152"/>
                <a:ext cx="1504101" cy="2290182"/>
                <a:chOff x="6559216" y="3745152"/>
                <a:chExt cx="1504101" cy="2290182"/>
              </a:xfrm>
              <a:grpFill/>
            </p:grpSpPr>
            <p:sp>
              <p:nvSpPr>
                <p:cNvPr id="42" name="任意多边形: 形状 41">
                  <a:extLst>
                    <a:ext uri="{FF2B5EF4-FFF2-40B4-BE49-F238E27FC236}">
                      <a16:creationId xmlns:a16="http://schemas.microsoft.com/office/drawing/2014/main" id="{33F4172F-792E-4DE1-BBE4-6F3C3EC73C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76230" y="4197743"/>
                  <a:ext cx="340295" cy="479814"/>
                </a:xfrm>
                <a:custGeom>
                  <a:avLst/>
                  <a:gdLst>
                    <a:gd name="T0" fmla="*/ 22 w 299"/>
                    <a:gd name="T1" fmla="*/ 0 h 423"/>
                    <a:gd name="T2" fmla="*/ 26 w 299"/>
                    <a:gd name="T3" fmla="*/ 2 h 423"/>
                    <a:gd name="T4" fmla="*/ 38 w 299"/>
                    <a:gd name="T5" fmla="*/ 4 h 423"/>
                    <a:gd name="T6" fmla="*/ 55 w 299"/>
                    <a:gd name="T7" fmla="*/ 10 h 423"/>
                    <a:gd name="T8" fmla="*/ 77 w 299"/>
                    <a:gd name="T9" fmla="*/ 18 h 423"/>
                    <a:gd name="T10" fmla="*/ 103 w 299"/>
                    <a:gd name="T11" fmla="*/ 31 h 423"/>
                    <a:gd name="T12" fmla="*/ 131 w 299"/>
                    <a:gd name="T13" fmla="*/ 48 h 423"/>
                    <a:gd name="T14" fmla="*/ 162 w 299"/>
                    <a:gd name="T15" fmla="*/ 67 h 423"/>
                    <a:gd name="T16" fmla="*/ 192 w 299"/>
                    <a:gd name="T17" fmla="*/ 94 h 423"/>
                    <a:gd name="T18" fmla="*/ 223 w 299"/>
                    <a:gd name="T19" fmla="*/ 125 h 423"/>
                    <a:gd name="T20" fmla="*/ 250 w 299"/>
                    <a:gd name="T21" fmla="*/ 163 h 423"/>
                    <a:gd name="T22" fmla="*/ 272 w 299"/>
                    <a:gd name="T23" fmla="*/ 203 h 423"/>
                    <a:gd name="T24" fmla="*/ 288 w 299"/>
                    <a:gd name="T25" fmla="*/ 241 h 423"/>
                    <a:gd name="T26" fmla="*/ 296 w 299"/>
                    <a:gd name="T27" fmla="*/ 279 h 423"/>
                    <a:gd name="T28" fmla="*/ 299 w 299"/>
                    <a:gd name="T29" fmla="*/ 312 h 423"/>
                    <a:gd name="T30" fmla="*/ 299 w 299"/>
                    <a:gd name="T31" fmla="*/ 343 h 423"/>
                    <a:gd name="T32" fmla="*/ 296 w 299"/>
                    <a:gd name="T33" fmla="*/ 370 h 423"/>
                    <a:gd name="T34" fmla="*/ 291 w 299"/>
                    <a:gd name="T35" fmla="*/ 392 h 423"/>
                    <a:gd name="T36" fmla="*/ 287 w 299"/>
                    <a:gd name="T37" fmla="*/ 409 h 423"/>
                    <a:gd name="T38" fmla="*/ 282 w 299"/>
                    <a:gd name="T39" fmla="*/ 419 h 423"/>
                    <a:gd name="T40" fmla="*/ 281 w 299"/>
                    <a:gd name="T41" fmla="*/ 423 h 423"/>
                    <a:gd name="T42" fmla="*/ 277 w 299"/>
                    <a:gd name="T43" fmla="*/ 423 h 423"/>
                    <a:gd name="T44" fmla="*/ 265 w 299"/>
                    <a:gd name="T45" fmla="*/ 420 h 423"/>
                    <a:gd name="T46" fmla="*/ 247 w 299"/>
                    <a:gd name="T47" fmla="*/ 417 h 423"/>
                    <a:gd name="T48" fmla="*/ 223 w 299"/>
                    <a:gd name="T49" fmla="*/ 410 h 423"/>
                    <a:gd name="T50" fmla="*/ 196 w 299"/>
                    <a:gd name="T51" fmla="*/ 400 h 423"/>
                    <a:gd name="T52" fmla="*/ 165 w 299"/>
                    <a:gd name="T53" fmla="*/ 388 h 423"/>
                    <a:gd name="T54" fmla="*/ 134 w 299"/>
                    <a:gd name="T55" fmla="*/ 370 h 423"/>
                    <a:gd name="T56" fmla="*/ 103 w 299"/>
                    <a:gd name="T57" fmla="*/ 346 h 423"/>
                    <a:gd name="T58" fmla="*/ 73 w 299"/>
                    <a:gd name="T59" fmla="*/ 316 h 423"/>
                    <a:gd name="T60" fmla="*/ 45 w 299"/>
                    <a:gd name="T61" fmla="*/ 280 h 423"/>
                    <a:gd name="T62" fmla="*/ 25 w 299"/>
                    <a:gd name="T63" fmla="*/ 244 h 423"/>
                    <a:gd name="T64" fmla="*/ 11 w 299"/>
                    <a:gd name="T65" fmla="*/ 209 h 423"/>
                    <a:gd name="T66" fmla="*/ 4 w 299"/>
                    <a:gd name="T67" fmla="*/ 172 h 423"/>
                    <a:gd name="T68" fmla="*/ 0 w 299"/>
                    <a:gd name="T69" fmla="*/ 139 h 423"/>
                    <a:gd name="T70" fmla="*/ 0 w 299"/>
                    <a:gd name="T71" fmla="*/ 107 h 423"/>
                    <a:gd name="T72" fmla="*/ 2 w 299"/>
                    <a:gd name="T73" fmla="*/ 77 h 423"/>
                    <a:gd name="T74" fmla="*/ 8 w 299"/>
                    <a:gd name="T75" fmla="*/ 52 h 423"/>
                    <a:gd name="T76" fmla="*/ 12 w 299"/>
                    <a:gd name="T77" fmla="*/ 31 h 423"/>
                    <a:gd name="T78" fmla="*/ 18 w 299"/>
                    <a:gd name="T79" fmla="*/ 14 h 423"/>
                    <a:gd name="T80" fmla="*/ 21 w 299"/>
                    <a:gd name="T81" fmla="*/ 4 h 423"/>
                    <a:gd name="T82" fmla="*/ 22 w 299"/>
                    <a:gd name="T83" fmla="*/ 0 h 4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299" h="423">
                      <a:moveTo>
                        <a:pt x="22" y="0"/>
                      </a:moveTo>
                      <a:lnTo>
                        <a:pt x="26" y="2"/>
                      </a:lnTo>
                      <a:lnTo>
                        <a:pt x="38" y="4"/>
                      </a:lnTo>
                      <a:lnTo>
                        <a:pt x="55" y="10"/>
                      </a:lnTo>
                      <a:lnTo>
                        <a:pt x="77" y="18"/>
                      </a:lnTo>
                      <a:lnTo>
                        <a:pt x="103" y="31"/>
                      </a:lnTo>
                      <a:lnTo>
                        <a:pt x="131" y="48"/>
                      </a:lnTo>
                      <a:lnTo>
                        <a:pt x="162" y="67"/>
                      </a:lnTo>
                      <a:lnTo>
                        <a:pt x="192" y="94"/>
                      </a:lnTo>
                      <a:lnTo>
                        <a:pt x="223" y="125"/>
                      </a:lnTo>
                      <a:lnTo>
                        <a:pt x="250" y="163"/>
                      </a:lnTo>
                      <a:lnTo>
                        <a:pt x="272" y="203"/>
                      </a:lnTo>
                      <a:lnTo>
                        <a:pt x="288" y="241"/>
                      </a:lnTo>
                      <a:lnTo>
                        <a:pt x="296" y="279"/>
                      </a:lnTo>
                      <a:lnTo>
                        <a:pt x="299" y="312"/>
                      </a:lnTo>
                      <a:lnTo>
                        <a:pt x="299" y="343"/>
                      </a:lnTo>
                      <a:lnTo>
                        <a:pt x="296" y="370"/>
                      </a:lnTo>
                      <a:lnTo>
                        <a:pt x="291" y="392"/>
                      </a:lnTo>
                      <a:lnTo>
                        <a:pt x="287" y="409"/>
                      </a:lnTo>
                      <a:lnTo>
                        <a:pt x="282" y="419"/>
                      </a:lnTo>
                      <a:lnTo>
                        <a:pt x="281" y="423"/>
                      </a:lnTo>
                      <a:lnTo>
                        <a:pt x="277" y="423"/>
                      </a:lnTo>
                      <a:lnTo>
                        <a:pt x="265" y="420"/>
                      </a:lnTo>
                      <a:lnTo>
                        <a:pt x="247" y="417"/>
                      </a:lnTo>
                      <a:lnTo>
                        <a:pt x="223" y="410"/>
                      </a:lnTo>
                      <a:lnTo>
                        <a:pt x="196" y="400"/>
                      </a:lnTo>
                      <a:lnTo>
                        <a:pt x="165" y="388"/>
                      </a:lnTo>
                      <a:lnTo>
                        <a:pt x="134" y="370"/>
                      </a:lnTo>
                      <a:lnTo>
                        <a:pt x="103" y="346"/>
                      </a:lnTo>
                      <a:lnTo>
                        <a:pt x="73" y="316"/>
                      </a:lnTo>
                      <a:lnTo>
                        <a:pt x="45" y="280"/>
                      </a:lnTo>
                      <a:lnTo>
                        <a:pt x="25" y="244"/>
                      </a:lnTo>
                      <a:lnTo>
                        <a:pt x="11" y="209"/>
                      </a:lnTo>
                      <a:lnTo>
                        <a:pt x="4" y="172"/>
                      </a:lnTo>
                      <a:lnTo>
                        <a:pt x="0" y="139"/>
                      </a:lnTo>
                      <a:lnTo>
                        <a:pt x="0" y="107"/>
                      </a:lnTo>
                      <a:lnTo>
                        <a:pt x="2" y="77"/>
                      </a:lnTo>
                      <a:lnTo>
                        <a:pt x="8" y="52"/>
                      </a:lnTo>
                      <a:lnTo>
                        <a:pt x="12" y="31"/>
                      </a:lnTo>
                      <a:lnTo>
                        <a:pt x="18" y="14"/>
                      </a:lnTo>
                      <a:lnTo>
                        <a:pt x="21" y="4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3" name="任意多边形: 形状 42">
                  <a:extLst>
                    <a:ext uri="{FF2B5EF4-FFF2-40B4-BE49-F238E27FC236}">
                      <a16:creationId xmlns:a16="http://schemas.microsoft.com/office/drawing/2014/main" id="{37E8F1EE-3488-4F3B-A5B7-A78F2F5011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20701" y="4167118"/>
                  <a:ext cx="296055" cy="534262"/>
                </a:xfrm>
                <a:custGeom>
                  <a:avLst/>
                  <a:gdLst>
                    <a:gd name="T0" fmla="*/ 201 w 260"/>
                    <a:gd name="T1" fmla="*/ 0 h 470"/>
                    <a:gd name="T2" fmla="*/ 202 w 260"/>
                    <a:gd name="T3" fmla="*/ 2 h 470"/>
                    <a:gd name="T4" fmla="*/ 209 w 260"/>
                    <a:gd name="T5" fmla="*/ 12 h 470"/>
                    <a:gd name="T6" fmla="*/ 218 w 260"/>
                    <a:gd name="T7" fmla="*/ 26 h 470"/>
                    <a:gd name="T8" fmla="*/ 228 w 260"/>
                    <a:gd name="T9" fmla="*/ 46 h 470"/>
                    <a:gd name="T10" fmla="*/ 238 w 260"/>
                    <a:gd name="T11" fmla="*/ 70 h 470"/>
                    <a:gd name="T12" fmla="*/ 248 w 260"/>
                    <a:gd name="T13" fmla="*/ 98 h 470"/>
                    <a:gd name="T14" fmla="*/ 255 w 260"/>
                    <a:gd name="T15" fmla="*/ 128 h 470"/>
                    <a:gd name="T16" fmla="*/ 260 w 260"/>
                    <a:gd name="T17" fmla="*/ 162 h 470"/>
                    <a:gd name="T18" fmla="*/ 260 w 260"/>
                    <a:gd name="T19" fmla="*/ 198 h 470"/>
                    <a:gd name="T20" fmla="*/ 256 w 260"/>
                    <a:gd name="T21" fmla="*/ 238 h 470"/>
                    <a:gd name="T22" fmla="*/ 246 w 260"/>
                    <a:gd name="T23" fmla="*/ 277 h 470"/>
                    <a:gd name="T24" fmla="*/ 229 w 260"/>
                    <a:gd name="T25" fmla="*/ 315 h 470"/>
                    <a:gd name="T26" fmla="*/ 209 w 260"/>
                    <a:gd name="T27" fmla="*/ 348 h 470"/>
                    <a:gd name="T28" fmla="*/ 187 w 260"/>
                    <a:gd name="T29" fmla="*/ 376 h 470"/>
                    <a:gd name="T30" fmla="*/ 164 w 260"/>
                    <a:gd name="T31" fmla="*/ 400 h 470"/>
                    <a:gd name="T32" fmla="*/ 140 w 260"/>
                    <a:gd name="T33" fmla="*/ 421 h 470"/>
                    <a:gd name="T34" fmla="*/ 116 w 260"/>
                    <a:gd name="T35" fmla="*/ 436 h 470"/>
                    <a:gd name="T36" fmla="*/ 95 w 260"/>
                    <a:gd name="T37" fmla="*/ 449 h 470"/>
                    <a:gd name="T38" fmla="*/ 77 w 260"/>
                    <a:gd name="T39" fmla="*/ 459 h 470"/>
                    <a:gd name="T40" fmla="*/ 62 w 260"/>
                    <a:gd name="T41" fmla="*/ 466 h 470"/>
                    <a:gd name="T42" fmla="*/ 54 w 260"/>
                    <a:gd name="T43" fmla="*/ 468 h 470"/>
                    <a:gd name="T44" fmla="*/ 50 w 260"/>
                    <a:gd name="T45" fmla="*/ 470 h 470"/>
                    <a:gd name="T46" fmla="*/ 48 w 260"/>
                    <a:gd name="T47" fmla="*/ 467 h 470"/>
                    <a:gd name="T48" fmla="*/ 43 w 260"/>
                    <a:gd name="T49" fmla="*/ 460 h 470"/>
                    <a:gd name="T50" fmla="*/ 36 w 260"/>
                    <a:gd name="T51" fmla="*/ 447 h 470"/>
                    <a:gd name="T52" fmla="*/ 27 w 260"/>
                    <a:gd name="T53" fmla="*/ 431 h 470"/>
                    <a:gd name="T54" fmla="*/ 17 w 260"/>
                    <a:gd name="T55" fmla="*/ 410 h 470"/>
                    <a:gd name="T56" fmla="*/ 10 w 260"/>
                    <a:gd name="T57" fmla="*/ 384 h 470"/>
                    <a:gd name="T58" fmla="*/ 3 w 260"/>
                    <a:gd name="T59" fmla="*/ 355 h 470"/>
                    <a:gd name="T60" fmla="*/ 0 w 260"/>
                    <a:gd name="T61" fmla="*/ 323 h 470"/>
                    <a:gd name="T62" fmla="*/ 0 w 260"/>
                    <a:gd name="T63" fmla="*/ 288 h 470"/>
                    <a:gd name="T64" fmla="*/ 6 w 260"/>
                    <a:gd name="T65" fmla="*/ 250 h 470"/>
                    <a:gd name="T66" fmla="*/ 17 w 260"/>
                    <a:gd name="T67" fmla="*/ 210 h 470"/>
                    <a:gd name="T68" fmla="*/ 36 w 260"/>
                    <a:gd name="T69" fmla="*/ 168 h 470"/>
                    <a:gd name="T70" fmla="*/ 58 w 260"/>
                    <a:gd name="T71" fmla="*/ 130 h 470"/>
                    <a:gd name="T72" fmla="*/ 81 w 260"/>
                    <a:gd name="T73" fmla="*/ 98 h 470"/>
                    <a:gd name="T74" fmla="*/ 105 w 260"/>
                    <a:gd name="T75" fmla="*/ 71 h 470"/>
                    <a:gd name="T76" fmla="*/ 129 w 260"/>
                    <a:gd name="T77" fmla="*/ 49 h 470"/>
                    <a:gd name="T78" fmla="*/ 151 w 260"/>
                    <a:gd name="T79" fmla="*/ 30 h 470"/>
                    <a:gd name="T80" fmla="*/ 171 w 260"/>
                    <a:gd name="T81" fmla="*/ 16 h 470"/>
                    <a:gd name="T82" fmla="*/ 187 w 260"/>
                    <a:gd name="T83" fmla="*/ 7 h 470"/>
                    <a:gd name="T84" fmla="*/ 197 w 260"/>
                    <a:gd name="T85" fmla="*/ 1 h 470"/>
                    <a:gd name="T86" fmla="*/ 201 w 260"/>
                    <a:gd name="T87" fmla="*/ 0 h 4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60" h="470">
                      <a:moveTo>
                        <a:pt x="201" y="0"/>
                      </a:moveTo>
                      <a:lnTo>
                        <a:pt x="202" y="2"/>
                      </a:lnTo>
                      <a:lnTo>
                        <a:pt x="209" y="12"/>
                      </a:lnTo>
                      <a:lnTo>
                        <a:pt x="218" y="26"/>
                      </a:lnTo>
                      <a:lnTo>
                        <a:pt x="228" y="46"/>
                      </a:lnTo>
                      <a:lnTo>
                        <a:pt x="238" y="70"/>
                      </a:lnTo>
                      <a:lnTo>
                        <a:pt x="248" y="98"/>
                      </a:lnTo>
                      <a:lnTo>
                        <a:pt x="255" y="128"/>
                      </a:lnTo>
                      <a:lnTo>
                        <a:pt x="260" y="162"/>
                      </a:lnTo>
                      <a:lnTo>
                        <a:pt x="260" y="198"/>
                      </a:lnTo>
                      <a:lnTo>
                        <a:pt x="256" y="238"/>
                      </a:lnTo>
                      <a:lnTo>
                        <a:pt x="246" y="277"/>
                      </a:lnTo>
                      <a:lnTo>
                        <a:pt x="229" y="315"/>
                      </a:lnTo>
                      <a:lnTo>
                        <a:pt x="209" y="348"/>
                      </a:lnTo>
                      <a:lnTo>
                        <a:pt x="187" y="376"/>
                      </a:lnTo>
                      <a:lnTo>
                        <a:pt x="164" y="400"/>
                      </a:lnTo>
                      <a:lnTo>
                        <a:pt x="140" y="421"/>
                      </a:lnTo>
                      <a:lnTo>
                        <a:pt x="116" y="436"/>
                      </a:lnTo>
                      <a:lnTo>
                        <a:pt x="95" y="449"/>
                      </a:lnTo>
                      <a:lnTo>
                        <a:pt x="77" y="459"/>
                      </a:lnTo>
                      <a:lnTo>
                        <a:pt x="62" y="466"/>
                      </a:lnTo>
                      <a:lnTo>
                        <a:pt x="54" y="468"/>
                      </a:lnTo>
                      <a:lnTo>
                        <a:pt x="50" y="470"/>
                      </a:lnTo>
                      <a:lnTo>
                        <a:pt x="48" y="467"/>
                      </a:lnTo>
                      <a:lnTo>
                        <a:pt x="43" y="460"/>
                      </a:lnTo>
                      <a:lnTo>
                        <a:pt x="36" y="447"/>
                      </a:lnTo>
                      <a:lnTo>
                        <a:pt x="27" y="431"/>
                      </a:lnTo>
                      <a:lnTo>
                        <a:pt x="17" y="410"/>
                      </a:lnTo>
                      <a:lnTo>
                        <a:pt x="10" y="384"/>
                      </a:lnTo>
                      <a:lnTo>
                        <a:pt x="3" y="355"/>
                      </a:lnTo>
                      <a:lnTo>
                        <a:pt x="0" y="323"/>
                      </a:lnTo>
                      <a:lnTo>
                        <a:pt x="0" y="288"/>
                      </a:lnTo>
                      <a:lnTo>
                        <a:pt x="6" y="250"/>
                      </a:lnTo>
                      <a:lnTo>
                        <a:pt x="17" y="210"/>
                      </a:lnTo>
                      <a:lnTo>
                        <a:pt x="36" y="168"/>
                      </a:lnTo>
                      <a:lnTo>
                        <a:pt x="58" y="130"/>
                      </a:lnTo>
                      <a:lnTo>
                        <a:pt x="81" y="98"/>
                      </a:lnTo>
                      <a:lnTo>
                        <a:pt x="105" y="71"/>
                      </a:lnTo>
                      <a:lnTo>
                        <a:pt x="129" y="49"/>
                      </a:lnTo>
                      <a:lnTo>
                        <a:pt x="151" y="30"/>
                      </a:lnTo>
                      <a:lnTo>
                        <a:pt x="171" y="16"/>
                      </a:lnTo>
                      <a:lnTo>
                        <a:pt x="187" y="7"/>
                      </a:lnTo>
                      <a:lnTo>
                        <a:pt x="197" y="1"/>
                      </a:lnTo>
                      <a:lnTo>
                        <a:pt x="20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4" name="任意多边形: 形状 43">
                  <a:extLst>
                    <a:ext uri="{FF2B5EF4-FFF2-40B4-BE49-F238E27FC236}">
                      <a16:creationId xmlns:a16="http://schemas.microsoft.com/office/drawing/2014/main" id="{F4D0387B-7ADB-4EF3-860E-5E918B9D15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33000" y="4626514"/>
                  <a:ext cx="279042" cy="551277"/>
                </a:xfrm>
                <a:custGeom>
                  <a:avLst/>
                  <a:gdLst>
                    <a:gd name="T0" fmla="*/ 160 w 246"/>
                    <a:gd name="T1" fmla="*/ 0 h 486"/>
                    <a:gd name="T2" fmla="*/ 163 w 246"/>
                    <a:gd name="T3" fmla="*/ 2 h 486"/>
                    <a:gd name="T4" fmla="*/ 168 w 246"/>
                    <a:gd name="T5" fmla="*/ 9 h 486"/>
                    <a:gd name="T6" fmla="*/ 177 w 246"/>
                    <a:gd name="T7" fmla="*/ 20 h 486"/>
                    <a:gd name="T8" fmla="*/ 188 w 246"/>
                    <a:gd name="T9" fmla="*/ 35 h 486"/>
                    <a:gd name="T10" fmla="*/ 201 w 246"/>
                    <a:gd name="T11" fmla="*/ 55 h 486"/>
                    <a:gd name="T12" fmla="*/ 212 w 246"/>
                    <a:gd name="T13" fmla="*/ 77 h 486"/>
                    <a:gd name="T14" fmla="*/ 225 w 246"/>
                    <a:gd name="T15" fmla="*/ 103 h 486"/>
                    <a:gd name="T16" fmla="*/ 235 w 246"/>
                    <a:gd name="T17" fmla="*/ 131 h 486"/>
                    <a:gd name="T18" fmla="*/ 242 w 246"/>
                    <a:gd name="T19" fmla="*/ 163 h 486"/>
                    <a:gd name="T20" fmla="*/ 246 w 246"/>
                    <a:gd name="T21" fmla="*/ 196 h 486"/>
                    <a:gd name="T22" fmla="*/ 246 w 246"/>
                    <a:gd name="T23" fmla="*/ 231 h 486"/>
                    <a:gd name="T24" fmla="*/ 240 w 246"/>
                    <a:gd name="T25" fmla="*/ 269 h 486"/>
                    <a:gd name="T26" fmla="*/ 229 w 246"/>
                    <a:gd name="T27" fmla="*/ 308 h 486"/>
                    <a:gd name="T28" fmla="*/ 215 w 246"/>
                    <a:gd name="T29" fmla="*/ 345 h 486"/>
                    <a:gd name="T30" fmla="*/ 197 w 246"/>
                    <a:gd name="T31" fmla="*/ 375 h 486"/>
                    <a:gd name="T32" fmla="*/ 175 w 246"/>
                    <a:gd name="T33" fmla="*/ 402 h 486"/>
                    <a:gd name="T34" fmla="*/ 156 w 246"/>
                    <a:gd name="T35" fmla="*/ 426 h 486"/>
                    <a:gd name="T36" fmla="*/ 134 w 246"/>
                    <a:gd name="T37" fmla="*/ 444 h 486"/>
                    <a:gd name="T38" fmla="*/ 115 w 246"/>
                    <a:gd name="T39" fmla="*/ 459 h 486"/>
                    <a:gd name="T40" fmla="*/ 98 w 246"/>
                    <a:gd name="T41" fmla="*/ 472 h 486"/>
                    <a:gd name="T42" fmla="*/ 85 w 246"/>
                    <a:gd name="T43" fmla="*/ 480 h 486"/>
                    <a:gd name="T44" fmla="*/ 76 w 246"/>
                    <a:gd name="T45" fmla="*/ 485 h 486"/>
                    <a:gd name="T46" fmla="*/ 74 w 246"/>
                    <a:gd name="T47" fmla="*/ 486 h 486"/>
                    <a:gd name="T48" fmla="*/ 71 w 246"/>
                    <a:gd name="T49" fmla="*/ 485 h 486"/>
                    <a:gd name="T50" fmla="*/ 64 w 246"/>
                    <a:gd name="T51" fmla="*/ 478 h 486"/>
                    <a:gd name="T52" fmla="*/ 55 w 246"/>
                    <a:gd name="T53" fmla="*/ 465 h 486"/>
                    <a:gd name="T54" fmla="*/ 44 w 246"/>
                    <a:gd name="T55" fmla="*/ 450 h 486"/>
                    <a:gd name="T56" fmla="*/ 33 w 246"/>
                    <a:gd name="T57" fmla="*/ 430 h 486"/>
                    <a:gd name="T58" fmla="*/ 21 w 246"/>
                    <a:gd name="T59" fmla="*/ 406 h 486"/>
                    <a:gd name="T60" fmla="*/ 11 w 246"/>
                    <a:gd name="T61" fmla="*/ 378 h 486"/>
                    <a:gd name="T62" fmla="*/ 4 w 246"/>
                    <a:gd name="T63" fmla="*/ 347 h 486"/>
                    <a:gd name="T64" fmla="*/ 0 w 246"/>
                    <a:gd name="T65" fmla="*/ 312 h 486"/>
                    <a:gd name="T66" fmla="*/ 0 w 246"/>
                    <a:gd name="T67" fmla="*/ 273 h 486"/>
                    <a:gd name="T68" fmla="*/ 6 w 246"/>
                    <a:gd name="T69" fmla="*/ 233 h 486"/>
                    <a:gd name="T70" fmla="*/ 17 w 246"/>
                    <a:gd name="T71" fmla="*/ 191 h 486"/>
                    <a:gd name="T72" fmla="*/ 33 w 246"/>
                    <a:gd name="T73" fmla="*/ 154 h 486"/>
                    <a:gd name="T74" fmla="*/ 50 w 246"/>
                    <a:gd name="T75" fmla="*/ 122 h 486"/>
                    <a:gd name="T76" fmla="*/ 68 w 246"/>
                    <a:gd name="T77" fmla="*/ 93 h 486"/>
                    <a:gd name="T78" fmla="*/ 86 w 246"/>
                    <a:gd name="T79" fmla="*/ 68 h 486"/>
                    <a:gd name="T80" fmla="*/ 105 w 246"/>
                    <a:gd name="T81" fmla="*/ 47 h 486"/>
                    <a:gd name="T82" fmla="*/ 122 w 246"/>
                    <a:gd name="T83" fmla="*/ 30 h 486"/>
                    <a:gd name="T84" fmla="*/ 137 w 246"/>
                    <a:gd name="T85" fmla="*/ 17 h 486"/>
                    <a:gd name="T86" fmla="*/ 149 w 246"/>
                    <a:gd name="T87" fmla="*/ 7 h 486"/>
                    <a:gd name="T88" fmla="*/ 157 w 246"/>
                    <a:gd name="T89" fmla="*/ 2 h 486"/>
                    <a:gd name="T90" fmla="*/ 160 w 246"/>
                    <a:gd name="T91" fmla="*/ 0 h 4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6" h="486">
                      <a:moveTo>
                        <a:pt x="160" y="0"/>
                      </a:moveTo>
                      <a:lnTo>
                        <a:pt x="163" y="2"/>
                      </a:lnTo>
                      <a:lnTo>
                        <a:pt x="168" y="9"/>
                      </a:lnTo>
                      <a:lnTo>
                        <a:pt x="177" y="20"/>
                      </a:lnTo>
                      <a:lnTo>
                        <a:pt x="188" y="35"/>
                      </a:lnTo>
                      <a:lnTo>
                        <a:pt x="201" y="55"/>
                      </a:lnTo>
                      <a:lnTo>
                        <a:pt x="212" y="77"/>
                      </a:lnTo>
                      <a:lnTo>
                        <a:pt x="225" y="103"/>
                      </a:lnTo>
                      <a:lnTo>
                        <a:pt x="235" y="131"/>
                      </a:lnTo>
                      <a:lnTo>
                        <a:pt x="242" y="163"/>
                      </a:lnTo>
                      <a:lnTo>
                        <a:pt x="246" y="196"/>
                      </a:lnTo>
                      <a:lnTo>
                        <a:pt x="246" y="231"/>
                      </a:lnTo>
                      <a:lnTo>
                        <a:pt x="240" y="269"/>
                      </a:lnTo>
                      <a:lnTo>
                        <a:pt x="229" y="308"/>
                      </a:lnTo>
                      <a:lnTo>
                        <a:pt x="215" y="345"/>
                      </a:lnTo>
                      <a:lnTo>
                        <a:pt x="197" y="375"/>
                      </a:lnTo>
                      <a:lnTo>
                        <a:pt x="175" y="402"/>
                      </a:lnTo>
                      <a:lnTo>
                        <a:pt x="156" y="426"/>
                      </a:lnTo>
                      <a:lnTo>
                        <a:pt x="134" y="444"/>
                      </a:lnTo>
                      <a:lnTo>
                        <a:pt x="115" y="459"/>
                      </a:lnTo>
                      <a:lnTo>
                        <a:pt x="98" y="472"/>
                      </a:lnTo>
                      <a:lnTo>
                        <a:pt x="85" y="480"/>
                      </a:lnTo>
                      <a:lnTo>
                        <a:pt x="76" y="485"/>
                      </a:lnTo>
                      <a:lnTo>
                        <a:pt x="74" y="486"/>
                      </a:lnTo>
                      <a:lnTo>
                        <a:pt x="71" y="485"/>
                      </a:lnTo>
                      <a:lnTo>
                        <a:pt x="64" y="478"/>
                      </a:lnTo>
                      <a:lnTo>
                        <a:pt x="55" y="465"/>
                      </a:lnTo>
                      <a:lnTo>
                        <a:pt x="44" y="450"/>
                      </a:lnTo>
                      <a:lnTo>
                        <a:pt x="33" y="430"/>
                      </a:lnTo>
                      <a:lnTo>
                        <a:pt x="21" y="406"/>
                      </a:lnTo>
                      <a:lnTo>
                        <a:pt x="11" y="378"/>
                      </a:lnTo>
                      <a:lnTo>
                        <a:pt x="4" y="347"/>
                      </a:lnTo>
                      <a:lnTo>
                        <a:pt x="0" y="312"/>
                      </a:lnTo>
                      <a:lnTo>
                        <a:pt x="0" y="273"/>
                      </a:lnTo>
                      <a:lnTo>
                        <a:pt x="6" y="233"/>
                      </a:lnTo>
                      <a:lnTo>
                        <a:pt x="17" y="191"/>
                      </a:lnTo>
                      <a:lnTo>
                        <a:pt x="33" y="154"/>
                      </a:lnTo>
                      <a:lnTo>
                        <a:pt x="50" y="122"/>
                      </a:lnTo>
                      <a:lnTo>
                        <a:pt x="68" y="93"/>
                      </a:lnTo>
                      <a:lnTo>
                        <a:pt x="86" y="68"/>
                      </a:lnTo>
                      <a:lnTo>
                        <a:pt x="105" y="47"/>
                      </a:lnTo>
                      <a:lnTo>
                        <a:pt x="122" y="30"/>
                      </a:lnTo>
                      <a:lnTo>
                        <a:pt x="137" y="17"/>
                      </a:lnTo>
                      <a:lnTo>
                        <a:pt x="149" y="7"/>
                      </a:lnTo>
                      <a:lnTo>
                        <a:pt x="157" y="2"/>
                      </a:lnTo>
                      <a:lnTo>
                        <a:pt x="16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5" name="任意多边形: 形状 44">
                  <a:extLst>
                    <a:ext uri="{FF2B5EF4-FFF2-40B4-BE49-F238E27FC236}">
                      <a16:creationId xmlns:a16="http://schemas.microsoft.com/office/drawing/2014/main" id="{981C88E2-F31F-4F5F-862A-8828C71167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95026" y="4932779"/>
                  <a:ext cx="272236" cy="558083"/>
                </a:xfrm>
                <a:custGeom>
                  <a:avLst/>
                  <a:gdLst>
                    <a:gd name="T0" fmla="*/ 133 w 242"/>
                    <a:gd name="T1" fmla="*/ 0 h 492"/>
                    <a:gd name="T2" fmla="*/ 136 w 242"/>
                    <a:gd name="T3" fmla="*/ 1 h 492"/>
                    <a:gd name="T4" fmla="*/ 143 w 242"/>
                    <a:gd name="T5" fmla="*/ 8 h 492"/>
                    <a:gd name="T6" fmla="*/ 153 w 242"/>
                    <a:gd name="T7" fmla="*/ 18 h 492"/>
                    <a:gd name="T8" fmla="*/ 166 w 242"/>
                    <a:gd name="T9" fmla="*/ 32 h 492"/>
                    <a:gd name="T10" fmla="*/ 180 w 242"/>
                    <a:gd name="T11" fmla="*/ 50 h 492"/>
                    <a:gd name="T12" fmla="*/ 194 w 242"/>
                    <a:gd name="T13" fmla="*/ 71 h 492"/>
                    <a:gd name="T14" fmla="*/ 208 w 242"/>
                    <a:gd name="T15" fmla="*/ 95 h 492"/>
                    <a:gd name="T16" fmla="*/ 221 w 242"/>
                    <a:gd name="T17" fmla="*/ 123 h 492"/>
                    <a:gd name="T18" fmla="*/ 231 w 242"/>
                    <a:gd name="T19" fmla="*/ 152 h 492"/>
                    <a:gd name="T20" fmla="*/ 239 w 242"/>
                    <a:gd name="T21" fmla="*/ 186 h 492"/>
                    <a:gd name="T22" fmla="*/ 242 w 242"/>
                    <a:gd name="T23" fmla="*/ 221 h 492"/>
                    <a:gd name="T24" fmla="*/ 240 w 242"/>
                    <a:gd name="T25" fmla="*/ 258 h 492"/>
                    <a:gd name="T26" fmla="*/ 232 w 242"/>
                    <a:gd name="T27" fmla="*/ 299 h 492"/>
                    <a:gd name="T28" fmla="*/ 221 w 242"/>
                    <a:gd name="T29" fmla="*/ 337 h 492"/>
                    <a:gd name="T30" fmla="*/ 205 w 242"/>
                    <a:gd name="T31" fmla="*/ 369 h 492"/>
                    <a:gd name="T32" fmla="*/ 188 w 242"/>
                    <a:gd name="T33" fmla="*/ 398 h 492"/>
                    <a:gd name="T34" fmla="*/ 170 w 242"/>
                    <a:gd name="T35" fmla="*/ 422 h 492"/>
                    <a:gd name="T36" fmla="*/ 150 w 242"/>
                    <a:gd name="T37" fmla="*/ 444 h 492"/>
                    <a:gd name="T38" fmla="*/ 133 w 242"/>
                    <a:gd name="T39" fmla="*/ 461 h 492"/>
                    <a:gd name="T40" fmla="*/ 117 w 242"/>
                    <a:gd name="T41" fmla="*/ 474 h 492"/>
                    <a:gd name="T42" fmla="*/ 105 w 242"/>
                    <a:gd name="T43" fmla="*/ 484 h 492"/>
                    <a:gd name="T44" fmla="*/ 96 w 242"/>
                    <a:gd name="T45" fmla="*/ 489 h 492"/>
                    <a:gd name="T46" fmla="*/ 93 w 242"/>
                    <a:gd name="T47" fmla="*/ 492 h 492"/>
                    <a:gd name="T48" fmla="*/ 91 w 242"/>
                    <a:gd name="T49" fmla="*/ 489 h 492"/>
                    <a:gd name="T50" fmla="*/ 84 w 242"/>
                    <a:gd name="T51" fmla="*/ 482 h 492"/>
                    <a:gd name="T52" fmla="*/ 74 w 242"/>
                    <a:gd name="T53" fmla="*/ 472 h 492"/>
                    <a:gd name="T54" fmla="*/ 61 w 242"/>
                    <a:gd name="T55" fmla="*/ 457 h 492"/>
                    <a:gd name="T56" fmla="*/ 48 w 242"/>
                    <a:gd name="T57" fmla="*/ 439 h 492"/>
                    <a:gd name="T58" fmla="*/ 34 w 242"/>
                    <a:gd name="T59" fmla="*/ 416 h 492"/>
                    <a:gd name="T60" fmla="*/ 21 w 242"/>
                    <a:gd name="T61" fmla="*/ 390 h 492"/>
                    <a:gd name="T62" fmla="*/ 11 w 242"/>
                    <a:gd name="T63" fmla="*/ 359 h 492"/>
                    <a:gd name="T64" fmla="*/ 4 w 242"/>
                    <a:gd name="T65" fmla="*/ 324 h 492"/>
                    <a:gd name="T66" fmla="*/ 0 w 242"/>
                    <a:gd name="T67" fmla="*/ 286 h 492"/>
                    <a:gd name="T68" fmla="*/ 3 w 242"/>
                    <a:gd name="T69" fmla="*/ 244 h 492"/>
                    <a:gd name="T70" fmla="*/ 10 w 242"/>
                    <a:gd name="T71" fmla="*/ 202 h 492"/>
                    <a:gd name="T72" fmla="*/ 21 w 242"/>
                    <a:gd name="T73" fmla="*/ 165 h 492"/>
                    <a:gd name="T74" fmla="*/ 34 w 242"/>
                    <a:gd name="T75" fmla="*/ 130 h 492"/>
                    <a:gd name="T76" fmla="*/ 50 w 242"/>
                    <a:gd name="T77" fmla="*/ 100 h 492"/>
                    <a:gd name="T78" fmla="*/ 67 w 242"/>
                    <a:gd name="T79" fmla="*/ 74 h 492"/>
                    <a:gd name="T80" fmla="*/ 84 w 242"/>
                    <a:gd name="T81" fmla="*/ 51 h 492"/>
                    <a:gd name="T82" fmla="*/ 99 w 242"/>
                    <a:gd name="T83" fmla="*/ 32 h 492"/>
                    <a:gd name="T84" fmla="*/ 113 w 242"/>
                    <a:gd name="T85" fmla="*/ 18 h 492"/>
                    <a:gd name="T86" fmla="*/ 123 w 242"/>
                    <a:gd name="T87" fmla="*/ 8 h 492"/>
                    <a:gd name="T88" fmla="*/ 130 w 242"/>
                    <a:gd name="T89" fmla="*/ 1 h 492"/>
                    <a:gd name="T90" fmla="*/ 133 w 242"/>
                    <a:gd name="T91" fmla="*/ 0 h 4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2" h="492">
                      <a:moveTo>
                        <a:pt x="133" y="0"/>
                      </a:moveTo>
                      <a:lnTo>
                        <a:pt x="136" y="1"/>
                      </a:lnTo>
                      <a:lnTo>
                        <a:pt x="143" y="8"/>
                      </a:lnTo>
                      <a:lnTo>
                        <a:pt x="153" y="18"/>
                      </a:lnTo>
                      <a:lnTo>
                        <a:pt x="166" y="32"/>
                      </a:lnTo>
                      <a:lnTo>
                        <a:pt x="180" y="50"/>
                      </a:lnTo>
                      <a:lnTo>
                        <a:pt x="194" y="71"/>
                      </a:lnTo>
                      <a:lnTo>
                        <a:pt x="208" y="95"/>
                      </a:lnTo>
                      <a:lnTo>
                        <a:pt x="221" y="123"/>
                      </a:lnTo>
                      <a:lnTo>
                        <a:pt x="231" y="152"/>
                      </a:lnTo>
                      <a:lnTo>
                        <a:pt x="239" y="186"/>
                      </a:lnTo>
                      <a:lnTo>
                        <a:pt x="242" y="221"/>
                      </a:lnTo>
                      <a:lnTo>
                        <a:pt x="240" y="258"/>
                      </a:lnTo>
                      <a:lnTo>
                        <a:pt x="232" y="299"/>
                      </a:lnTo>
                      <a:lnTo>
                        <a:pt x="221" y="337"/>
                      </a:lnTo>
                      <a:lnTo>
                        <a:pt x="205" y="369"/>
                      </a:lnTo>
                      <a:lnTo>
                        <a:pt x="188" y="398"/>
                      </a:lnTo>
                      <a:lnTo>
                        <a:pt x="170" y="422"/>
                      </a:lnTo>
                      <a:lnTo>
                        <a:pt x="150" y="444"/>
                      </a:lnTo>
                      <a:lnTo>
                        <a:pt x="133" y="461"/>
                      </a:lnTo>
                      <a:lnTo>
                        <a:pt x="117" y="474"/>
                      </a:lnTo>
                      <a:lnTo>
                        <a:pt x="105" y="484"/>
                      </a:lnTo>
                      <a:lnTo>
                        <a:pt x="96" y="489"/>
                      </a:lnTo>
                      <a:lnTo>
                        <a:pt x="93" y="492"/>
                      </a:lnTo>
                      <a:lnTo>
                        <a:pt x="91" y="489"/>
                      </a:lnTo>
                      <a:lnTo>
                        <a:pt x="84" y="482"/>
                      </a:lnTo>
                      <a:lnTo>
                        <a:pt x="74" y="472"/>
                      </a:lnTo>
                      <a:lnTo>
                        <a:pt x="61" y="457"/>
                      </a:lnTo>
                      <a:lnTo>
                        <a:pt x="48" y="439"/>
                      </a:lnTo>
                      <a:lnTo>
                        <a:pt x="34" y="416"/>
                      </a:lnTo>
                      <a:lnTo>
                        <a:pt x="21" y="390"/>
                      </a:lnTo>
                      <a:lnTo>
                        <a:pt x="11" y="359"/>
                      </a:lnTo>
                      <a:lnTo>
                        <a:pt x="4" y="324"/>
                      </a:lnTo>
                      <a:lnTo>
                        <a:pt x="0" y="286"/>
                      </a:lnTo>
                      <a:lnTo>
                        <a:pt x="3" y="244"/>
                      </a:lnTo>
                      <a:lnTo>
                        <a:pt x="10" y="202"/>
                      </a:lnTo>
                      <a:lnTo>
                        <a:pt x="21" y="165"/>
                      </a:lnTo>
                      <a:lnTo>
                        <a:pt x="34" y="130"/>
                      </a:lnTo>
                      <a:lnTo>
                        <a:pt x="50" y="100"/>
                      </a:lnTo>
                      <a:lnTo>
                        <a:pt x="67" y="74"/>
                      </a:lnTo>
                      <a:lnTo>
                        <a:pt x="84" y="51"/>
                      </a:lnTo>
                      <a:lnTo>
                        <a:pt x="99" y="32"/>
                      </a:lnTo>
                      <a:lnTo>
                        <a:pt x="113" y="18"/>
                      </a:lnTo>
                      <a:lnTo>
                        <a:pt x="123" y="8"/>
                      </a:lnTo>
                      <a:lnTo>
                        <a:pt x="130" y="1"/>
                      </a:lnTo>
                      <a:lnTo>
                        <a:pt x="13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6" name="任意多边形: 形状 45">
                  <a:extLst>
                    <a:ext uri="{FF2B5EF4-FFF2-40B4-BE49-F238E27FC236}">
                      <a16:creationId xmlns:a16="http://schemas.microsoft.com/office/drawing/2014/main" id="{B655DB20-B7B6-4D35-80EB-B76794DB04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7679" y="5239045"/>
                  <a:ext cx="275638" cy="547873"/>
                </a:xfrm>
                <a:custGeom>
                  <a:avLst/>
                  <a:gdLst>
                    <a:gd name="T0" fmla="*/ 59 w 242"/>
                    <a:gd name="T1" fmla="*/ 0 h 484"/>
                    <a:gd name="T2" fmla="*/ 63 w 242"/>
                    <a:gd name="T3" fmla="*/ 2 h 484"/>
                    <a:gd name="T4" fmla="*/ 72 w 242"/>
                    <a:gd name="T5" fmla="*/ 7 h 484"/>
                    <a:gd name="T6" fmla="*/ 87 w 242"/>
                    <a:gd name="T7" fmla="*/ 16 h 484"/>
                    <a:gd name="T8" fmla="*/ 106 w 242"/>
                    <a:gd name="T9" fmla="*/ 27 h 484"/>
                    <a:gd name="T10" fmla="*/ 127 w 242"/>
                    <a:gd name="T11" fmla="*/ 42 h 484"/>
                    <a:gd name="T12" fmla="*/ 148 w 242"/>
                    <a:gd name="T13" fmla="*/ 62 h 484"/>
                    <a:gd name="T14" fmla="*/ 171 w 242"/>
                    <a:gd name="T15" fmla="*/ 86 h 484"/>
                    <a:gd name="T16" fmla="*/ 192 w 242"/>
                    <a:gd name="T17" fmla="*/ 112 h 484"/>
                    <a:gd name="T18" fmla="*/ 212 w 242"/>
                    <a:gd name="T19" fmla="*/ 144 h 484"/>
                    <a:gd name="T20" fmla="*/ 227 w 242"/>
                    <a:gd name="T21" fmla="*/ 179 h 484"/>
                    <a:gd name="T22" fmla="*/ 237 w 242"/>
                    <a:gd name="T23" fmla="*/ 220 h 484"/>
                    <a:gd name="T24" fmla="*/ 242 w 242"/>
                    <a:gd name="T25" fmla="*/ 260 h 484"/>
                    <a:gd name="T26" fmla="*/ 242 w 242"/>
                    <a:gd name="T27" fmla="*/ 298 h 484"/>
                    <a:gd name="T28" fmla="*/ 236 w 242"/>
                    <a:gd name="T29" fmla="*/ 335 h 484"/>
                    <a:gd name="T30" fmla="*/ 227 w 242"/>
                    <a:gd name="T31" fmla="*/ 367 h 484"/>
                    <a:gd name="T32" fmla="*/ 218 w 242"/>
                    <a:gd name="T33" fmla="*/ 396 h 484"/>
                    <a:gd name="T34" fmla="*/ 205 w 242"/>
                    <a:gd name="T35" fmla="*/ 421 h 484"/>
                    <a:gd name="T36" fmla="*/ 194 w 242"/>
                    <a:gd name="T37" fmla="*/ 444 h 484"/>
                    <a:gd name="T38" fmla="*/ 182 w 242"/>
                    <a:gd name="T39" fmla="*/ 461 h 484"/>
                    <a:gd name="T40" fmla="*/ 172 w 242"/>
                    <a:gd name="T41" fmla="*/ 473 h 484"/>
                    <a:gd name="T42" fmla="*/ 167 w 242"/>
                    <a:gd name="T43" fmla="*/ 482 h 484"/>
                    <a:gd name="T44" fmla="*/ 164 w 242"/>
                    <a:gd name="T45" fmla="*/ 484 h 484"/>
                    <a:gd name="T46" fmla="*/ 161 w 242"/>
                    <a:gd name="T47" fmla="*/ 483 h 484"/>
                    <a:gd name="T48" fmla="*/ 153 w 242"/>
                    <a:gd name="T49" fmla="*/ 479 h 484"/>
                    <a:gd name="T50" fmla="*/ 140 w 242"/>
                    <a:gd name="T51" fmla="*/ 470 h 484"/>
                    <a:gd name="T52" fmla="*/ 123 w 242"/>
                    <a:gd name="T53" fmla="*/ 461 h 484"/>
                    <a:gd name="T54" fmla="*/ 104 w 242"/>
                    <a:gd name="T55" fmla="*/ 447 h 484"/>
                    <a:gd name="T56" fmla="*/ 86 w 242"/>
                    <a:gd name="T57" fmla="*/ 428 h 484"/>
                    <a:gd name="T58" fmla="*/ 66 w 242"/>
                    <a:gd name="T59" fmla="*/ 406 h 484"/>
                    <a:gd name="T60" fmla="*/ 46 w 242"/>
                    <a:gd name="T61" fmla="*/ 379 h 484"/>
                    <a:gd name="T62" fmla="*/ 30 w 242"/>
                    <a:gd name="T63" fmla="*/ 349 h 484"/>
                    <a:gd name="T64" fmla="*/ 15 w 242"/>
                    <a:gd name="T65" fmla="*/ 314 h 484"/>
                    <a:gd name="T66" fmla="*/ 6 w 242"/>
                    <a:gd name="T67" fmla="*/ 273 h 484"/>
                    <a:gd name="T68" fmla="*/ 0 w 242"/>
                    <a:gd name="T69" fmla="*/ 231 h 484"/>
                    <a:gd name="T70" fmla="*/ 0 w 242"/>
                    <a:gd name="T71" fmla="*/ 192 h 484"/>
                    <a:gd name="T72" fmla="*/ 3 w 242"/>
                    <a:gd name="T73" fmla="*/ 154 h 484"/>
                    <a:gd name="T74" fmla="*/ 8 w 242"/>
                    <a:gd name="T75" fmla="*/ 121 h 484"/>
                    <a:gd name="T76" fmla="*/ 17 w 242"/>
                    <a:gd name="T77" fmla="*/ 91 h 484"/>
                    <a:gd name="T78" fmla="*/ 27 w 242"/>
                    <a:gd name="T79" fmla="*/ 65 h 484"/>
                    <a:gd name="T80" fmla="*/ 37 w 242"/>
                    <a:gd name="T81" fmla="*/ 42 h 484"/>
                    <a:gd name="T82" fmla="*/ 45 w 242"/>
                    <a:gd name="T83" fmla="*/ 24 h 484"/>
                    <a:gd name="T84" fmla="*/ 52 w 242"/>
                    <a:gd name="T85" fmla="*/ 11 h 484"/>
                    <a:gd name="T86" fmla="*/ 58 w 242"/>
                    <a:gd name="T87" fmla="*/ 3 h 484"/>
                    <a:gd name="T88" fmla="*/ 59 w 242"/>
                    <a:gd name="T89" fmla="*/ 0 h 4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242" h="484">
                      <a:moveTo>
                        <a:pt x="59" y="0"/>
                      </a:moveTo>
                      <a:lnTo>
                        <a:pt x="63" y="2"/>
                      </a:lnTo>
                      <a:lnTo>
                        <a:pt x="72" y="7"/>
                      </a:lnTo>
                      <a:lnTo>
                        <a:pt x="87" y="16"/>
                      </a:lnTo>
                      <a:lnTo>
                        <a:pt x="106" y="27"/>
                      </a:lnTo>
                      <a:lnTo>
                        <a:pt x="127" y="42"/>
                      </a:lnTo>
                      <a:lnTo>
                        <a:pt x="148" y="62"/>
                      </a:lnTo>
                      <a:lnTo>
                        <a:pt x="171" y="86"/>
                      </a:lnTo>
                      <a:lnTo>
                        <a:pt x="192" y="112"/>
                      </a:lnTo>
                      <a:lnTo>
                        <a:pt x="212" y="144"/>
                      </a:lnTo>
                      <a:lnTo>
                        <a:pt x="227" y="179"/>
                      </a:lnTo>
                      <a:lnTo>
                        <a:pt x="237" y="220"/>
                      </a:lnTo>
                      <a:lnTo>
                        <a:pt x="242" y="260"/>
                      </a:lnTo>
                      <a:lnTo>
                        <a:pt x="242" y="298"/>
                      </a:lnTo>
                      <a:lnTo>
                        <a:pt x="236" y="335"/>
                      </a:lnTo>
                      <a:lnTo>
                        <a:pt x="227" y="367"/>
                      </a:lnTo>
                      <a:lnTo>
                        <a:pt x="218" y="396"/>
                      </a:lnTo>
                      <a:lnTo>
                        <a:pt x="205" y="421"/>
                      </a:lnTo>
                      <a:lnTo>
                        <a:pt x="194" y="444"/>
                      </a:lnTo>
                      <a:lnTo>
                        <a:pt x="182" y="461"/>
                      </a:lnTo>
                      <a:lnTo>
                        <a:pt x="172" y="473"/>
                      </a:lnTo>
                      <a:lnTo>
                        <a:pt x="167" y="482"/>
                      </a:lnTo>
                      <a:lnTo>
                        <a:pt x="164" y="484"/>
                      </a:lnTo>
                      <a:lnTo>
                        <a:pt x="161" y="483"/>
                      </a:lnTo>
                      <a:lnTo>
                        <a:pt x="153" y="479"/>
                      </a:lnTo>
                      <a:lnTo>
                        <a:pt x="140" y="470"/>
                      </a:lnTo>
                      <a:lnTo>
                        <a:pt x="123" y="461"/>
                      </a:lnTo>
                      <a:lnTo>
                        <a:pt x="104" y="447"/>
                      </a:lnTo>
                      <a:lnTo>
                        <a:pt x="86" y="428"/>
                      </a:lnTo>
                      <a:lnTo>
                        <a:pt x="66" y="406"/>
                      </a:lnTo>
                      <a:lnTo>
                        <a:pt x="46" y="379"/>
                      </a:lnTo>
                      <a:lnTo>
                        <a:pt x="30" y="349"/>
                      </a:lnTo>
                      <a:lnTo>
                        <a:pt x="15" y="314"/>
                      </a:lnTo>
                      <a:lnTo>
                        <a:pt x="6" y="273"/>
                      </a:lnTo>
                      <a:lnTo>
                        <a:pt x="0" y="231"/>
                      </a:lnTo>
                      <a:lnTo>
                        <a:pt x="0" y="192"/>
                      </a:lnTo>
                      <a:lnTo>
                        <a:pt x="3" y="154"/>
                      </a:lnTo>
                      <a:lnTo>
                        <a:pt x="8" y="121"/>
                      </a:lnTo>
                      <a:lnTo>
                        <a:pt x="17" y="91"/>
                      </a:lnTo>
                      <a:lnTo>
                        <a:pt x="27" y="65"/>
                      </a:lnTo>
                      <a:lnTo>
                        <a:pt x="37" y="42"/>
                      </a:lnTo>
                      <a:lnTo>
                        <a:pt x="45" y="24"/>
                      </a:lnTo>
                      <a:lnTo>
                        <a:pt x="52" y="11"/>
                      </a:lnTo>
                      <a:lnTo>
                        <a:pt x="58" y="3"/>
                      </a:lnTo>
                      <a:lnTo>
                        <a:pt x="5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EC320D88-AF2B-4324-A6DA-C8514AF146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96107" y="3745152"/>
                  <a:ext cx="272236" cy="558083"/>
                </a:xfrm>
                <a:custGeom>
                  <a:avLst/>
                  <a:gdLst>
                    <a:gd name="T0" fmla="*/ 139 w 238"/>
                    <a:gd name="T1" fmla="*/ 0 h 494"/>
                    <a:gd name="T2" fmla="*/ 142 w 238"/>
                    <a:gd name="T3" fmla="*/ 3 h 494"/>
                    <a:gd name="T4" fmla="*/ 147 w 238"/>
                    <a:gd name="T5" fmla="*/ 10 h 494"/>
                    <a:gd name="T6" fmla="*/ 157 w 238"/>
                    <a:gd name="T7" fmla="*/ 23 h 494"/>
                    <a:gd name="T8" fmla="*/ 169 w 238"/>
                    <a:gd name="T9" fmla="*/ 38 h 494"/>
                    <a:gd name="T10" fmla="*/ 181 w 238"/>
                    <a:gd name="T11" fmla="*/ 59 h 494"/>
                    <a:gd name="T12" fmla="*/ 195 w 238"/>
                    <a:gd name="T13" fmla="*/ 83 h 494"/>
                    <a:gd name="T14" fmla="*/ 208 w 238"/>
                    <a:gd name="T15" fmla="*/ 111 h 494"/>
                    <a:gd name="T16" fmla="*/ 219 w 238"/>
                    <a:gd name="T17" fmla="*/ 143 h 494"/>
                    <a:gd name="T18" fmla="*/ 229 w 238"/>
                    <a:gd name="T19" fmla="*/ 180 h 494"/>
                    <a:gd name="T20" fmla="*/ 235 w 238"/>
                    <a:gd name="T21" fmla="*/ 219 h 494"/>
                    <a:gd name="T22" fmla="*/ 238 w 238"/>
                    <a:gd name="T23" fmla="*/ 261 h 494"/>
                    <a:gd name="T24" fmla="*/ 235 w 238"/>
                    <a:gd name="T25" fmla="*/ 303 h 494"/>
                    <a:gd name="T26" fmla="*/ 226 w 238"/>
                    <a:gd name="T27" fmla="*/ 340 h 494"/>
                    <a:gd name="T28" fmla="*/ 215 w 238"/>
                    <a:gd name="T29" fmla="*/ 373 h 494"/>
                    <a:gd name="T30" fmla="*/ 201 w 238"/>
                    <a:gd name="T31" fmla="*/ 402 h 494"/>
                    <a:gd name="T32" fmla="*/ 185 w 238"/>
                    <a:gd name="T33" fmla="*/ 427 h 494"/>
                    <a:gd name="T34" fmla="*/ 169 w 238"/>
                    <a:gd name="T35" fmla="*/ 448 h 494"/>
                    <a:gd name="T36" fmla="*/ 153 w 238"/>
                    <a:gd name="T37" fmla="*/ 465 h 494"/>
                    <a:gd name="T38" fmla="*/ 139 w 238"/>
                    <a:gd name="T39" fmla="*/ 478 h 494"/>
                    <a:gd name="T40" fmla="*/ 128 w 238"/>
                    <a:gd name="T41" fmla="*/ 487 h 494"/>
                    <a:gd name="T42" fmla="*/ 120 w 238"/>
                    <a:gd name="T43" fmla="*/ 493 h 494"/>
                    <a:gd name="T44" fmla="*/ 118 w 238"/>
                    <a:gd name="T45" fmla="*/ 494 h 494"/>
                    <a:gd name="T46" fmla="*/ 115 w 238"/>
                    <a:gd name="T47" fmla="*/ 492 h 494"/>
                    <a:gd name="T48" fmla="*/ 108 w 238"/>
                    <a:gd name="T49" fmla="*/ 486 h 494"/>
                    <a:gd name="T50" fmla="*/ 96 w 238"/>
                    <a:gd name="T51" fmla="*/ 475 h 494"/>
                    <a:gd name="T52" fmla="*/ 82 w 238"/>
                    <a:gd name="T53" fmla="*/ 459 h 494"/>
                    <a:gd name="T54" fmla="*/ 67 w 238"/>
                    <a:gd name="T55" fmla="*/ 440 h 494"/>
                    <a:gd name="T56" fmla="*/ 50 w 238"/>
                    <a:gd name="T57" fmla="*/ 417 h 494"/>
                    <a:gd name="T58" fmla="*/ 34 w 238"/>
                    <a:gd name="T59" fmla="*/ 391 h 494"/>
                    <a:gd name="T60" fmla="*/ 21 w 238"/>
                    <a:gd name="T61" fmla="*/ 360 h 494"/>
                    <a:gd name="T62" fmla="*/ 10 w 238"/>
                    <a:gd name="T63" fmla="*/ 325 h 494"/>
                    <a:gd name="T64" fmla="*/ 3 w 238"/>
                    <a:gd name="T65" fmla="*/ 287 h 494"/>
                    <a:gd name="T66" fmla="*/ 0 w 238"/>
                    <a:gd name="T67" fmla="*/ 247 h 494"/>
                    <a:gd name="T68" fmla="*/ 5 w 238"/>
                    <a:gd name="T69" fmla="*/ 205 h 494"/>
                    <a:gd name="T70" fmla="*/ 13 w 238"/>
                    <a:gd name="T71" fmla="*/ 168 h 494"/>
                    <a:gd name="T72" fmla="*/ 26 w 238"/>
                    <a:gd name="T73" fmla="*/ 133 h 494"/>
                    <a:gd name="T74" fmla="*/ 43 w 238"/>
                    <a:gd name="T75" fmla="*/ 103 h 494"/>
                    <a:gd name="T76" fmla="*/ 61 w 238"/>
                    <a:gd name="T77" fmla="*/ 76 h 494"/>
                    <a:gd name="T78" fmla="*/ 79 w 238"/>
                    <a:gd name="T79" fmla="*/ 54 h 494"/>
                    <a:gd name="T80" fmla="*/ 98 w 238"/>
                    <a:gd name="T81" fmla="*/ 35 h 494"/>
                    <a:gd name="T82" fmla="*/ 113 w 238"/>
                    <a:gd name="T83" fmla="*/ 20 h 494"/>
                    <a:gd name="T84" fmla="*/ 126 w 238"/>
                    <a:gd name="T85" fmla="*/ 10 h 494"/>
                    <a:gd name="T86" fmla="*/ 136 w 238"/>
                    <a:gd name="T87" fmla="*/ 3 h 494"/>
                    <a:gd name="T88" fmla="*/ 139 w 238"/>
                    <a:gd name="T89" fmla="*/ 0 h 4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238" h="494">
                      <a:moveTo>
                        <a:pt x="139" y="0"/>
                      </a:moveTo>
                      <a:lnTo>
                        <a:pt x="142" y="3"/>
                      </a:lnTo>
                      <a:lnTo>
                        <a:pt x="147" y="10"/>
                      </a:lnTo>
                      <a:lnTo>
                        <a:pt x="157" y="23"/>
                      </a:lnTo>
                      <a:lnTo>
                        <a:pt x="169" y="38"/>
                      </a:lnTo>
                      <a:lnTo>
                        <a:pt x="181" y="59"/>
                      </a:lnTo>
                      <a:lnTo>
                        <a:pt x="195" y="83"/>
                      </a:lnTo>
                      <a:lnTo>
                        <a:pt x="208" y="111"/>
                      </a:lnTo>
                      <a:lnTo>
                        <a:pt x="219" y="143"/>
                      </a:lnTo>
                      <a:lnTo>
                        <a:pt x="229" y="180"/>
                      </a:lnTo>
                      <a:lnTo>
                        <a:pt x="235" y="219"/>
                      </a:lnTo>
                      <a:lnTo>
                        <a:pt x="238" y="261"/>
                      </a:lnTo>
                      <a:lnTo>
                        <a:pt x="235" y="303"/>
                      </a:lnTo>
                      <a:lnTo>
                        <a:pt x="226" y="340"/>
                      </a:lnTo>
                      <a:lnTo>
                        <a:pt x="215" y="373"/>
                      </a:lnTo>
                      <a:lnTo>
                        <a:pt x="201" y="402"/>
                      </a:lnTo>
                      <a:lnTo>
                        <a:pt x="185" y="427"/>
                      </a:lnTo>
                      <a:lnTo>
                        <a:pt x="169" y="448"/>
                      </a:lnTo>
                      <a:lnTo>
                        <a:pt x="153" y="465"/>
                      </a:lnTo>
                      <a:lnTo>
                        <a:pt x="139" y="478"/>
                      </a:lnTo>
                      <a:lnTo>
                        <a:pt x="128" y="487"/>
                      </a:lnTo>
                      <a:lnTo>
                        <a:pt x="120" y="493"/>
                      </a:lnTo>
                      <a:lnTo>
                        <a:pt x="118" y="494"/>
                      </a:lnTo>
                      <a:lnTo>
                        <a:pt x="115" y="492"/>
                      </a:lnTo>
                      <a:lnTo>
                        <a:pt x="108" y="486"/>
                      </a:lnTo>
                      <a:lnTo>
                        <a:pt x="96" y="475"/>
                      </a:lnTo>
                      <a:lnTo>
                        <a:pt x="82" y="459"/>
                      </a:lnTo>
                      <a:lnTo>
                        <a:pt x="67" y="440"/>
                      </a:lnTo>
                      <a:lnTo>
                        <a:pt x="50" y="417"/>
                      </a:lnTo>
                      <a:lnTo>
                        <a:pt x="34" y="391"/>
                      </a:lnTo>
                      <a:lnTo>
                        <a:pt x="21" y="360"/>
                      </a:lnTo>
                      <a:lnTo>
                        <a:pt x="10" y="325"/>
                      </a:lnTo>
                      <a:lnTo>
                        <a:pt x="3" y="287"/>
                      </a:lnTo>
                      <a:lnTo>
                        <a:pt x="0" y="247"/>
                      </a:lnTo>
                      <a:lnTo>
                        <a:pt x="5" y="205"/>
                      </a:lnTo>
                      <a:lnTo>
                        <a:pt x="13" y="168"/>
                      </a:lnTo>
                      <a:lnTo>
                        <a:pt x="26" y="133"/>
                      </a:lnTo>
                      <a:lnTo>
                        <a:pt x="43" y="103"/>
                      </a:lnTo>
                      <a:lnTo>
                        <a:pt x="61" y="76"/>
                      </a:lnTo>
                      <a:lnTo>
                        <a:pt x="79" y="54"/>
                      </a:lnTo>
                      <a:lnTo>
                        <a:pt x="98" y="35"/>
                      </a:lnTo>
                      <a:lnTo>
                        <a:pt x="113" y="20"/>
                      </a:lnTo>
                      <a:lnTo>
                        <a:pt x="126" y="10"/>
                      </a:lnTo>
                      <a:lnTo>
                        <a:pt x="136" y="3"/>
                      </a:lnTo>
                      <a:lnTo>
                        <a:pt x="13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293B2C81-E457-4BD5-A7AA-F2A935149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59216" y="4670754"/>
                  <a:ext cx="425368" cy="377726"/>
                </a:xfrm>
                <a:custGeom>
                  <a:avLst/>
                  <a:gdLst>
                    <a:gd name="T0" fmla="*/ 17 w 375"/>
                    <a:gd name="T1" fmla="*/ 0 h 333"/>
                    <a:gd name="T2" fmla="*/ 34 w 375"/>
                    <a:gd name="T3" fmla="*/ 0 h 333"/>
                    <a:gd name="T4" fmla="*/ 58 w 375"/>
                    <a:gd name="T5" fmla="*/ 1 h 333"/>
                    <a:gd name="T6" fmla="*/ 86 w 375"/>
                    <a:gd name="T7" fmla="*/ 5 h 333"/>
                    <a:gd name="T8" fmla="*/ 119 w 375"/>
                    <a:gd name="T9" fmla="*/ 12 h 333"/>
                    <a:gd name="T10" fmla="*/ 154 w 375"/>
                    <a:gd name="T11" fmla="*/ 23 h 333"/>
                    <a:gd name="T12" fmla="*/ 191 w 375"/>
                    <a:gd name="T13" fmla="*/ 39 h 333"/>
                    <a:gd name="T14" fmla="*/ 229 w 375"/>
                    <a:gd name="T15" fmla="*/ 60 h 333"/>
                    <a:gd name="T16" fmla="*/ 267 w 375"/>
                    <a:gd name="T17" fmla="*/ 88 h 333"/>
                    <a:gd name="T18" fmla="*/ 300 w 375"/>
                    <a:gd name="T19" fmla="*/ 120 h 333"/>
                    <a:gd name="T20" fmla="*/ 327 w 375"/>
                    <a:gd name="T21" fmla="*/ 152 h 333"/>
                    <a:gd name="T22" fmla="*/ 345 w 375"/>
                    <a:gd name="T23" fmla="*/ 186 h 333"/>
                    <a:gd name="T24" fmla="*/ 359 w 375"/>
                    <a:gd name="T25" fmla="*/ 217 h 333"/>
                    <a:gd name="T26" fmla="*/ 368 w 375"/>
                    <a:gd name="T27" fmla="*/ 246 h 333"/>
                    <a:gd name="T28" fmla="*/ 372 w 375"/>
                    <a:gd name="T29" fmla="*/ 272 h 333"/>
                    <a:gd name="T30" fmla="*/ 375 w 375"/>
                    <a:gd name="T31" fmla="*/ 295 h 333"/>
                    <a:gd name="T32" fmla="*/ 375 w 375"/>
                    <a:gd name="T33" fmla="*/ 313 h 333"/>
                    <a:gd name="T34" fmla="*/ 375 w 375"/>
                    <a:gd name="T35" fmla="*/ 324 h 333"/>
                    <a:gd name="T36" fmla="*/ 375 w 375"/>
                    <a:gd name="T37" fmla="*/ 327 h 333"/>
                    <a:gd name="T38" fmla="*/ 370 w 375"/>
                    <a:gd name="T39" fmla="*/ 328 h 333"/>
                    <a:gd name="T40" fmla="*/ 358 w 375"/>
                    <a:gd name="T41" fmla="*/ 330 h 333"/>
                    <a:gd name="T42" fmla="*/ 339 w 375"/>
                    <a:gd name="T43" fmla="*/ 333 h 333"/>
                    <a:gd name="T44" fmla="*/ 315 w 375"/>
                    <a:gd name="T45" fmla="*/ 333 h 333"/>
                    <a:gd name="T46" fmla="*/ 286 w 375"/>
                    <a:gd name="T47" fmla="*/ 331 h 333"/>
                    <a:gd name="T48" fmla="*/ 253 w 375"/>
                    <a:gd name="T49" fmla="*/ 327 h 333"/>
                    <a:gd name="T50" fmla="*/ 218 w 375"/>
                    <a:gd name="T51" fmla="*/ 320 h 333"/>
                    <a:gd name="T52" fmla="*/ 181 w 375"/>
                    <a:gd name="T53" fmla="*/ 306 h 333"/>
                    <a:gd name="T54" fmla="*/ 143 w 375"/>
                    <a:gd name="T55" fmla="*/ 288 h 333"/>
                    <a:gd name="T56" fmla="*/ 106 w 375"/>
                    <a:gd name="T57" fmla="*/ 261 h 333"/>
                    <a:gd name="T58" fmla="*/ 76 w 375"/>
                    <a:gd name="T59" fmla="*/ 232 h 333"/>
                    <a:gd name="T60" fmla="*/ 52 w 375"/>
                    <a:gd name="T61" fmla="*/ 201 h 333"/>
                    <a:gd name="T62" fmla="*/ 34 w 375"/>
                    <a:gd name="T63" fmla="*/ 170 h 333"/>
                    <a:gd name="T64" fmla="*/ 20 w 375"/>
                    <a:gd name="T65" fmla="*/ 138 h 333"/>
                    <a:gd name="T66" fmla="*/ 11 w 375"/>
                    <a:gd name="T67" fmla="*/ 107 h 333"/>
                    <a:gd name="T68" fmla="*/ 4 w 375"/>
                    <a:gd name="T69" fmla="*/ 78 h 333"/>
                    <a:gd name="T70" fmla="*/ 1 w 375"/>
                    <a:gd name="T71" fmla="*/ 53 h 333"/>
                    <a:gd name="T72" fmla="*/ 0 w 375"/>
                    <a:gd name="T73" fmla="*/ 30 h 333"/>
                    <a:gd name="T74" fmla="*/ 0 w 375"/>
                    <a:gd name="T75" fmla="*/ 16 h 333"/>
                    <a:gd name="T76" fmla="*/ 0 w 375"/>
                    <a:gd name="T77" fmla="*/ 14 h 333"/>
                    <a:gd name="T78" fmla="*/ 0 w 375"/>
                    <a:gd name="T79" fmla="*/ 4 h 333"/>
                    <a:gd name="T80" fmla="*/ 1 w 375"/>
                    <a:gd name="T81" fmla="*/ 0 h 333"/>
                    <a:gd name="T82" fmla="*/ 4 w 375"/>
                    <a:gd name="T83" fmla="*/ 0 h 333"/>
                    <a:gd name="T84" fmla="*/ 17 w 375"/>
                    <a:gd name="T85" fmla="*/ 0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75" h="333">
                      <a:moveTo>
                        <a:pt x="17" y="0"/>
                      </a:moveTo>
                      <a:lnTo>
                        <a:pt x="34" y="0"/>
                      </a:lnTo>
                      <a:lnTo>
                        <a:pt x="58" y="1"/>
                      </a:lnTo>
                      <a:lnTo>
                        <a:pt x="86" y="5"/>
                      </a:lnTo>
                      <a:lnTo>
                        <a:pt x="119" y="12"/>
                      </a:lnTo>
                      <a:lnTo>
                        <a:pt x="154" y="23"/>
                      </a:lnTo>
                      <a:lnTo>
                        <a:pt x="191" y="39"/>
                      </a:lnTo>
                      <a:lnTo>
                        <a:pt x="229" y="60"/>
                      </a:lnTo>
                      <a:lnTo>
                        <a:pt x="267" y="88"/>
                      </a:lnTo>
                      <a:lnTo>
                        <a:pt x="300" y="120"/>
                      </a:lnTo>
                      <a:lnTo>
                        <a:pt x="327" y="152"/>
                      </a:lnTo>
                      <a:lnTo>
                        <a:pt x="345" y="186"/>
                      </a:lnTo>
                      <a:lnTo>
                        <a:pt x="359" y="217"/>
                      </a:lnTo>
                      <a:lnTo>
                        <a:pt x="368" y="246"/>
                      </a:lnTo>
                      <a:lnTo>
                        <a:pt x="372" y="272"/>
                      </a:lnTo>
                      <a:lnTo>
                        <a:pt x="375" y="295"/>
                      </a:lnTo>
                      <a:lnTo>
                        <a:pt x="375" y="313"/>
                      </a:lnTo>
                      <a:lnTo>
                        <a:pt x="375" y="324"/>
                      </a:lnTo>
                      <a:lnTo>
                        <a:pt x="375" y="327"/>
                      </a:lnTo>
                      <a:lnTo>
                        <a:pt x="370" y="328"/>
                      </a:lnTo>
                      <a:lnTo>
                        <a:pt x="358" y="330"/>
                      </a:lnTo>
                      <a:lnTo>
                        <a:pt x="339" y="333"/>
                      </a:lnTo>
                      <a:lnTo>
                        <a:pt x="315" y="333"/>
                      </a:lnTo>
                      <a:lnTo>
                        <a:pt x="286" y="331"/>
                      </a:lnTo>
                      <a:lnTo>
                        <a:pt x="253" y="327"/>
                      </a:lnTo>
                      <a:lnTo>
                        <a:pt x="218" y="320"/>
                      </a:lnTo>
                      <a:lnTo>
                        <a:pt x="181" y="306"/>
                      </a:lnTo>
                      <a:lnTo>
                        <a:pt x="143" y="288"/>
                      </a:lnTo>
                      <a:lnTo>
                        <a:pt x="106" y="261"/>
                      </a:lnTo>
                      <a:lnTo>
                        <a:pt x="76" y="232"/>
                      </a:lnTo>
                      <a:lnTo>
                        <a:pt x="52" y="201"/>
                      </a:lnTo>
                      <a:lnTo>
                        <a:pt x="34" y="170"/>
                      </a:lnTo>
                      <a:lnTo>
                        <a:pt x="20" y="138"/>
                      </a:lnTo>
                      <a:lnTo>
                        <a:pt x="11" y="107"/>
                      </a:lnTo>
                      <a:lnTo>
                        <a:pt x="4" y="78"/>
                      </a:lnTo>
                      <a:lnTo>
                        <a:pt x="1" y="53"/>
                      </a:lnTo>
                      <a:lnTo>
                        <a:pt x="0" y="30"/>
                      </a:lnTo>
                      <a:lnTo>
                        <a:pt x="0" y="16"/>
                      </a:lnTo>
                      <a:lnTo>
                        <a:pt x="0" y="14"/>
                      </a:lnTo>
                      <a:lnTo>
                        <a:pt x="0" y="4"/>
                      </a:lnTo>
                      <a:lnTo>
                        <a:pt x="1" y="0"/>
                      </a:lnTo>
                      <a:lnTo>
                        <a:pt x="4" y="0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1A14CEEA-D3E4-489B-B380-6839F48652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98736" y="5106331"/>
                  <a:ext cx="496831" cy="316473"/>
                </a:xfrm>
                <a:custGeom>
                  <a:avLst/>
                  <a:gdLst>
                    <a:gd name="T0" fmla="*/ 118 w 438"/>
                    <a:gd name="T1" fmla="*/ 0 h 278"/>
                    <a:gd name="T2" fmla="*/ 155 w 438"/>
                    <a:gd name="T3" fmla="*/ 4 h 278"/>
                    <a:gd name="T4" fmla="*/ 195 w 438"/>
                    <a:gd name="T5" fmla="*/ 11 h 278"/>
                    <a:gd name="T6" fmla="*/ 236 w 438"/>
                    <a:gd name="T7" fmla="*/ 24 h 278"/>
                    <a:gd name="T8" fmla="*/ 279 w 438"/>
                    <a:gd name="T9" fmla="*/ 42 h 278"/>
                    <a:gd name="T10" fmla="*/ 316 w 438"/>
                    <a:gd name="T11" fmla="*/ 63 h 278"/>
                    <a:gd name="T12" fmla="*/ 346 w 438"/>
                    <a:gd name="T13" fmla="*/ 87 h 278"/>
                    <a:gd name="T14" fmla="*/ 371 w 438"/>
                    <a:gd name="T15" fmla="*/ 112 h 278"/>
                    <a:gd name="T16" fmla="*/ 391 w 438"/>
                    <a:gd name="T17" fmla="*/ 137 h 278"/>
                    <a:gd name="T18" fmla="*/ 407 w 438"/>
                    <a:gd name="T19" fmla="*/ 162 h 278"/>
                    <a:gd name="T20" fmla="*/ 418 w 438"/>
                    <a:gd name="T21" fmla="*/ 186 h 278"/>
                    <a:gd name="T22" fmla="*/ 426 w 438"/>
                    <a:gd name="T23" fmla="*/ 207 h 278"/>
                    <a:gd name="T24" fmla="*/ 432 w 438"/>
                    <a:gd name="T25" fmla="*/ 225 h 278"/>
                    <a:gd name="T26" fmla="*/ 436 w 438"/>
                    <a:gd name="T27" fmla="*/ 239 h 278"/>
                    <a:gd name="T28" fmla="*/ 438 w 438"/>
                    <a:gd name="T29" fmla="*/ 249 h 278"/>
                    <a:gd name="T30" fmla="*/ 438 w 438"/>
                    <a:gd name="T31" fmla="*/ 252 h 278"/>
                    <a:gd name="T32" fmla="*/ 435 w 438"/>
                    <a:gd name="T33" fmla="*/ 253 h 278"/>
                    <a:gd name="T34" fmla="*/ 425 w 438"/>
                    <a:gd name="T35" fmla="*/ 258 h 278"/>
                    <a:gd name="T36" fmla="*/ 411 w 438"/>
                    <a:gd name="T37" fmla="*/ 263 h 278"/>
                    <a:gd name="T38" fmla="*/ 391 w 438"/>
                    <a:gd name="T39" fmla="*/ 269 h 278"/>
                    <a:gd name="T40" fmla="*/ 366 w 438"/>
                    <a:gd name="T41" fmla="*/ 273 h 278"/>
                    <a:gd name="T42" fmla="*/ 339 w 438"/>
                    <a:gd name="T43" fmla="*/ 277 h 278"/>
                    <a:gd name="T44" fmla="*/ 306 w 438"/>
                    <a:gd name="T45" fmla="*/ 278 h 278"/>
                    <a:gd name="T46" fmla="*/ 272 w 438"/>
                    <a:gd name="T47" fmla="*/ 277 h 278"/>
                    <a:gd name="T48" fmla="*/ 237 w 438"/>
                    <a:gd name="T49" fmla="*/ 273 h 278"/>
                    <a:gd name="T50" fmla="*/ 199 w 438"/>
                    <a:gd name="T51" fmla="*/ 262 h 278"/>
                    <a:gd name="T52" fmla="*/ 161 w 438"/>
                    <a:gd name="T53" fmla="*/ 246 h 278"/>
                    <a:gd name="T54" fmla="*/ 125 w 438"/>
                    <a:gd name="T55" fmla="*/ 224 h 278"/>
                    <a:gd name="T56" fmla="*/ 96 w 438"/>
                    <a:gd name="T57" fmla="*/ 200 h 278"/>
                    <a:gd name="T58" fmla="*/ 70 w 438"/>
                    <a:gd name="T59" fmla="*/ 174 h 278"/>
                    <a:gd name="T60" fmla="*/ 50 w 438"/>
                    <a:gd name="T61" fmla="*/ 146 h 278"/>
                    <a:gd name="T62" fmla="*/ 34 w 438"/>
                    <a:gd name="T63" fmla="*/ 118 h 278"/>
                    <a:gd name="T64" fmla="*/ 22 w 438"/>
                    <a:gd name="T65" fmla="*/ 91 h 278"/>
                    <a:gd name="T66" fmla="*/ 12 w 438"/>
                    <a:gd name="T67" fmla="*/ 66 h 278"/>
                    <a:gd name="T68" fmla="*/ 7 w 438"/>
                    <a:gd name="T69" fmla="*/ 45 h 278"/>
                    <a:gd name="T70" fmla="*/ 2 w 438"/>
                    <a:gd name="T71" fmla="*/ 29 h 278"/>
                    <a:gd name="T72" fmla="*/ 1 w 438"/>
                    <a:gd name="T73" fmla="*/ 18 h 278"/>
                    <a:gd name="T74" fmla="*/ 0 w 438"/>
                    <a:gd name="T75" fmla="*/ 15 h 278"/>
                    <a:gd name="T76" fmla="*/ 4 w 438"/>
                    <a:gd name="T77" fmla="*/ 14 h 278"/>
                    <a:gd name="T78" fmla="*/ 15 w 438"/>
                    <a:gd name="T79" fmla="*/ 11 h 278"/>
                    <a:gd name="T80" fmla="*/ 34 w 438"/>
                    <a:gd name="T81" fmla="*/ 7 h 278"/>
                    <a:gd name="T82" fmla="*/ 56 w 438"/>
                    <a:gd name="T83" fmla="*/ 3 h 278"/>
                    <a:gd name="T84" fmla="*/ 86 w 438"/>
                    <a:gd name="T85" fmla="*/ 0 h 278"/>
                    <a:gd name="T86" fmla="*/ 118 w 438"/>
                    <a:gd name="T87" fmla="*/ 0 h 2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438" h="278">
                      <a:moveTo>
                        <a:pt x="118" y="0"/>
                      </a:moveTo>
                      <a:lnTo>
                        <a:pt x="155" y="4"/>
                      </a:lnTo>
                      <a:lnTo>
                        <a:pt x="195" y="11"/>
                      </a:lnTo>
                      <a:lnTo>
                        <a:pt x="236" y="24"/>
                      </a:lnTo>
                      <a:lnTo>
                        <a:pt x="279" y="42"/>
                      </a:lnTo>
                      <a:lnTo>
                        <a:pt x="316" y="63"/>
                      </a:lnTo>
                      <a:lnTo>
                        <a:pt x="346" y="87"/>
                      </a:lnTo>
                      <a:lnTo>
                        <a:pt x="371" y="112"/>
                      </a:lnTo>
                      <a:lnTo>
                        <a:pt x="391" y="137"/>
                      </a:lnTo>
                      <a:lnTo>
                        <a:pt x="407" y="162"/>
                      </a:lnTo>
                      <a:lnTo>
                        <a:pt x="418" y="186"/>
                      </a:lnTo>
                      <a:lnTo>
                        <a:pt x="426" y="207"/>
                      </a:lnTo>
                      <a:lnTo>
                        <a:pt x="432" y="225"/>
                      </a:lnTo>
                      <a:lnTo>
                        <a:pt x="436" y="239"/>
                      </a:lnTo>
                      <a:lnTo>
                        <a:pt x="438" y="249"/>
                      </a:lnTo>
                      <a:lnTo>
                        <a:pt x="438" y="252"/>
                      </a:lnTo>
                      <a:lnTo>
                        <a:pt x="435" y="253"/>
                      </a:lnTo>
                      <a:lnTo>
                        <a:pt x="425" y="258"/>
                      </a:lnTo>
                      <a:lnTo>
                        <a:pt x="411" y="263"/>
                      </a:lnTo>
                      <a:lnTo>
                        <a:pt x="391" y="269"/>
                      </a:lnTo>
                      <a:lnTo>
                        <a:pt x="366" y="273"/>
                      </a:lnTo>
                      <a:lnTo>
                        <a:pt x="339" y="277"/>
                      </a:lnTo>
                      <a:lnTo>
                        <a:pt x="306" y="278"/>
                      </a:lnTo>
                      <a:lnTo>
                        <a:pt x="272" y="277"/>
                      </a:lnTo>
                      <a:lnTo>
                        <a:pt x="237" y="273"/>
                      </a:lnTo>
                      <a:lnTo>
                        <a:pt x="199" y="262"/>
                      </a:lnTo>
                      <a:lnTo>
                        <a:pt x="161" y="246"/>
                      </a:lnTo>
                      <a:lnTo>
                        <a:pt x="125" y="224"/>
                      </a:lnTo>
                      <a:lnTo>
                        <a:pt x="96" y="200"/>
                      </a:lnTo>
                      <a:lnTo>
                        <a:pt x="70" y="174"/>
                      </a:lnTo>
                      <a:lnTo>
                        <a:pt x="50" y="146"/>
                      </a:lnTo>
                      <a:lnTo>
                        <a:pt x="34" y="118"/>
                      </a:lnTo>
                      <a:lnTo>
                        <a:pt x="22" y="91"/>
                      </a:lnTo>
                      <a:lnTo>
                        <a:pt x="12" y="66"/>
                      </a:lnTo>
                      <a:lnTo>
                        <a:pt x="7" y="45"/>
                      </a:lnTo>
                      <a:lnTo>
                        <a:pt x="2" y="29"/>
                      </a:lnTo>
                      <a:lnTo>
                        <a:pt x="1" y="18"/>
                      </a:lnTo>
                      <a:lnTo>
                        <a:pt x="0" y="15"/>
                      </a:lnTo>
                      <a:lnTo>
                        <a:pt x="4" y="14"/>
                      </a:lnTo>
                      <a:lnTo>
                        <a:pt x="15" y="11"/>
                      </a:lnTo>
                      <a:lnTo>
                        <a:pt x="34" y="7"/>
                      </a:lnTo>
                      <a:lnTo>
                        <a:pt x="56" y="3"/>
                      </a:lnTo>
                      <a:lnTo>
                        <a:pt x="86" y="0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24B5C2-EFAD-4EAC-925C-E22FCD9232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96107" y="5480655"/>
                  <a:ext cx="554680" cy="272236"/>
                </a:xfrm>
                <a:custGeom>
                  <a:avLst/>
                  <a:gdLst>
                    <a:gd name="T0" fmla="*/ 232 w 489"/>
                    <a:gd name="T1" fmla="*/ 0 h 240"/>
                    <a:gd name="T2" fmla="*/ 275 w 489"/>
                    <a:gd name="T3" fmla="*/ 6 h 240"/>
                    <a:gd name="T4" fmla="*/ 316 w 489"/>
                    <a:gd name="T5" fmla="*/ 14 h 240"/>
                    <a:gd name="T6" fmla="*/ 352 w 489"/>
                    <a:gd name="T7" fmla="*/ 28 h 240"/>
                    <a:gd name="T8" fmla="*/ 383 w 489"/>
                    <a:gd name="T9" fmla="*/ 45 h 240"/>
                    <a:gd name="T10" fmla="*/ 410 w 489"/>
                    <a:gd name="T11" fmla="*/ 63 h 240"/>
                    <a:gd name="T12" fmla="*/ 433 w 489"/>
                    <a:gd name="T13" fmla="*/ 83 h 240"/>
                    <a:gd name="T14" fmla="*/ 451 w 489"/>
                    <a:gd name="T15" fmla="*/ 101 h 240"/>
                    <a:gd name="T16" fmla="*/ 465 w 489"/>
                    <a:gd name="T17" fmla="*/ 119 h 240"/>
                    <a:gd name="T18" fmla="*/ 477 w 489"/>
                    <a:gd name="T19" fmla="*/ 135 h 240"/>
                    <a:gd name="T20" fmla="*/ 484 w 489"/>
                    <a:gd name="T21" fmla="*/ 147 h 240"/>
                    <a:gd name="T22" fmla="*/ 488 w 489"/>
                    <a:gd name="T23" fmla="*/ 156 h 240"/>
                    <a:gd name="T24" fmla="*/ 489 w 489"/>
                    <a:gd name="T25" fmla="*/ 158 h 240"/>
                    <a:gd name="T26" fmla="*/ 487 w 489"/>
                    <a:gd name="T27" fmla="*/ 161 h 240"/>
                    <a:gd name="T28" fmla="*/ 480 w 489"/>
                    <a:gd name="T29" fmla="*/ 167 h 240"/>
                    <a:gd name="T30" fmla="*/ 467 w 489"/>
                    <a:gd name="T31" fmla="*/ 177 h 240"/>
                    <a:gd name="T32" fmla="*/ 450 w 489"/>
                    <a:gd name="T33" fmla="*/ 188 h 240"/>
                    <a:gd name="T34" fmla="*/ 427 w 489"/>
                    <a:gd name="T35" fmla="*/ 200 h 240"/>
                    <a:gd name="T36" fmla="*/ 402 w 489"/>
                    <a:gd name="T37" fmla="*/ 213 h 240"/>
                    <a:gd name="T38" fmla="*/ 373 w 489"/>
                    <a:gd name="T39" fmla="*/ 224 h 240"/>
                    <a:gd name="T40" fmla="*/ 341 w 489"/>
                    <a:gd name="T41" fmla="*/ 233 h 240"/>
                    <a:gd name="T42" fmla="*/ 304 w 489"/>
                    <a:gd name="T43" fmla="*/ 238 h 240"/>
                    <a:gd name="T44" fmla="*/ 266 w 489"/>
                    <a:gd name="T45" fmla="*/ 240 h 240"/>
                    <a:gd name="T46" fmla="*/ 224 w 489"/>
                    <a:gd name="T47" fmla="*/ 235 h 240"/>
                    <a:gd name="T48" fmla="*/ 184 w 489"/>
                    <a:gd name="T49" fmla="*/ 226 h 240"/>
                    <a:gd name="T50" fmla="*/ 147 w 489"/>
                    <a:gd name="T51" fmla="*/ 212 h 240"/>
                    <a:gd name="T52" fmla="*/ 116 w 489"/>
                    <a:gd name="T53" fmla="*/ 193 h 240"/>
                    <a:gd name="T54" fmla="*/ 88 w 489"/>
                    <a:gd name="T55" fmla="*/ 172 h 240"/>
                    <a:gd name="T56" fmla="*/ 64 w 489"/>
                    <a:gd name="T57" fmla="*/ 150 h 240"/>
                    <a:gd name="T58" fmla="*/ 44 w 489"/>
                    <a:gd name="T59" fmla="*/ 129 h 240"/>
                    <a:gd name="T60" fmla="*/ 27 w 489"/>
                    <a:gd name="T61" fmla="*/ 108 h 240"/>
                    <a:gd name="T62" fmla="*/ 16 w 489"/>
                    <a:gd name="T63" fmla="*/ 90 h 240"/>
                    <a:gd name="T64" fmla="*/ 7 w 489"/>
                    <a:gd name="T65" fmla="*/ 76 h 240"/>
                    <a:gd name="T66" fmla="*/ 2 w 489"/>
                    <a:gd name="T67" fmla="*/ 66 h 240"/>
                    <a:gd name="T68" fmla="*/ 0 w 489"/>
                    <a:gd name="T69" fmla="*/ 63 h 240"/>
                    <a:gd name="T70" fmla="*/ 3 w 489"/>
                    <a:gd name="T71" fmla="*/ 60 h 240"/>
                    <a:gd name="T72" fmla="*/ 10 w 489"/>
                    <a:gd name="T73" fmla="*/ 56 h 240"/>
                    <a:gd name="T74" fmla="*/ 24 w 489"/>
                    <a:gd name="T75" fmla="*/ 48 h 240"/>
                    <a:gd name="T76" fmla="*/ 41 w 489"/>
                    <a:gd name="T77" fmla="*/ 39 h 240"/>
                    <a:gd name="T78" fmla="*/ 64 w 489"/>
                    <a:gd name="T79" fmla="*/ 30 h 240"/>
                    <a:gd name="T80" fmla="*/ 91 w 489"/>
                    <a:gd name="T81" fmla="*/ 20 h 240"/>
                    <a:gd name="T82" fmla="*/ 120 w 489"/>
                    <a:gd name="T83" fmla="*/ 11 h 240"/>
                    <a:gd name="T84" fmla="*/ 154 w 489"/>
                    <a:gd name="T85" fmla="*/ 4 h 240"/>
                    <a:gd name="T86" fmla="*/ 191 w 489"/>
                    <a:gd name="T87" fmla="*/ 2 h 240"/>
                    <a:gd name="T88" fmla="*/ 232 w 489"/>
                    <a:gd name="T89" fmla="*/ 0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489" h="240">
                      <a:moveTo>
                        <a:pt x="232" y="0"/>
                      </a:moveTo>
                      <a:lnTo>
                        <a:pt x="275" y="6"/>
                      </a:lnTo>
                      <a:lnTo>
                        <a:pt x="316" y="14"/>
                      </a:lnTo>
                      <a:lnTo>
                        <a:pt x="352" y="28"/>
                      </a:lnTo>
                      <a:lnTo>
                        <a:pt x="383" y="45"/>
                      </a:lnTo>
                      <a:lnTo>
                        <a:pt x="410" y="63"/>
                      </a:lnTo>
                      <a:lnTo>
                        <a:pt x="433" y="83"/>
                      </a:lnTo>
                      <a:lnTo>
                        <a:pt x="451" y="101"/>
                      </a:lnTo>
                      <a:lnTo>
                        <a:pt x="465" y="119"/>
                      </a:lnTo>
                      <a:lnTo>
                        <a:pt x="477" y="135"/>
                      </a:lnTo>
                      <a:lnTo>
                        <a:pt x="484" y="147"/>
                      </a:lnTo>
                      <a:lnTo>
                        <a:pt x="488" y="156"/>
                      </a:lnTo>
                      <a:lnTo>
                        <a:pt x="489" y="158"/>
                      </a:lnTo>
                      <a:lnTo>
                        <a:pt x="487" y="161"/>
                      </a:lnTo>
                      <a:lnTo>
                        <a:pt x="480" y="167"/>
                      </a:lnTo>
                      <a:lnTo>
                        <a:pt x="467" y="177"/>
                      </a:lnTo>
                      <a:lnTo>
                        <a:pt x="450" y="188"/>
                      </a:lnTo>
                      <a:lnTo>
                        <a:pt x="427" y="200"/>
                      </a:lnTo>
                      <a:lnTo>
                        <a:pt x="402" y="213"/>
                      </a:lnTo>
                      <a:lnTo>
                        <a:pt x="373" y="224"/>
                      </a:lnTo>
                      <a:lnTo>
                        <a:pt x="341" y="233"/>
                      </a:lnTo>
                      <a:lnTo>
                        <a:pt x="304" y="238"/>
                      </a:lnTo>
                      <a:lnTo>
                        <a:pt x="266" y="240"/>
                      </a:lnTo>
                      <a:lnTo>
                        <a:pt x="224" y="235"/>
                      </a:lnTo>
                      <a:lnTo>
                        <a:pt x="184" y="226"/>
                      </a:lnTo>
                      <a:lnTo>
                        <a:pt x="147" y="212"/>
                      </a:lnTo>
                      <a:lnTo>
                        <a:pt x="116" y="193"/>
                      </a:lnTo>
                      <a:lnTo>
                        <a:pt x="88" y="172"/>
                      </a:lnTo>
                      <a:lnTo>
                        <a:pt x="64" y="150"/>
                      </a:lnTo>
                      <a:lnTo>
                        <a:pt x="44" y="129"/>
                      </a:lnTo>
                      <a:lnTo>
                        <a:pt x="27" y="108"/>
                      </a:lnTo>
                      <a:lnTo>
                        <a:pt x="16" y="90"/>
                      </a:lnTo>
                      <a:lnTo>
                        <a:pt x="7" y="76"/>
                      </a:lnTo>
                      <a:lnTo>
                        <a:pt x="2" y="66"/>
                      </a:lnTo>
                      <a:lnTo>
                        <a:pt x="0" y="63"/>
                      </a:lnTo>
                      <a:lnTo>
                        <a:pt x="3" y="60"/>
                      </a:lnTo>
                      <a:lnTo>
                        <a:pt x="10" y="56"/>
                      </a:lnTo>
                      <a:lnTo>
                        <a:pt x="24" y="48"/>
                      </a:lnTo>
                      <a:lnTo>
                        <a:pt x="41" y="39"/>
                      </a:lnTo>
                      <a:lnTo>
                        <a:pt x="64" y="30"/>
                      </a:lnTo>
                      <a:lnTo>
                        <a:pt x="91" y="20"/>
                      </a:lnTo>
                      <a:lnTo>
                        <a:pt x="120" y="11"/>
                      </a:lnTo>
                      <a:lnTo>
                        <a:pt x="154" y="4"/>
                      </a:lnTo>
                      <a:lnTo>
                        <a:pt x="191" y="2"/>
                      </a:lnTo>
                      <a:lnTo>
                        <a:pt x="23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AB97B647-757D-45D9-99CA-BA25954674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63625" y="5769904"/>
                  <a:ext cx="564889" cy="265430"/>
                </a:xfrm>
                <a:custGeom>
                  <a:avLst/>
                  <a:gdLst>
                    <a:gd name="T0" fmla="*/ 265 w 497"/>
                    <a:gd name="T1" fmla="*/ 0 h 234"/>
                    <a:gd name="T2" fmla="*/ 306 w 497"/>
                    <a:gd name="T3" fmla="*/ 5 h 234"/>
                    <a:gd name="T4" fmla="*/ 345 w 497"/>
                    <a:gd name="T5" fmla="*/ 13 h 234"/>
                    <a:gd name="T6" fmla="*/ 377 w 497"/>
                    <a:gd name="T7" fmla="*/ 26 h 234"/>
                    <a:gd name="T8" fmla="*/ 407 w 497"/>
                    <a:gd name="T9" fmla="*/ 41 h 234"/>
                    <a:gd name="T10" fmla="*/ 431 w 497"/>
                    <a:gd name="T11" fmla="*/ 58 h 234"/>
                    <a:gd name="T12" fmla="*/ 452 w 497"/>
                    <a:gd name="T13" fmla="*/ 74 h 234"/>
                    <a:gd name="T14" fmla="*/ 468 w 497"/>
                    <a:gd name="T15" fmla="*/ 90 h 234"/>
                    <a:gd name="T16" fmla="*/ 480 w 497"/>
                    <a:gd name="T17" fmla="*/ 105 h 234"/>
                    <a:gd name="T18" fmla="*/ 490 w 497"/>
                    <a:gd name="T19" fmla="*/ 116 h 234"/>
                    <a:gd name="T20" fmla="*/ 496 w 497"/>
                    <a:gd name="T21" fmla="*/ 123 h 234"/>
                    <a:gd name="T22" fmla="*/ 497 w 497"/>
                    <a:gd name="T23" fmla="*/ 126 h 234"/>
                    <a:gd name="T24" fmla="*/ 494 w 497"/>
                    <a:gd name="T25" fmla="*/ 129 h 234"/>
                    <a:gd name="T26" fmla="*/ 487 w 497"/>
                    <a:gd name="T27" fmla="*/ 136 h 234"/>
                    <a:gd name="T28" fmla="*/ 476 w 497"/>
                    <a:gd name="T29" fmla="*/ 147 h 234"/>
                    <a:gd name="T30" fmla="*/ 460 w 497"/>
                    <a:gd name="T31" fmla="*/ 161 h 234"/>
                    <a:gd name="T32" fmla="*/ 441 w 497"/>
                    <a:gd name="T33" fmla="*/ 175 h 234"/>
                    <a:gd name="T34" fmla="*/ 417 w 497"/>
                    <a:gd name="T35" fmla="*/ 191 h 234"/>
                    <a:gd name="T36" fmla="*/ 388 w 497"/>
                    <a:gd name="T37" fmla="*/ 205 h 234"/>
                    <a:gd name="T38" fmla="*/ 357 w 497"/>
                    <a:gd name="T39" fmla="*/ 217 h 234"/>
                    <a:gd name="T40" fmla="*/ 322 w 497"/>
                    <a:gd name="T41" fmla="*/ 227 h 234"/>
                    <a:gd name="T42" fmla="*/ 284 w 497"/>
                    <a:gd name="T43" fmla="*/ 233 h 234"/>
                    <a:gd name="T44" fmla="*/ 243 w 497"/>
                    <a:gd name="T45" fmla="*/ 234 h 234"/>
                    <a:gd name="T46" fmla="*/ 202 w 497"/>
                    <a:gd name="T47" fmla="*/ 230 h 234"/>
                    <a:gd name="T48" fmla="*/ 164 w 497"/>
                    <a:gd name="T49" fmla="*/ 220 h 234"/>
                    <a:gd name="T50" fmla="*/ 130 w 497"/>
                    <a:gd name="T51" fmla="*/ 205 h 234"/>
                    <a:gd name="T52" fmla="*/ 100 w 497"/>
                    <a:gd name="T53" fmla="*/ 188 h 234"/>
                    <a:gd name="T54" fmla="*/ 73 w 497"/>
                    <a:gd name="T55" fmla="*/ 170 h 234"/>
                    <a:gd name="T56" fmla="*/ 50 w 497"/>
                    <a:gd name="T57" fmla="*/ 150 h 234"/>
                    <a:gd name="T58" fmla="*/ 32 w 497"/>
                    <a:gd name="T59" fmla="*/ 132 h 234"/>
                    <a:gd name="T60" fmla="*/ 18 w 497"/>
                    <a:gd name="T61" fmla="*/ 115 h 234"/>
                    <a:gd name="T62" fmla="*/ 8 w 497"/>
                    <a:gd name="T63" fmla="*/ 102 h 234"/>
                    <a:gd name="T64" fmla="*/ 1 w 497"/>
                    <a:gd name="T65" fmla="*/ 93 h 234"/>
                    <a:gd name="T66" fmla="*/ 0 w 497"/>
                    <a:gd name="T67" fmla="*/ 90 h 234"/>
                    <a:gd name="T68" fmla="*/ 2 w 497"/>
                    <a:gd name="T69" fmla="*/ 87 h 234"/>
                    <a:gd name="T70" fmla="*/ 9 w 497"/>
                    <a:gd name="T71" fmla="*/ 81 h 234"/>
                    <a:gd name="T72" fmla="*/ 21 w 497"/>
                    <a:gd name="T73" fmla="*/ 73 h 234"/>
                    <a:gd name="T74" fmla="*/ 38 w 497"/>
                    <a:gd name="T75" fmla="*/ 62 h 234"/>
                    <a:gd name="T76" fmla="*/ 59 w 497"/>
                    <a:gd name="T77" fmla="*/ 49 h 234"/>
                    <a:gd name="T78" fmla="*/ 84 w 497"/>
                    <a:gd name="T79" fmla="*/ 37 h 234"/>
                    <a:gd name="T80" fmla="*/ 113 w 497"/>
                    <a:gd name="T81" fmla="*/ 24 h 234"/>
                    <a:gd name="T82" fmla="*/ 147 w 497"/>
                    <a:gd name="T83" fmla="*/ 13 h 234"/>
                    <a:gd name="T84" fmla="*/ 182 w 497"/>
                    <a:gd name="T85" fmla="*/ 6 h 234"/>
                    <a:gd name="T86" fmla="*/ 222 w 497"/>
                    <a:gd name="T87" fmla="*/ 0 h 234"/>
                    <a:gd name="T88" fmla="*/ 265 w 497"/>
                    <a:gd name="T89" fmla="*/ 0 h 2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497" h="234">
                      <a:moveTo>
                        <a:pt x="265" y="0"/>
                      </a:moveTo>
                      <a:lnTo>
                        <a:pt x="306" y="5"/>
                      </a:lnTo>
                      <a:lnTo>
                        <a:pt x="345" y="13"/>
                      </a:lnTo>
                      <a:lnTo>
                        <a:pt x="377" y="26"/>
                      </a:lnTo>
                      <a:lnTo>
                        <a:pt x="407" y="41"/>
                      </a:lnTo>
                      <a:lnTo>
                        <a:pt x="431" y="58"/>
                      </a:lnTo>
                      <a:lnTo>
                        <a:pt x="452" y="74"/>
                      </a:lnTo>
                      <a:lnTo>
                        <a:pt x="468" y="90"/>
                      </a:lnTo>
                      <a:lnTo>
                        <a:pt x="480" y="105"/>
                      </a:lnTo>
                      <a:lnTo>
                        <a:pt x="490" y="116"/>
                      </a:lnTo>
                      <a:lnTo>
                        <a:pt x="496" y="123"/>
                      </a:lnTo>
                      <a:lnTo>
                        <a:pt x="497" y="126"/>
                      </a:lnTo>
                      <a:lnTo>
                        <a:pt x="494" y="129"/>
                      </a:lnTo>
                      <a:lnTo>
                        <a:pt x="487" y="136"/>
                      </a:lnTo>
                      <a:lnTo>
                        <a:pt x="476" y="147"/>
                      </a:lnTo>
                      <a:lnTo>
                        <a:pt x="460" y="161"/>
                      </a:lnTo>
                      <a:lnTo>
                        <a:pt x="441" y="175"/>
                      </a:lnTo>
                      <a:lnTo>
                        <a:pt x="417" y="191"/>
                      </a:lnTo>
                      <a:lnTo>
                        <a:pt x="388" y="205"/>
                      </a:lnTo>
                      <a:lnTo>
                        <a:pt x="357" y="217"/>
                      </a:lnTo>
                      <a:lnTo>
                        <a:pt x="322" y="227"/>
                      </a:lnTo>
                      <a:lnTo>
                        <a:pt x="284" y="233"/>
                      </a:lnTo>
                      <a:lnTo>
                        <a:pt x="243" y="234"/>
                      </a:lnTo>
                      <a:lnTo>
                        <a:pt x="202" y="230"/>
                      </a:lnTo>
                      <a:lnTo>
                        <a:pt x="164" y="220"/>
                      </a:lnTo>
                      <a:lnTo>
                        <a:pt x="130" y="205"/>
                      </a:lnTo>
                      <a:lnTo>
                        <a:pt x="100" y="188"/>
                      </a:lnTo>
                      <a:lnTo>
                        <a:pt x="73" y="170"/>
                      </a:lnTo>
                      <a:lnTo>
                        <a:pt x="50" y="150"/>
                      </a:lnTo>
                      <a:lnTo>
                        <a:pt x="32" y="132"/>
                      </a:lnTo>
                      <a:lnTo>
                        <a:pt x="18" y="115"/>
                      </a:lnTo>
                      <a:lnTo>
                        <a:pt x="8" y="102"/>
                      </a:lnTo>
                      <a:lnTo>
                        <a:pt x="1" y="93"/>
                      </a:lnTo>
                      <a:lnTo>
                        <a:pt x="0" y="90"/>
                      </a:lnTo>
                      <a:lnTo>
                        <a:pt x="2" y="87"/>
                      </a:lnTo>
                      <a:lnTo>
                        <a:pt x="9" y="81"/>
                      </a:lnTo>
                      <a:lnTo>
                        <a:pt x="21" y="73"/>
                      </a:lnTo>
                      <a:lnTo>
                        <a:pt x="38" y="62"/>
                      </a:lnTo>
                      <a:lnTo>
                        <a:pt x="59" y="49"/>
                      </a:lnTo>
                      <a:lnTo>
                        <a:pt x="84" y="37"/>
                      </a:lnTo>
                      <a:lnTo>
                        <a:pt x="113" y="24"/>
                      </a:lnTo>
                      <a:lnTo>
                        <a:pt x="147" y="13"/>
                      </a:lnTo>
                      <a:lnTo>
                        <a:pt x="182" y="6"/>
                      </a:lnTo>
                      <a:lnTo>
                        <a:pt x="222" y="0"/>
                      </a:lnTo>
                      <a:lnTo>
                        <a:pt x="26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</p:grpSp>
          <p:sp>
            <p:nvSpPr>
              <p:cNvPr id="28" name="任意多边形: 形状 27">
                <a:extLst>
                  <a:ext uri="{FF2B5EF4-FFF2-40B4-BE49-F238E27FC236}">
                    <a16:creationId xmlns:a16="http://schemas.microsoft.com/office/drawing/2014/main" id="{A9AE9F2A-00A1-4800-B9A2-F8705C3FC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77778" y="4384906"/>
                <a:ext cx="1184226" cy="1616399"/>
              </a:xfrm>
              <a:custGeom>
                <a:avLst/>
                <a:gdLst>
                  <a:gd name="T0" fmla="*/ 9 w 1046"/>
                  <a:gd name="T1" fmla="*/ 0 h 1425"/>
                  <a:gd name="T2" fmla="*/ 84 w 1046"/>
                  <a:gd name="T3" fmla="*/ 17 h 1425"/>
                  <a:gd name="T4" fmla="*/ 83 w 1046"/>
                  <a:gd name="T5" fmla="*/ 24 h 1425"/>
                  <a:gd name="T6" fmla="*/ 82 w 1046"/>
                  <a:gd name="T7" fmla="*/ 35 h 1425"/>
                  <a:gd name="T8" fmla="*/ 79 w 1046"/>
                  <a:gd name="T9" fmla="*/ 51 h 1425"/>
                  <a:gd name="T10" fmla="*/ 77 w 1046"/>
                  <a:gd name="T11" fmla="*/ 72 h 1425"/>
                  <a:gd name="T12" fmla="*/ 74 w 1046"/>
                  <a:gd name="T13" fmla="*/ 97 h 1425"/>
                  <a:gd name="T14" fmla="*/ 74 w 1046"/>
                  <a:gd name="T15" fmla="*/ 126 h 1425"/>
                  <a:gd name="T16" fmla="*/ 74 w 1046"/>
                  <a:gd name="T17" fmla="*/ 160 h 1425"/>
                  <a:gd name="T18" fmla="*/ 76 w 1046"/>
                  <a:gd name="T19" fmla="*/ 196 h 1425"/>
                  <a:gd name="T20" fmla="*/ 80 w 1046"/>
                  <a:gd name="T21" fmla="*/ 237 h 1425"/>
                  <a:gd name="T22" fmla="*/ 86 w 1046"/>
                  <a:gd name="T23" fmla="*/ 280 h 1425"/>
                  <a:gd name="T24" fmla="*/ 96 w 1046"/>
                  <a:gd name="T25" fmla="*/ 328 h 1425"/>
                  <a:gd name="T26" fmla="*/ 107 w 1046"/>
                  <a:gd name="T27" fmla="*/ 377 h 1425"/>
                  <a:gd name="T28" fmla="*/ 123 w 1046"/>
                  <a:gd name="T29" fmla="*/ 430 h 1425"/>
                  <a:gd name="T30" fmla="*/ 142 w 1046"/>
                  <a:gd name="T31" fmla="*/ 485 h 1425"/>
                  <a:gd name="T32" fmla="*/ 166 w 1046"/>
                  <a:gd name="T33" fmla="*/ 540 h 1425"/>
                  <a:gd name="T34" fmla="*/ 195 w 1046"/>
                  <a:gd name="T35" fmla="*/ 599 h 1425"/>
                  <a:gd name="T36" fmla="*/ 229 w 1046"/>
                  <a:gd name="T37" fmla="*/ 659 h 1425"/>
                  <a:gd name="T38" fmla="*/ 268 w 1046"/>
                  <a:gd name="T39" fmla="*/ 720 h 1425"/>
                  <a:gd name="T40" fmla="*/ 312 w 1046"/>
                  <a:gd name="T41" fmla="*/ 783 h 1425"/>
                  <a:gd name="T42" fmla="*/ 364 w 1046"/>
                  <a:gd name="T43" fmla="*/ 846 h 1425"/>
                  <a:gd name="T44" fmla="*/ 422 w 1046"/>
                  <a:gd name="T45" fmla="*/ 910 h 1425"/>
                  <a:gd name="T46" fmla="*/ 487 w 1046"/>
                  <a:gd name="T47" fmla="*/ 974 h 1425"/>
                  <a:gd name="T48" fmla="*/ 559 w 1046"/>
                  <a:gd name="T49" fmla="*/ 1039 h 1425"/>
                  <a:gd name="T50" fmla="*/ 639 w 1046"/>
                  <a:gd name="T51" fmla="*/ 1103 h 1425"/>
                  <a:gd name="T52" fmla="*/ 728 w 1046"/>
                  <a:gd name="T53" fmla="*/ 1167 h 1425"/>
                  <a:gd name="T54" fmla="*/ 825 w 1046"/>
                  <a:gd name="T55" fmla="*/ 1232 h 1425"/>
                  <a:gd name="T56" fmla="*/ 930 w 1046"/>
                  <a:gd name="T57" fmla="*/ 1295 h 1425"/>
                  <a:gd name="T58" fmla="*/ 1046 w 1046"/>
                  <a:gd name="T59" fmla="*/ 1356 h 1425"/>
                  <a:gd name="T60" fmla="*/ 1010 w 1046"/>
                  <a:gd name="T61" fmla="*/ 1425 h 1425"/>
                  <a:gd name="T62" fmla="*/ 893 w 1046"/>
                  <a:gd name="T63" fmla="*/ 1362 h 1425"/>
                  <a:gd name="T64" fmla="*/ 786 w 1046"/>
                  <a:gd name="T65" fmla="*/ 1297 h 1425"/>
                  <a:gd name="T66" fmla="*/ 687 w 1046"/>
                  <a:gd name="T67" fmla="*/ 1232 h 1425"/>
                  <a:gd name="T68" fmla="*/ 596 w 1046"/>
                  <a:gd name="T69" fmla="*/ 1166 h 1425"/>
                  <a:gd name="T70" fmla="*/ 514 w 1046"/>
                  <a:gd name="T71" fmla="*/ 1100 h 1425"/>
                  <a:gd name="T72" fmla="*/ 439 w 1046"/>
                  <a:gd name="T73" fmla="*/ 1033 h 1425"/>
                  <a:gd name="T74" fmla="*/ 373 w 1046"/>
                  <a:gd name="T75" fmla="*/ 966 h 1425"/>
                  <a:gd name="T76" fmla="*/ 312 w 1046"/>
                  <a:gd name="T77" fmla="*/ 900 h 1425"/>
                  <a:gd name="T78" fmla="*/ 258 w 1046"/>
                  <a:gd name="T79" fmla="*/ 833 h 1425"/>
                  <a:gd name="T80" fmla="*/ 212 w 1046"/>
                  <a:gd name="T81" fmla="*/ 769 h 1425"/>
                  <a:gd name="T82" fmla="*/ 171 w 1046"/>
                  <a:gd name="T83" fmla="*/ 704 h 1425"/>
                  <a:gd name="T84" fmla="*/ 135 w 1046"/>
                  <a:gd name="T85" fmla="*/ 641 h 1425"/>
                  <a:gd name="T86" fmla="*/ 104 w 1046"/>
                  <a:gd name="T87" fmla="*/ 580 h 1425"/>
                  <a:gd name="T88" fmla="*/ 79 w 1046"/>
                  <a:gd name="T89" fmla="*/ 520 h 1425"/>
                  <a:gd name="T90" fmla="*/ 58 w 1046"/>
                  <a:gd name="T91" fmla="*/ 461 h 1425"/>
                  <a:gd name="T92" fmla="*/ 39 w 1046"/>
                  <a:gd name="T93" fmla="*/ 406 h 1425"/>
                  <a:gd name="T94" fmla="*/ 26 w 1046"/>
                  <a:gd name="T95" fmla="*/ 353 h 1425"/>
                  <a:gd name="T96" fmla="*/ 15 w 1046"/>
                  <a:gd name="T97" fmla="*/ 303 h 1425"/>
                  <a:gd name="T98" fmla="*/ 8 w 1046"/>
                  <a:gd name="T99" fmla="*/ 255 h 1425"/>
                  <a:gd name="T100" fmla="*/ 2 w 1046"/>
                  <a:gd name="T101" fmla="*/ 210 h 1425"/>
                  <a:gd name="T102" fmla="*/ 0 w 1046"/>
                  <a:gd name="T103" fmla="*/ 170 h 1425"/>
                  <a:gd name="T104" fmla="*/ 0 w 1046"/>
                  <a:gd name="T105" fmla="*/ 133 h 1425"/>
                  <a:gd name="T106" fmla="*/ 0 w 1046"/>
                  <a:gd name="T107" fmla="*/ 100 h 1425"/>
                  <a:gd name="T108" fmla="*/ 1 w 1046"/>
                  <a:gd name="T109" fmla="*/ 72 h 1425"/>
                  <a:gd name="T110" fmla="*/ 2 w 1046"/>
                  <a:gd name="T111" fmla="*/ 47 h 1425"/>
                  <a:gd name="T112" fmla="*/ 5 w 1046"/>
                  <a:gd name="T113" fmla="*/ 28 h 1425"/>
                  <a:gd name="T114" fmla="*/ 7 w 1046"/>
                  <a:gd name="T115" fmla="*/ 13 h 1425"/>
                  <a:gd name="T116" fmla="*/ 8 w 1046"/>
                  <a:gd name="T117" fmla="*/ 5 h 1425"/>
                  <a:gd name="T118" fmla="*/ 9 w 1046"/>
                  <a:gd name="T119" fmla="*/ 0 h 1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46" h="1425">
                    <a:moveTo>
                      <a:pt x="9" y="0"/>
                    </a:moveTo>
                    <a:lnTo>
                      <a:pt x="84" y="17"/>
                    </a:lnTo>
                    <a:lnTo>
                      <a:pt x="83" y="24"/>
                    </a:lnTo>
                    <a:lnTo>
                      <a:pt x="82" y="35"/>
                    </a:lnTo>
                    <a:lnTo>
                      <a:pt x="79" y="51"/>
                    </a:lnTo>
                    <a:lnTo>
                      <a:pt x="77" y="72"/>
                    </a:lnTo>
                    <a:lnTo>
                      <a:pt x="74" y="97"/>
                    </a:lnTo>
                    <a:lnTo>
                      <a:pt x="74" y="126"/>
                    </a:lnTo>
                    <a:lnTo>
                      <a:pt x="74" y="160"/>
                    </a:lnTo>
                    <a:lnTo>
                      <a:pt x="76" y="196"/>
                    </a:lnTo>
                    <a:lnTo>
                      <a:pt x="80" y="237"/>
                    </a:lnTo>
                    <a:lnTo>
                      <a:pt x="86" y="280"/>
                    </a:lnTo>
                    <a:lnTo>
                      <a:pt x="96" y="328"/>
                    </a:lnTo>
                    <a:lnTo>
                      <a:pt x="107" y="377"/>
                    </a:lnTo>
                    <a:lnTo>
                      <a:pt x="123" y="430"/>
                    </a:lnTo>
                    <a:lnTo>
                      <a:pt x="142" y="485"/>
                    </a:lnTo>
                    <a:lnTo>
                      <a:pt x="166" y="540"/>
                    </a:lnTo>
                    <a:lnTo>
                      <a:pt x="195" y="599"/>
                    </a:lnTo>
                    <a:lnTo>
                      <a:pt x="229" y="659"/>
                    </a:lnTo>
                    <a:lnTo>
                      <a:pt x="268" y="720"/>
                    </a:lnTo>
                    <a:lnTo>
                      <a:pt x="312" y="783"/>
                    </a:lnTo>
                    <a:lnTo>
                      <a:pt x="364" y="846"/>
                    </a:lnTo>
                    <a:lnTo>
                      <a:pt x="422" y="910"/>
                    </a:lnTo>
                    <a:lnTo>
                      <a:pt x="487" y="974"/>
                    </a:lnTo>
                    <a:lnTo>
                      <a:pt x="559" y="1039"/>
                    </a:lnTo>
                    <a:lnTo>
                      <a:pt x="639" y="1103"/>
                    </a:lnTo>
                    <a:lnTo>
                      <a:pt x="728" y="1167"/>
                    </a:lnTo>
                    <a:lnTo>
                      <a:pt x="825" y="1232"/>
                    </a:lnTo>
                    <a:lnTo>
                      <a:pt x="930" y="1295"/>
                    </a:lnTo>
                    <a:lnTo>
                      <a:pt x="1046" y="1356"/>
                    </a:lnTo>
                    <a:lnTo>
                      <a:pt x="1010" y="1425"/>
                    </a:lnTo>
                    <a:lnTo>
                      <a:pt x="893" y="1362"/>
                    </a:lnTo>
                    <a:lnTo>
                      <a:pt x="786" y="1297"/>
                    </a:lnTo>
                    <a:lnTo>
                      <a:pt x="687" y="1232"/>
                    </a:lnTo>
                    <a:lnTo>
                      <a:pt x="596" y="1166"/>
                    </a:lnTo>
                    <a:lnTo>
                      <a:pt x="514" y="1100"/>
                    </a:lnTo>
                    <a:lnTo>
                      <a:pt x="439" y="1033"/>
                    </a:lnTo>
                    <a:lnTo>
                      <a:pt x="373" y="966"/>
                    </a:lnTo>
                    <a:lnTo>
                      <a:pt x="312" y="900"/>
                    </a:lnTo>
                    <a:lnTo>
                      <a:pt x="258" y="833"/>
                    </a:lnTo>
                    <a:lnTo>
                      <a:pt x="212" y="769"/>
                    </a:lnTo>
                    <a:lnTo>
                      <a:pt x="171" y="704"/>
                    </a:lnTo>
                    <a:lnTo>
                      <a:pt x="135" y="641"/>
                    </a:lnTo>
                    <a:lnTo>
                      <a:pt x="104" y="580"/>
                    </a:lnTo>
                    <a:lnTo>
                      <a:pt x="79" y="520"/>
                    </a:lnTo>
                    <a:lnTo>
                      <a:pt x="58" y="461"/>
                    </a:lnTo>
                    <a:lnTo>
                      <a:pt x="39" y="406"/>
                    </a:lnTo>
                    <a:lnTo>
                      <a:pt x="26" y="353"/>
                    </a:lnTo>
                    <a:lnTo>
                      <a:pt x="15" y="303"/>
                    </a:lnTo>
                    <a:lnTo>
                      <a:pt x="8" y="255"/>
                    </a:lnTo>
                    <a:lnTo>
                      <a:pt x="2" y="210"/>
                    </a:lnTo>
                    <a:lnTo>
                      <a:pt x="0" y="170"/>
                    </a:lnTo>
                    <a:lnTo>
                      <a:pt x="0" y="133"/>
                    </a:lnTo>
                    <a:lnTo>
                      <a:pt x="0" y="100"/>
                    </a:lnTo>
                    <a:lnTo>
                      <a:pt x="1" y="72"/>
                    </a:lnTo>
                    <a:lnTo>
                      <a:pt x="2" y="47"/>
                    </a:lnTo>
                    <a:lnTo>
                      <a:pt x="5" y="28"/>
                    </a:lnTo>
                    <a:lnTo>
                      <a:pt x="7" y="13"/>
                    </a:lnTo>
                    <a:lnTo>
                      <a:pt x="8" y="5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56177DD5-8007-4C4A-8533-BC8450987E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8848" y="2734476"/>
                <a:ext cx="3256621" cy="3944014"/>
              </a:xfrm>
              <a:custGeom>
                <a:avLst/>
                <a:gdLst>
                  <a:gd name="T0" fmla="*/ 1992 w 2869"/>
                  <a:gd name="T1" fmla="*/ 3136 h 3477"/>
                  <a:gd name="T2" fmla="*/ 2574 w 2869"/>
                  <a:gd name="T3" fmla="*/ 169 h 3477"/>
                  <a:gd name="T4" fmla="*/ 2465 w 2869"/>
                  <a:gd name="T5" fmla="*/ 384 h 3477"/>
                  <a:gd name="T6" fmla="*/ 2280 w 2869"/>
                  <a:gd name="T7" fmla="*/ 491 h 3477"/>
                  <a:gd name="T8" fmla="*/ 2093 w 2869"/>
                  <a:gd name="T9" fmla="*/ 745 h 3477"/>
                  <a:gd name="T10" fmla="*/ 1941 w 2869"/>
                  <a:gd name="T11" fmla="*/ 1107 h 3477"/>
                  <a:gd name="T12" fmla="*/ 1992 w 2869"/>
                  <a:gd name="T13" fmla="*/ 1279 h 3477"/>
                  <a:gd name="T14" fmla="*/ 2328 w 2869"/>
                  <a:gd name="T15" fmla="*/ 1163 h 3477"/>
                  <a:gd name="T16" fmla="*/ 2546 w 2869"/>
                  <a:gd name="T17" fmla="*/ 904 h 3477"/>
                  <a:gd name="T18" fmla="*/ 2656 w 2869"/>
                  <a:gd name="T19" fmla="*/ 588 h 3477"/>
                  <a:gd name="T20" fmla="*/ 2696 w 2869"/>
                  <a:gd name="T21" fmla="*/ 297 h 3477"/>
                  <a:gd name="T22" fmla="*/ 169 w 2869"/>
                  <a:gd name="T23" fmla="*/ 168 h 3477"/>
                  <a:gd name="T24" fmla="*/ 184 w 2869"/>
                  <a:gd name="T25" fmla="*/ 403 h 3477"/>
                  <a:gd name="T26" fmla="*/ 247 w 2869"/>
                  <a:gd name="T27" fmla="*/ 715 h 3477"/>
                  <a:gd name="T28" fmla="*/ 397 w 2869"/>
                  <a:gd name="T29" fmla="*/ 1017 h 3477"/>
                  <a:gd name="T30" fmla="*/ 643 w 2869"/>
                  <a:gd name="T31" fmla="*/ 1219 h 3477"/>
                  <a:gd name="T32" fmla="*/ 968 w 2869"/>
                  <a:gd name="T33" fmla="*/ 1280 h 3477"/>
                  <a:gd name="T34" fmla="*/ 893 w 2869"/>
                  <a:gd name="T35" fmla="*/ 1043 h 3477"/>
                  <a:gd name="T36" fmla="*/ 756 w 2869"/>
                  <a:gd name="T37" fmla="*/ 659 h 3477"/>
                  <a:gd name="T38" fmla="*/ 554 w 2869"/>
                  <a:gd name="T39" fmla="*/ 477 h 3477"/>
                  <a:gd name="T40" fmla="*/ 372 w 2869"/>
                  <a:gd name="T41" fmla="*/ 350 h 3477"/>
                  <a:gd name="T42" fmla="*/ 169 w 2869"/>
                  <a:gd name="T43" fmla="*/ 168 h 3477"/>
                  <a:gd name="T44" fmla="*/ 466 w 2869"/>
                  <a:gd name="T45" fmla="*/ 167 h 3477"/>
                  <a:gd name="T46" fmla="*/ 561 w 2869"/>
                  <a:gd name="T47" fmla="*/ 290 h 3477"/>
                  <a:gd name="T48" fmla="*/ 704 w 2869"/>
                  <a:gd name="T49" fmla="*/ 351 h 3477"/>
                  <a:gd name="T50" fmla="*/ 608 w 2869"/>
                  <a:gd name="T51" fmla="*/ 259 h 3477"/>
                  <a:gd name="T52" fmla="*/ 2262 w 2869"/>
                  <a:gd name="T53" fmla="*/ 260 h 3477"/>
                  <a:gd name="T54" fmla="*/ 2165 w 2869"/>
                  <a:gd name="T55" fmla="*/ 351 h 3477"/>
                  <a:gd name="T56" fmla="*/ 2310 w 2869"/>
                  <a:gd name="T57" fmla="*/ 291 h 3477"/>
                  <a:gd name="T58" fmla="*/ 2403 w 2869"/>
                  <a:gd name="T59" fmla="*/ 167 h 3477"/>
                  <a:gd name="T60" fmla="*/ 2868 w 2869"/>
                  <a:gd name="T61" fmla="*/ 79 h 3477"/>
                  <a:gd name="T62" fmla="*/ 2869 w 2869"/>
                  <a:gd name="T63" fmla="*/ 200 h 3477"/>
                  <a:gd name="T64" fmla="*/ 2850 w 2869"/>
                  <a:gd name="T65" fmla="*/ 468 h 3477"/>
                  <a:gd name="T66" fmla="*/ 2772 w 2869"/>
                  <a:gd name="T67" fmla="*/ 803 h 3477"/>
                  <a:gd name="T68" fmla="*/ 2599 w 2869"/>
                  <a:gd name="T69" fmla="*/ 1132 h 3477"/>
                  <a:gd name="T70" fmla="*/ 2312 w 2869"/>
                  <a:gd name="T71" fmla="*/ 1367 h 3477"/>
                  <a:gd name="T72" fmla="*/ 1936 w 2869"/>
                  <a:gd name="T73" fmla="*/ 1450 h 3477"/>
                  <a:gd name="T74" fmla="*/ 1635 w 2869"/>
                  <a:gd name="T75" fmla="*/ 1514 h 3477"/>
                  <a:gd name="T76" fmla="*/ 1510 w 2869"/>
                  <a:gd name="T77" fmla="*/ 1714 h 3477"/>
                  <a:gd name="T78" fmla="*/ 1567 w 2869"/>
                  <a:gd name="T79" fmla="*/ 1881 h 3477"/>
                  <a:gd name="T80" fmla="*/ 1760 w 2869"/>
                  <a:gd name="T81" fmla="*/ 2001 h 3477"/>
                  <a:gd name="T82" fmla="*/ 1973 w 2869"/>
                  <a:gd name="T83" fmla="*/ 2075 h 3477"/>
                  <a:gd name="T84" fmla="*/ 2099 w 2869"/>
                  <a:gd name="T85" fmla="*/ 2105 h 3477"/>
                  <a:gd name="T86" fmla="*/ 2119 w 2869"/>
                  <a:gd name="T87" fmla="*/ 2310 h 3477"/>
                  <a:gd name="T88" fmla="*/ 2246 w 2869"/>
                  <a:gd name="T89" fmla="*/ 3477 h 3477"/>
                  <a:gd name="T90" fmla="*/ 675 w 2869"/>
                  <a:gd name="T91" fmla="*/ 3272 h 3477"/>
                  <a:gd name="T92" fmla="*/ 675 w 2869"/>
                  <a:gd name="T93" fmla="*/ 2189 h 3477"/>
                  <a:gd name="T94" fmla="*/ 803 w 2869"/>
                  <a:gd name="T95" fmla="*/ 2096 h 3477"/>
                  <a:gd name="T96" fmla="*/ 977 w 2869"/>
                  <a:gd name="T97" fmla="*/ 2050 h 3477"/>
                  <a:gd name="T98" fmla="*/ 1196 w 2869"/>
                  <a:gd name="T99" fmla="*/ 1958 h 3477"/>
                  <a:gd name="T100" fmla="*/ 1348 w 2869"/>
                  <a:gd name="T101" fmla="*/ 1818 h 3477"/>
                  <a:gd name="T102" fmla="*/ 1329 w 2869"/>
                  <a:gd name="T103" fmla="*/ 1640 h 3477"/>
                  <a:gd name="T104" fmla="*/ 1169 w 2869"/>
                  <a:gd name="T105" fmla="*/ 1532 h 3477"/>
                  <a:gd name="T106" fmla="*/ 773 w 2869"/>
                  <a:gd name="T107" fmla="*/ 1434 h 3477"/>
                  <a:gd name="T108" fmla="*/ 431 w 2869"/>
                  <a:gd name="T109" fmla="*/ 1290 h 3477"/>
                  <a:gd name="T110" fmla="*/ 186 w 2869"/>
                  <a:gd name="T111" fmla="*/ 1006 h 3477"/>
                  <a:gd name="T112" fmla="*/ 56 w 2869"/>
                  <a:gd name="T113" fmla="*/ 665 h 3477"/>
                  <a:gd name="T114" fmla="*/ 7 w 2869"/>
                  <a:gd name="T115" fmla="*/ 347 h 3477"/>
                  <a:gd name="T116" fmla="*/ 0 w 2869"/>
                  <a:gd name="T117" fmla="*/ 129 h 3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869" h="3477">
                    <a:moveTo>
                      <a:pt x="878" y="2341"/>
                    </a:moveTo>
                    <a:lnTo>
                      <a:pt x="878" y="3134"/>
                    </a:lnTo>
                    <a:lnTo>
                      <a:pt x="1435" y="3134"/>
                    </a:lnTo>
                    <a:lnTo>
                      <a:pt x="1435" y="3136"/>
                    </a:lnTo>
                    <a:lnTo>
                      <a:pt x="1992" y="3136"/>
                    </a:lnTo>
                    <a:lnTo>
                      <a:pt x="1992" y="2343"/>
                    </a:lnTo>
                    <a:lnTo>
                      <a:pt x="1435" y="2343"/>
                    </a:lnTo>
                    <a:lnTo>
                      <a:pt x="1435" y="2341"/>
                    </a:lnTo>
                    <a:lnTo>
                      <a:pt x="878" y="2341"/>
                    </a:lnTo>
                    <a:close/>
                    <a:moveTo>
                      <a:pt x="2574" y="169"/>
                    </a:moveTo>
                    <a:lnTo>
                      <a:pt x="2567" y="218"/>
                    </a:lnTo>
                    <a:lnTo>
                      <a:pt x="2550" y="266"/>
                    </a:lnTo>
                    <a:lnTo>
                      <a:pt x="2526" y="312"/>
                    </a:lnTo>
                    <a:lnTo>
                      <a:pt x="2498" y="350"/>
                    </a:lnTo>
                    <a:lnTo>
                      <a:pt x="2465" y="384"/>
                    </a:lnTo>
                    <a:lnTo>
                      <a:pt x="2428" y="413"/>
                    </a:lnTo>
                    <a:lnTo>
                      <a:pt x="2390" y="438"/>
                    </a:lnTo>
                    <a:lnTo>
                      <a:pt x="2352" y="461"/>
                    </a:lnTo>
                    <a:lnTo>
                      <a:pt x="2315" y="477"/>
                    </a:lnTo>
                    <a:lnTo>
                      <a:pt x="2280" y="491"/>
                    </a:lnTo>
                    <a:lnTo>
                      <a:pt x="2247" y="502"/>
                    </a:lnTo>
                    <a:lnTo>
                      <a:pt x="2247" y="568"/>
                    </a:lnTo>
                    <a:lnTo>
                      <a:pt x="2130" y="568"/>
                    </a:lnTo>
                    <a:lnTo>
                      <a:pt x="2113" y="659"/>
                    </a:lnTo>
                    <a:lnTo>
                      <a:pt x="2093" y="745"/>
                    </a:lnTo>
                    <a:lnTo>
                      <a:pt x="2068" y="826"/>
                    </a:lnTo>
                    <a:lnTo>
                      <a:pt x="2041" y="903"/>
                    </a:lnTo>
                    <a:lnTo>
                      <a:pt x="2010" y="975"/>
                    </a:lnTo>
                    <a:lnTo>
                      <a:pt x="1976" y="1043"/>
                    </a:lnTo>
                    <a:lnTo>
                      <a:pt x="1941" y="1107"/>
                    </a:lnTo>
                    <a:lnTo>
                      <a:pt x="1904" y="1167"/>
                    </a:lnTo>
                    <a:lnTo>
                      <a:pt x="1866" y="1225"/>
                    </a:lnTo>
                    <a:lnTo>
                      <a:pt x="1828" y="1278"/>
                    </a:lnTo>
                    <a:lnTo>
                      <a:pt x="1911" y="1282"/>
                    </a:lnTo>
                    <a:lnTo>
                      <a:pt x="1992" y="1279"/>
                    </a:lnTo>
                    <a:lnTo>
                      <a:pt x="2067" y="1269"/>
                    </a:lnTo>
                    <a:lnTo>
                      <a:pt x="2139" y="1252"/>
                    </a:lnTo>
                    <a:lnTo>
                      <a:pt x="2206" y="1230"/>
                    </a:lnTo>
                    <a:lnTo>
                      <a:pt x="2269" y="1199"/>
                    </a:lnTo>
                    <a:lnTo>
                      <a:pt x="2328" y="1163"/>
                    </a:lnTo>
                    <a:lnTo>
                      <a:pt x="2383" y="1118"/>
                    </a:lnTo>
                    <a:lnTo>
                      <a:pt x="2431" y="1071"/>
                    </a:lnTo>
                    <a:lnTo>
                      <a:pt x="2474" y="1019"/>
                    </a:lnTo>
                    <a:lnTo>
                      <a:pt x="2512" y="963"/>
                    </a:lnTo>
                    <a:lnTo>
                      <a:pt x="2546" y="904"/>
                    </a:lnTo>
                    <a:lnTo>
                      <a:pt x="2575" y="843"/>
                    </a:lnTo>
                    <a:lnTo>
                      <a:pt x="2601" y="780"/>
                    </a:lnTo>
                    <a:lnTo>
                      <a:pt x="2622" y="715"/>
                    </a:lnTo>
                    <a:lnTo>
                      <a:pt x="2640" y="651"/>
                    </a:lnTo>
                    <a:lnTo>
                      <a:pt x="2656" y="588"/>
                    </a:lnTo>
                    <a:lnTo>
                      <a:pt x="2669" y="525"/>
                    </a:lnTo>
                    <a:lnTo>
                      <a:pt x="2679" y="463"/>
                    </a:lnTo>
                    <a:lnTo>
                      <a:pt x="2686" y="405"/>
                    </a:lnTo>
                    <a:lnTo>
                      <a:pt x="2691" y="349"/>
                    </a:lnTo>
                    <a:lnTo>
                      <a:pt x="2696" y="297"/>
                    </a:lnTo>
                    <a:lnTo>
                      <a:pt x="2698" y="249"/>
                    </a:lnTo>
                    <a:lnTo>
                      <a:pt x="2700" y="206"/>
                    </a:lnTo>
                    <a:lnTo>
                      <a:pt x="2700" y="169"/>
                    </a:lnTo>
                    <a:lnTo>
                      <a:pt x="2574" y="169"/>
                    </a:lnTo>
                    <a:close/>
                    <a:moveTo>
                      <a:pt x="169" y="168"/>
                    </a:moveTo>
                    <a:lnTo>
                      <a:pt x="171" y="204"/>
                    </a:lnTo>
                    <a:lnTo>
                      <a:pt x="172" y="248"/>
                    </a:lnTo>
                    <a:lnTo>
                      <a:pt x="174" y="295"/>
                    </a:lnTo>
                    <a:lnTo>
                      <a:pt x="178" y="347"/>
                    </a:lnTo>
                    <a:lnTo>
                      <a:pt x="184" y="403"/>
                    </a:lnTo>
                    <a:lnTo>
                      <a:pt x="191" y="462"/>
                    </a:lnTo>
                    <a:lnTo>
                      <a:pt x="201" y="523"/>
                    </a:lnTo>
                    <a:lnTo>
                      <a:pt x="213" y="586"/>
                    </a:lnTo>
                    <a:lnTo>
                      <a:pt x="229" y="651"/>
                    </a:lnTo>
                    <a:lnTo>
                      <a:pt x="247" y="715"/>
                    </a:lnTo>
                    <a:lnTo>
                      <a:pt x="270" y="778"/>
                    </a:lnTo>
                    <a:lnTo>
                      <a:pt x="295" y="841"/>
                    </a:lnTo>
                    <a:lnTo>
                      <a:pt x="325" y="903"/>
                    </a:lnTo>
                    <a:lnTo>
                      <a:pt x="359" y="961"/>
                    </a:lnTo>
                    <a:lnTo>
                      <a:pt x="397" y="1017"/>
                    </a:lnTo>
                    <a:lnTo>
                      <a:pt x="439" y="1071"/>
                    </a:lnTo>
                    <a:lnTo>
                      <a:pt x="487" y="1118"/>
                    </a:lnTo>
                    <a:lnTo>
                      <a:pt x="536" y="1157"/>
                    </a:lnTo>
                    <a:lnTo>
                      <a:pt x="588" y="1191"/>
                    </a:lnTo>
                    <a:lnTo>
                      <a:pt x="643" y="1219"/>
                    </a:lnTo>
                    <a:lnTo>
                      <a:pt x="701" y="1243"/>
                    </a:lnTo>
                    <a:lnTo>
                      <a:pt x="763" y="1259"/>
                    </a:lnTo>
                    <a:lnTo>
                      <a:pt x="828" y="1272"/>
                    </a:lnTo>
                    <a:lnTo>
                      <a:pt x="896" y="1279"/>
                    </a:lnTo>
                    <a:lnTo>
                      <a:pt x="968" y="1280"/>
                    </a:lnTo>
                    <a:lnTo>
                      <a:pt x="1043" y="1278"/>
                    </a:lnTo>
                    <a:lnTo>
                      <a:pt x="1003" y="1223"/>
                    </a:lnTo>
                    <a:lnTo>
                      <a:pt x="965" y="1167"/>
                    </a:lnTo>
                    <a:lnTo>
                      <a:pt x="929" y="1106"/>
                    </a:lnTo>
                    <a:lnTo>
                      <a:pt x="893" y="1043"/>
                    </a:lnTo>
                    <a:lnTo>
                      <a:pt x="859" y="974"/>
                    </a:lnTo>
                    <a:lnTo>
                      <a:pt x="830" y="901"/>
                    </a:lnTo>
                    <a:lnTo>
                      <a:pt x="801" y="826"/>
                    </a:lnTo>
                    <a:lnTo>
                      <a:pt x="776" y="745"/>
                    </a:lnTo>
                    <a:lnTo>
                      <a:pt x="756" y="659"/>
                    </a:lnTo>
                    <a:lnTo>
                      <a:pt x="741" y="568"/>
                    </a:lnTo>
                    <a:lnTo>
                      <a:pt x="622" y="568"/>
                    </a:lnTo>
                    <a:lnTo>
                      <a:pt x="622" y="502"/>
                    </a:lnTo>
                    <a:lnTo>
                      <a:pt x="589" y="491"/>
                    </a:lnTo>
                    <a:lnTo>
                      <a:pt x="554" y="477"/>
                    </a:lnTo>
                    <a:lnTo>
                      <a:pt x="517" y="459"/>
                    </a:lnTo>
                    <a:lnTo>
                      <a:pt x="479" y="438"/>
                    </a:lnTo>
                    <a:lnTo>
                      <a:pt x="441" y="413"/>
                    </a:lnTo>
                    <a:lnTo>
                      <a:pt x="405" y="384"/>
                    </a:lnTo>
                    <a:lnTo>
                      <a:pt x="372" y="350"/>
                    </a:lnTo>
                    <a:lnTo>
                      <a:pt x="343" y="311"/>
                    </a:lnTo>
                    <a:lnTo>
                      <a:pt x="319" y="266"/>
                    </a:lnTo>
                    <a:lnTo>
                      <a:pt x="304" y="218"/>
                    </a:lnTo>
                    <a:lnTo>
                      <a:pt x="295" y="168"/>
                    </a:lnTo>
                    <a:lnTo>
                      <a:pt x="169" y="168"/>
                    </a:lnTo>
                    <a:close/>
                    <a:moveTo>
                      <a:pt x="7" y="0"/>
                    </a:moveTo>
                    <a:lnTo>
                      <a:pt x="495" y="0"/>
                    </a:lnTo>
                    <a:lnTo>
                      <a:pt x="471" y="104"/>
                    </a:lnTo>
                    <a:lnTo>
                      <a:pt x="465" y="136"/>
                    </a:lnTo>
                    <a:lnTo>
                      <a:pt x="466" y="167"/>
                    </a:lnTo>
                    <a:lnTo>
                      <a:pt x="473" y="195"/>
                    </a:lnTo>
                    <a:lnTo>
                      <a:pt x="486" y="221"/>
                    </a:lnTo>
                    <a:lnTo>
                      <a:pt x="506" y="246"/>
                    </a:lnTo>
                    <a:lnTo>
                      <a:pt x="531" y="270"/>
                    </a:lnTo>
                    <a:lnTo>
                      <a:pt x="561" y="290"/>
                    </a:lnTo>
                    <a:lnTo>
                      <a:pt x="591" y="308"/>
                    </a:lnTo>
                    <a:lnTo>
                      <a:pt x="622" y="322"/>
                    </a:lnTo>
                    <a:lnTo>
                      <a:pt x="651" y="335"/>
                    </a:lnTo>
                    <a:lnTo>
                      <a:pt x="680" y="344"/>
                    </a:lnTo>
                    <a:lnTo>
                      <a:pt x="704" y="351"/>
                    </a:lnTo>
                    <a:lnTo>
                      <a:pt x="724" y="356"/>
                    </a:lnTo>
                    <a:lnTo>
                      <a:pt x="724" y="356"/>
                    </a:lnTo>
                    <a:lnTo>
                      <a:pt x="724" y="308"/>
                    </a:lnTo>
                    <a:lnTo>
                      <a:pt x="724" y="259"/>
                    </a:lnTo>
                    <a:lnTo>
                      <a:pt x="608" y="259"/>
                    </a:lnTo>
                    <a:lnTo>
                      <a:pt x="608" y="126"/>
                    </a:lnTo>
                    <a:lnTo>
                      <a:pt x="1435" y="126"/>
                    </a:lnTo>
                    <a:lnTo>
                      <a:pt x="1435" y="126"/>
                    </a:lnTo>
                    <a:lnTo>
                      <a:pt x="2262" y="126"/>
                    </a:lnTo>
                    <a:lnTo>
                      <a:pt x="2262" y="260"/>
                    </a:lnTo>
                    <a:lnTo>
                      <a:pt x="2146" y="260"/>
                    </a:lnTo>
                    <a:lnTo>
                      <a:pt x="2146" y="309"/>
                    </a:lnTo>
                    <a:lnTo>
                      <a:pt x="2146" y="357"/>
                    </a:lnTo>
                    <a:lnTo>
                      <a:pt x="2147" y="357"/>
                    </a:lnTo>
                    <a:lnTo>
                      <a:pt x="2165" y="351"/>
                    </a:lnTo>
                    <a:lnTo>
                      <a:pt x="2189" y="344"/>
                    </a:lnTo>
                    <a:lnTo>
                      <a:pt x="2218" y="336"/>
                    </a:lnTo>
                    <a:lnTo>
                      <a:pt x="2247" y="323"/>
                    </a:lnTo>
                    <a:lnTo>
                      <a:pt x="2279" y="308"/>
                    </a:lnTo>
                    <a:lnTo>
                      <a:pt x="2310" y="291"/>
                    </a:lnTo>
                    <a:lnTo>
                      <a:pt x="2338" y="270"/>
                    </a:lnTo>
                    <a:lnTo>
                      <a:pt x="2363" y="248"/>
                    </a:lnTo>
                    <a:lnTo>
                      <a:pt x="2383" y="221"/>
                    </a:lnTo>
                    <a:lnTo>
                      <a:pt x="2396" y="195"/>
                    </a:lnTo>
                    <a:lnTo>
                      <a:pt x="2403" y="167"/>
                    </a:lnTo>
                    <a:lnTo>
                      <a:pt x="2404" y="137"/>
                    </a:lnTo>
                    <a:lnTo>
                      <a:pt x="2400" y="105"/>
                    </a:lnTo>
                    <a:lnTo>
                      <a:pt x="2375" y="0"/>
                    </a:lnTo>
                    <a:lnTo>
                      <a:pt x="2862" y="0"/>
                    </a:lnTo>
                    <a:lnTo>
                      <a:pt x="2868" y="79"/>
                    </a:lnTo>
                    <a:lnTo>
                      <a:pt x="2868" y="88"/>
                    </a:lnTo>
                    <a:lnTo>
                      <a:pt x="2869" y="105"/>
                    </a:lnTo>
                    <a:lnTo>
                      <a:pt x="2869" y="129"/>
                    </a:lnTo>
                    <a:lnTo>
                      <a:pt x="2869" y="161"/>
                    </a:lnTo>
                    <a:lnTo>
                      <a:pt x="2869" y="200"/>
                    </a:lnTo>
                    <a:lnTo>
                      <a:pt x="2869" y="244"/>
                    </a:lnTo>
                    <a:lnTo>
                      <a:pt x="2867" y="294"/>
                    </a:lnTo>
                    <a:lnTo>
                      <a:pt x="2862" y="347"/>
                    </a:lnTo>
                    <a:lnTo>
                      <a:pt x="2858" y="406"/>
                    </a:lnTo>
                    <a:lnTo>
                      <a:pt x="2850" y="468"/>
                    </a:lnTo>
                    <a:lnTo>
                      <a:pt x="2840" y="532"/>
                    </a:lnTo>
                    <a:lnTo>
                      <a:pt x="2828" y="598"/>
                    </a:lnTo>
                    <a:lnTo>
                      <a:pt x="2813" y="666"/>
                    </a:lnTo>
                    <a:lnTo>
                      <a:pt x="2795" y="735"/>
                    </a:lnTo>
                    <a:lnTo>
                      <a:pt x="2772" y="803"/>
                    </a:lnTo>
                    <a:lnTo>
                      <a:pt x="2746" y="872"/>
                    </a:lnTo>
                    <a:lnTo>
                      <a:pt x="2717" y="940"/>
                    </a:lnTo>
                    <a:lnTo>
                      <a:pt x="2683" y="1006"/>
                    </a:lnTo>
                    <a:lnTo>
                      <a:pt x="2643" y="1071"/>
                    </a:lnTo>
                    <a:lnTo>
                      <a:pt x="2599" y="1132"/>
                    </a:lnTo>
                    <a:lnTo>
                      <a:pt x="2551" y="1190"/>
                    </a:lnTo>
                    <a:lnTo>
                      <a:pt x="2496" y="1243"/>
                    </a:lnTo>
                    <a:lnTo>
                      <a:pt x="2440" y="1290"/>
                    </a:lnTo>
                    <a:lnTo>
                      <a:pt x="2378" y="1332"/>
                    </a:lnTo>
                    <a:lnTo>
                      <a:pt x="2312" y="1367"/>
                    </a:lnTo>
                    <a:lnTo>
                      <a:pt x="2245" y="1397"/>
                    </a:lnTo>
                    <a:lnTo>
                      <a:pt x="2173" y="1419"/>
                    </a:lnTo>
                    <a:lnTo>
                      <a:pt x="2098" y="1436"/>
                    </a:lnTo>
                    <a:lnTo>
                      <a:pt x="2018" y="1446"/>
                    </a:lnTo>
                    <a:lnTo>
                      <a:pt x="1936" y="1450"/>
                    </a:lnTo>
                    <a:lnTo>
                      <a:pt x="1850" y="1448"/>
                    </a:lnTo>
                    <a:lnTo>
                      <a:pt x="1860" y="1475"/>
                    </a:lnTo>
                    <a:lnTo>
                      <a:pt x="1700" y="1532"/>
                    </a:lnTo>
                    <a:lnTo>
                      <a:pt x="1676" y="1465"/>
                    </a:lnTo>
                    <a:lnTo>
                      <a:pt x="1635" y="1514"/>
                    </a:lnTo>
                    <a:lnTo>
                      <a:pt x="1600" y="1559"/>
                    </a:lnTo>
                    <a:lnTo>
                      <a:pt x="1567" y="1601"/>
                    </a:lnTo>
                    <a:lnTo>
                      <a:pt x="1542" y="1640"/>
                    </a:lnTo>
                    <a:lnTo>
                      <a:pt x="1522" y="1678"/>
                    </a:lnTo>
                    <a:lnTo>
                      <a:pt x="1510" y="1714"/>
                    </a:lnTo>
                    <a:lnTo>
                      <a:pt x="1505" y="1749"/>
                    </a:lnTo>
                    <a:lnTo>
                      <a:pt x="1510" y="1786"/>
                    </a:lnTo>
                    <a:lnTo>
                      <a:pt x="1522" y="1819"/>
                    </a:lnTo>
                    <a:lnTo>
                      <a:pt x="1542" y="1851"/>
                    </a:lnTo>
                    <a:lnTo>
                      <a:pt x="1567" y="1881"/>
                    </a:lnTo>
                    <a:lnTo>
                      <a:pt x="1599" y="1909"/>
                    </a:lnTo>
                    <a:lnTo>
                      <a:pt x="1634" y="1935"/>
                    </a:lnTo>
                    <a:lnTo>
                      <a:pt x="1674" y="1959"/>
                    </a:lnTo>
                    <a:lnTo>
                      <a:pt x="1716" y="1981"/>
                    </a:lnTo>
                    <a:lnTo>
                      <a:pt x="1760" y="2001"/>
                    </a:lnTo>
                    <a:lnTo>
                      <a:pt x="1804" y="2019"/>
                    </a:lnTo>
                    <a:lnTo>
                      <a:pt x="1849" y="2036"/>
                    </a:lnTo>
                    <a:lnTo>
                      <a:pt x="1893" y="2051"/>
                    </a:lnTo>
                    <a:lnTo>
                      <a:pt x="1935" y="2064"/>
                    </a:lnTo>
                    <a:lnTo>
                      <a:pt x="1973" y="2075"/>
                    </a:lnTo>
                    <a:lnTo>
                      <a:pt x="2010" y="2084"/>
                    </a:lnTo>
                    <a:lnTo>
                      <a:pt x="2041" y="2092"/>
                    </a:lnTo>
                    <a:lnTo>
                      <a:pt x="2067" y="2098"/>
                    </a:lnTo>
                    <a:lnTo>
                      <a:pt x="2086" y="2102"/>
                    </a:lnTo>
                    <a:lnTo>
                      <a:pt x="2099" y="2105"/>
                    </a:lnTo>
                    <a:lnTo>
                      <a:pt x="2103" y="2106"/>
                    </a:lnTo>
                    <a:lnTo>
                      <a:pt x="2103" y="2190"/>
                    </a:lnTo>
                    <a:lnTo>
                      <a:pt x="2194" y="2190"/>
                    </a:lnTo>
                    <a:lnTo>
                      <a:pt x="2194" y="2310"/>
                    </a:lnTo>
                    <a:lnTo>
                      <a:pt x="2119" y="2310"/>
                    </a:lnTo>
                    <a:lnTo>
                      <a:pt x="2119" y="3136"/>
                    </a:lnTo>
                    <a:lnTo>
                      <a:pt x="2194" y="3136"/>
                    </a:lnTo>
                    <a:lnTo>
                      <a:pt x="2194" y="3272"/>
                    </a:lnTo>
                    <a:lnTo>
                      <a:pt x="2246" y="3272"/>
                    </a:lnTo>
                    <a:lnTo>
                      <a:pt x="2246" y="3477"/>
                    </a:lnTo>
                    <a:lnTo>
                      <a:pt x="1435" y="3477"/>
                    </a:lnTo>
                    <a:lnTo>
                      <a:pt x="1435" y="3476"/>
                    </a:lnTo>
                    <a:lnTo>
                      <a:pt x="623" y="3476"/>
                    </a:lnTo>
                    <a:lnTo>
                      <a:pt x="623" y="3272"/>
                    </a:lnTo>
                    <a:lnTo>
                      <a:pt x="675" y="3272"/>
                    </a:lnTo>
                    <a:lnTo>
                      <a:pt x="675" y="3134"/>
                    </a:lnTo>
                    <a:lnTo>
                      <a:pt x="750" y="3134"/>
                    </a:lnTo>
                    <a:lnTo>
                      <a:pt x="750" y="2309"/>
                    </a:lnTo>
                    <a:lnTo>
                      <a:pt x="675" y="2309"/>
                    </a:lnTo>
                    <a:lnTo>
                      <a:pt x="675" y="2189"/>
                    </a:lnTo>
                    <a:lnTo>
                      <a:pt x="766" y="2189"/>
                    </a:lnTo>
                    <a:lnTo>
                      <a:pt x="766" y="2105"/>
                    </a:lnTo>
                    <a:lnTo>
                      <a:pt x="770" y="2103"/>
                    </a:lnTo>
                    <a:lnTo>
                      <a:pt x="783" y="2100"/>
                    </a:lnTo>
                    <a:lnTo>
                      <a:pt x="803" y="2096"/>
                    </a:lnTo>
                    <a:lnTo>
                      <a:pt x="828" y="2091"/>
                    </a:lnTo>
                    <a:lnTo>
                      <a:pt x="859" y="2082"/>
                    </a:lnTo>
                    <a:lnTo>
                      <a:pt x="896" y="2074"/>
                    </a:lnTo>
                    <a:lnTo>
                      <a:pt x="936" y="2063"/>
                    </a:lnTo>
                    <a:lnTo>
                      <a:pt x="977" y="2050"/>
                    </a:lnTo>
                    <a:lnTo>
                      <a:pt x="1020" y="2035"/>
                    </a:lnTo>
                    <a:lnTo>
                      <a:pt x="1066" y="2018"/>
                    </a:lnTo>
                    <a:lnTo>
                      <a:pt x="1111" y="2000"/>
                    </a:lnTo>
                    <a:lnTo>
                      <a:pt x="1155" y="1980"/>
                    </a:lnTo>
                    <a:lnTo>
                      <a:pt x="1196" y="1958"/>
                    </a:lnTo>
                    <a:lnTo>
                      <a:pt x="1235" y="1934"/>
                    </a:lnTo>
                    <a:lnTo>
                      <a:pt x="1272" y="1907"/>
                    </a:lnTo>
                    <a:lnTo>
                      <a:pt x="1303" y="1879"/>
                    </a:lnTo>
                    <a:lnTo>
                      <a:pt x="1329" y="1850"/>
                    </a:lnTo>
                    <a:lnTo>
                      <a:pt x="1348" y="1818"/>
                    </a:lnTo>
                    <a:lnTo>
                      <a:pt x="1361" y="1784"/>
                    </a:lnTo>
                    <a:lnTo>
                      <a:pt x="1365" y="1748"/>
                    </a:lnTo>
                    <a:lnTo>
                      <a:pt x="1361" y="1713"/>
                    </a:lnTo>
                    <a:lnTo>
                      <a:pt x="1348" y="1678"/>
                    </a:lnTo>
                    <a:lnTo>
                      <a:pt x="1329" y="1640"/>
                    </a:lnTo>
                    <a:lnTo>
                      <a:pt x="1302" y="1600"/>
                    </a:lnTo>
                    <a:lnTo>
                      <a:pt x="1269" y="1558"/>
                    </a:lnTo>
                    <a:lnTo>
                      <a:pt x="1234" y="1513"/>
                    </a:lnTo>
                    <a:lnTo>
                      <a:pt x="1193" y="1464"/>
                    </a:lnTo>
                    <a:lnTo>
                      <a:pt x="1169" y="1532"/>
                    </a:lnTo>
                    <a:lnTo>
                      <a:pt x="1009" y="1475"/>
                    </a:lnTo>
                    <a:lnTo>
                      <a:pt x="1019" y="1448"/>
                    </a:lnTo>
                    <a:lnTo>
                      <a:pt x="934" y="1450"/>
                    </a:lnTo>
                    <a:lnTo>
                      <a:pt x="851" y="1446"/>
                    </a:lnTo>
                    <a:lnTo>
                      <a:pt x="773" y="1434"/>
                    </a:lnTo>
                    <a:lnTo>
                      <a:pt x="697" y="1418"/>
                    </a:lnTo>
                    <a:lnTo>
                      <a:pt x="625" y="1395"/>
                    </a:lnTo>
                    <a:lnTo>
                      <a:pt x="557" y="1366"/>
                    </a:lnTo>
                    <a:lnTo>
                      <a:pt x="492" y="1331"/>
                    </a:lnTo>
                    <a:lnTo>
                      <a:pt x="431" y="1290"/>
                    </a:lnTo>
                    <a:lnTo>
                      <a:pt x="373" y="1243"/>
                    </a:lnTo>
                    <a:lnTo>
                      <a:pt x="318" y="1188"/>
                    </a:lnTo>
                    <a:lnTo>
                      <a:pt x="270" y="1131"/>
                    </a:lnTo>
                    <a:lnTo>
                      <a:pt x="226" y="1069"/>
                    </a:lnTo>
                    <a:lnTo>
                      <a:pt x="186" y="1006"/>
                    </a:lnTo>
                    <a:lnTo>
                      <a:pt x="152" y="939"/>
                    </a:lnTo>
                    <a:lnTo>
                      <a:pt x="123" y="872"/>
                    </a:lnTo>
                    <a:lnTo>
                      <a:pt x="97" y="803"/>
                    </a:lnTo>
                    <a:lnTo>
                      <a:pt x="76" y="733"/>
                    </a:lnTo>
                    <a:lnTo>
                      <a:pt x="56" y="665"/>
                    </a:lnTo>
                    <a:lnTo>
                      <a:pt x="42" y="596"/>
                    </a:lnTo>
                    <a:lnTo>
                      <a:pt x="29" y="530"/>
                    </a:lnTo>
                    <a:lnTo>
                      <a:pt x="20" y="466"/>
                    </a:lnTo>
                    <a:lnTo>
                      <a:pt x="12" y="405"/>
                    </a:lnTo>
                    <a:lnTo>
                      <a:pt x="7" y="347"/>
                    </a:lnTo>
                    <a:lnTo>
                      <a:pt x="3" y="293"/>
                    </a:lnTo>
                    <a:lnTo>
                      <a:pt x="1" y="244"/>
                    </a:lnTo>
                    <a:lnTo>
                      <a:pt x="0" y="199"/>
                    </a:lnTo>
                    <a:lnTo>
                      <a:pt x="0" y="161"/>
                    </a:lnTo>
                    <a:lnTo>
                      <a:pt x="0" y="129"/>
                    </a:lnTo>
                    <a:lnTo>
                      <a:pt x="0" y="104"/>
                    </a:lnTo>
                    <a:lnTo>
                      <a:pt x="1" y="87"/>
                    </a:lnTo>
                    <a:lnTo>
                      <a:pt x="1" y="79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2ADBED40-E080-4E6B-B5CF-7062114F7A6F}"/>
                  </a:ext>
                </a:extLst>
              </p:cNvPr>
              <p:cNvGrpSpPr/>
              <p:nvPr/>
            </p:nvGrpSpPr>
            <p:grpSpPr>
              <a:xfrm>
                <a:off x="10234401" y="3745152"/>
                <a:ext cx="1500699" cy="2293584"/>
                <a:chOff x="10234401" y="3745152"/>
                <a:chExt cx="1500699" cy="2293584"/>
              </a:xfrm>
              <a:grpFill/>
            </p:grpSpPr>
            <p:sp>
              <p:nvSpPr>
                <p:cNvPr id="32" name="任意多边形: 形状 31">
                  <a:extLst>
                    <a:ext uri="{FF2B5EF4-FFF2-40B4-BE49-F238E27FC236}">
                      <a16:creationId xmlns:a16="http://schemas.microsoft.com/office/drawing/2014/main" id="{4CA4CF65-933B-426E-B0C7-20B6A3F7F6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377791" y="4197743"/>
                  <a:ext cx="340295" cy="479814"/>
                </a:xfrm>
                <a:custGeom>
                  <a:avLst/>
                  <a:gdLst>
                    <a:gd name="T0" fmla="*/ 277 w 300"/>
                    <a:gd name="T1" fmla="*/ 0 h 421"/>
                    <a:gd name="T2" fmla="*/ 278 w 300"/>
                    <a:gd name="T3" fmla="*/ 4 h 421"/>
                    <a:gd name="T4" fmla="*/ 283 w 300"/>
                    <a:gd name="T5" fmla="*/ 14 h 421"/>
                    <a:gd name="T6" fmla="*/ 287 w 300"/>
                    <a:gd name="T7" fmla="*/ 29 h 421"/>
                    <a:gd name="T8" fmla="*/ 293 w 300"/>
                    <a:gd name="T9" fmla="*/ 50 h 421"/>
                    <a:gd name="T10" fmla="*/ 297 w 300"/>
                    <a:gd name="T11" fmla="*/ 77 h 421"/>
                    <a:gd name="T12" fmla="*/ 300 w 300"/>
                    <a:gd name="T13" fmla="*/ 105 h 421"/>
                    <a:gd name="T14" fmla="*/ 300 w 300"/>
                    <a:gd name="T15" fmla="*/ 137 h 421"/>
                    <a:gd name="T16" fmla="*/ 297 w 300"/>
                    <a:gd name="T17" fmla="*/ 172 h 421"/>
                    <a:gd name="T18" fmla="*/ 288 w 300"/>
                    <a:gd name="T19" fmla="*/ 207 h 421"/>
                    <a:gd name="T20" fmla="*/ 274 w 300"/>
                    <a:gd name="T21" fmla="*/ 243 h 421"/>
                    <a:gd name="T22" fmla="*/ 254 w 300"/>
                    <a:gd name="T23" fmla="*/ 280 h 421"/>
                    <a:gd name="T24" fmla="*/ 226 w 300"/>
                    <a:gd name="T25" fmla="*/ 314 h 421"/>
                    <a:gd name="T26" fmla="*/ 196 w 300"/>
                    <a:gd name="T27" fmla="*/ 344 h 421"/>
                    <a:gd name="T28" fmla="*/ 165 w 300"/>
                    <a:gd name="T29" fmla="*/ 368 h 421"/>
                    <a:gd name="T30" fmla="*/ 134 w 300"/>
                    <a:gd name="T31" fmla="*/ 386 h 421"/>
                    <a:gd name="T32" fmla="*/ 105 w 300"/>
                    <a:gd name="T33" fmla="*/ 400 h 421"/>
                    <a:gd name="T34" fmla="*/ 76 w 300"/>
                    <a:gd name="T35" fmla="*/ 410 h 421"/>
                    <a:gd name="T36" fmla="*/ 52 w 300"/>
                    <a:gd name="T37" fmla="*/ 415 h 421"/>
                    <a:gd name="T38" fmla="*/ 34 w 300"/>
                    <a:gd name="T39" fmla="*/ 419 h 421"/>
                    <a:gd name="T40" fmla="*/ 23 w 300"/>
                    <a:gd name="T41" fmla="*/ 421 h 421"/>
                    <a:gd name="T42" fmla="*/ 18 w 300"/>
                    <a:gd name="T43" fmla="*/ 421 h 421"/>
                    <a:gd name="T44" fmla="*/ 17 w 300"/>
                    <a:gd name="T45" fmla="*/ 418 h 421"/>
                    <a:gd name="T46" fmla="*/ 13 w 300"/>
                    <a:gd name="T47" fmla="*/ 407 h 421"/>
                    <a:gd name="T48" fmla="*/ 8 w 300"/>
                    <a:gd name="T49" fmla="*/ 390 h 421"/>
                    <a:gd name="T50" fmla="*/ 3 w 300"/>
                    <a:gd name="T51" fmla="*/ 369 h 421"/>
                    <a:gd name="T52" fmla="*/ 0 w 300"/>
                    <a:gd name="T53" fmla="*/ 342 h 421"/>
                    <a:gd name="T54" fmla="*/ 0 w 300"/>
                    <a:gd name="T55" fmla="*/ 310 h 421"/>
                    <a:gd name="T56" fmla="*/ 3 w 300"/>
                    <a:gd name="T57" fmla="*/ 277 h 421"/>
                    <a:gd name="T58" fmla="*/ 11 w 300"/>
                    <a:gd name="T59" fmla="*/ 240 h 421"/>
                    <a:gd name="T60" fmla="*/ 27 w 300"/>
                    <a:gd name="T61" fmla="*/ 201 h 421"/>
                    <a:gd name="T62" fmla="*/ 49 w 300"/>
                    <a:gd name="T63" fmla="*/ 161 h 421"/>
                    <a:gd name="T64" fmla="*/ 78 w 300"/>
                    <a:gd name="T65" fmla="*/ 124 h 421"/>
                    <a:gd name="T66" fmla="*/ 107 w 300"/>
                    <a:gd name="T67" fmla="*/ 93 h 421"/>
                    <a:gd name="T68" fmla="*/ 137 w 300"/>
                    <a:gd name="T69" fmla="*/ 67 h 421"/>
                    <a:gd name="T70" fmla="*/ 168 w 300"/>
                    <a:gd name="T71" fmla="*/ 46 h 421"/>
                    <a:gd name="T72" fmla="*/ 196 w 300"/>
                    <a:gd name="T73" fmla="*/ 30 h 421"/>
                    <a:gd name="T74" fmla="*/ 223 w 300"/>
                    <a:gd name="T75" fmla="*/ 18 h 421"/>
                    <a:gd name="T76" fmla="*/ 245 w 300"/>
                    <a:gd name="T77" fmla="*/ 9 h 421"/>
                    <a:gd name="T78" fmla="*/ 263 w 300"/>
                    <a:gd name="T79" fmla="*/ 4 h 421"/>
                    <a:gd name="T80" fmla="*/ 274 w 300"/>
                    <a:gd name="T81" fmla="*/ 1 h 421"/>
                    <a:gd name="T82" fmla="*/ 277 w 300"/>
                    <a:gd name="T83" fmla="*/ 0 h 4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00" h="421">
                      <a:moveTo>
                        <a:pt x="277" y="0"/>
                      </a:moveTo>
                      <a:lnTo>
                        <a:pt x="278" y="4"/>
                      </a:lnTo>
                      <a:lnTo>
                        <a:pt x="283" y="14"/>
                      </a:lnTo>
                      <a:lnTo>
                        <a:pt x="287" y="29"/>
                      </a:lnTo>
                      <a:lnTo>
                        <a:pt x="293" y="50"/>
                      </a:lnTo>
                      <a:lnTo>
                        <a:pt x="297" y="77"/>
                      </a:lnTo>
                      <a:lnTo>
                        <a:pt x="300" y="105"/>
                      </a:lnTo>
                      <a:lnTo>
                        <a:pt x="300" y="137"/>
                      </a:lnTo>
                      <a:lnTo>
                        <a:pt x="297" y="172"/>
                      </a:lnTo>
                      <a:lnTo>
                        <a:pt x="288" y="207"/>
                      </a:lnTo>
                      <a:lnTo>
                        <a:pt x="274" y="243"/>
                      </a:lnTo>
                      <a:lnTo>
                        <a:pt x="254" y="280"/>
                      </a:lnTo>
                      <a:lnTo>
                        <a:pt x="226" y="314"/>
                      </a:lnTo>
                      <a:lnTo>
                        <a:pt x="196" y="344"/>
                      </a:lnTo>
                      <a:lnTo>
                        <a:pt x="165" y="368"/>
                      </a:lnTo>
                      <a:lnTo>
                        <a:pt x="134" y="386"/>
                      </a:lnTo>
                      <a:lnTo>
                        <a:pt x="105" y="400"/>
                      </a:lnTo>
                      <a:lnTo>
                        <a:pt x="76" y="410"/>
                      </a:lnTo>
                      <a:lnTo>
                        <a:pt x="52" y="415"/>
                      </a:lnTo>
                      <a:lnTo>
                        <a:pt x="34" y="419"/>
                      </a:lnTo>
                      <a:lnTo>
                        <a:pt x="23" y="421"/>
                      </a:lnTo>
                      <a:lnTo>
                        <a:pt x="18" y="421"/>
                      </a:lnTo>
                      <a:lnTo>
                        <a:pt x="17" y="418"/>
                      </a:lnTo>
                      <a:lnTo>
                        <a:pt x="13" y="407"/>
                      </a:lnTo>
                      <a:lnTo>
                        <a:pt x="8" y="390"/>
                      </a:lnTo>
                      <a:lnTo>
                        <a:pt x="3" y="369"/>
                      </a:lnTo>
                      <a:lnTo>
                        <a:pt x="0" y="342"/>
                      </a:lnTo>
                      <a:lnTo>
                        <a:pt x="0" y="310"/>
                      </a:lnTo>
                      <a:lnTo>
                        <a:pt x="3" y="277"/>
                      </a:lnTo>
                      <a:lnTo>
                        <a:pt x="11" y="240"/>
                      </a:lnTo>
                      <a:lnTo>
                        <a:pt x="27" y="201"/>
                      </a:lnTo>
                      <a:lnTo>
                        <a:pt x="49" y="161"/>
                      </a:lnTo>
                      <a:lnTo>
                        <a:pt x="78" y="124"/>
                      </a:lnTo>
                      <a:lnTo>
                        <a:pt x="107" y="93"/>
                      </a:lnTo>
                      <a:lnTo>
                        <a:pt x="137" y="67"/>
                      </a:lnTo>
                      <a:lnTo>
                        <a:pt x="168" y="46"/>
                      </a:lnTo>
                      <a:lnTo>
                        <a:pt x="196" y="30"/>
                      </a:lnTo>
                      <a:lnTo>
                        <a:pt x="223" y="18"/>
                      </a:lnTo>
                      <a:lnTo>
                        <a:pt x="245" y="9"/>
                      </a:lnTo>
                      <a:lnTo>
                        <a:pt x="263" y="4"/>
                      </a:lnTo>
                      <a:lnTo>
                        <a:pt x="274" y="1"/>
                      </a:lnTo>
                      <a:lnTo>
                        <a:pt x="27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33" name="任意多边形: 形状 32">
                  <a:extLst>
                    <a:ext uri="{FF2B5EF4-FFF2-40B4-BE49-F238E27FC236}">
                      <a16:creationId xmlns:a16="http://schemas.microsoft.com/office/drawing/2014/main" id="{18FCFED6-8578-4404-8663-DE7D70DFD1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877557" y="4167118"/>
                  <a:ext cx="296055" cy="534262"/>
                </a:xfrm>
                <a:custGeom>
                  <a:avLst/>
                  <a:gdLst>
                    <a:gd name="T0" fmla="*/ 59 w 260"/>
                    <a:gd name="T1" fmla="*/ 0 h 470"/>
                    <a:gd name="T2" fmla="*/ 64 w 260"/>
                    <a:gd name="T3" fmla="*/ 1 h 470"/>
                    <a:gd name="T4" fmla="*/ 73 w 260"/>
                    <a:gd name="T5" fmla="*/ 7 h 470"/>
                    <a:gd name="T6" fmla="*/ 89 w 260"/>
                    <a:gd name="T7" fmla="*/ 17 h 470"/>
                    <a:gd name="T8" fmla="*/ 109 w 260"/>
                    <a:gd name="T9" fmla="*/ 29 h 470"/>
                    <a:gd name="T10" fmla="*/ 131 w 260"/>
                    <a:gd name="T11" fmla="*/ 48 h 470"/>
                    <a:gd name="T12" fmla="*/ 155 w 260"/>
                    <a:gd name="T13" fmla="*/ 70 h 470"/>
                    <a:gd name="T14" fmla="*/ 179 w 260"/>
                    <a:gd name="T15" fmla="*/ 98 h 470"/>
                    <a:gd name="T16" fmla="*/ 203 w 260"/>
                    <a:gd name="T17" fmla="*/ 130 h 470"/>
                    <a:gd name="T18" fmla="*/ 225 w 260"/>
                    <a:gd name="T19" fmla="*/ 167 h 470"/>
                    <a:gd name="T20" fmla="*/ 243 w 260"/>
                    <a:gd name="T21" fmla="*/ 210 h 470"/>
                    <a:gd name="T22" fmla="*/ 254 w 260"/>
                    <a:gd name="T23" fmla="*/ 251 h 470"/>
                    <a:gd name="T24" fmla="*/ 260 w 260"/>
                    <a:gd name="T25" fmla="*/ 288 h 470"/>
                    <a:gd name="T26" fmla="*/ 260 w 260"/>
                    <a:gd name="T27" fmla="*/ 323 h 470"/>
                    <a:gd name="T28" fmla="*/ 257 w 260"/>
                    <a:gd name="T29" fmla="*/ 355 h 470"/>
                    <a:gd name="T30" fmla="*/ 250 w 260"/>
                    <a:gd name="T31" fmla="*/ 383 h 470"/>
                    <a:gd name="T32" fmla="*/ 243 w 260"/>
                    <a:gd name="T33" fmla="*/ 409 h 470"/>
                    <a:gd name="T34" fmla="*/ 233 w 260"/>
                    <a:gd name="T35" fmla="*/ 430 h 470"/>
                    <a:gd name="T36" fmla="*/ 225 w 260"/>
                    <a:gd name="T37" fmla="*/ 448 h 470"/>
                    <a:gd name="T38" fmla="*/ 218 w 260"/>
                    <a:gd name="T39" fmla="*/ 459 h 470"/>
                    <a:gd name="T40" fmla="*/ 212 w 260"/>
                    <a:gd name="T41" fmla="*/ 467 h 470"/>
                    <a:gd name="T42" fmla="*/ 211 w 260"/>
                    <a:gd name="T43" fmla="*/ 470 h 470"/>
                    <a:gd name="T44" fmla="*/ 208 w 260"/>
                    <a:gd name="T45" fmla="*/ 469 h 470"/>
                    <a:gd name="T46" fmla="*/ 198 w 260"/>
                    <a:gd name="T47" fmla="*/ 465 h 470"/>
                    <a:gd name="T48" fmla="*/ 184 w 260"/>
                    <a:gd name="T49" fmla="*/ 459 h 470"/>
                    <a:gd name="T50" fmla="*/ 165 w 260"/>
                    <a:gd name="T51" fmla="*/ 449 h 470"/>
                    <a:gd name="T52" fmla="*/ 144 w 260"/>
                    <a:gd name="T53" fmla="*/ 437 h 470"/>
                    <a:gd name="T54" fmla="*/ 120 w 260"/>
                    <a:gd name="T55" fmla="*/ 420 h 470"/>
                    <a:gd name="T56" fmla="*/ 97 w 260"/>
                    <a:gd name="T57" fmla="*/ 400 h 470"/>
                    <a:gd name="T58" fmla="*/ 73 w 260"/>
                    <a:gd name="T59" fmla="*/ 376 h 470"/>
                    <a:gd name="T60" fmla="*/ 51 w 260"/>
                    <a:gd name="T61" fmla="*/ 347 h 470"/>
                    <a:gd name="T62" fmla="*/ 31 w 260"/>
                    <a:gd name="T63" fmla="*/ 315 h 470"/>
                    <a:gd name="T64" fmla="*/ 15 w 260"/>
                    <a:gd name="T65" fmla="*/ 276 h 470"/>
                    <a:gd name="T66" fmla="*/ 4 w 260"/>
                    <a:gd name="T67" fmla="*/ 237 h 470"/>
                    <a:gd name="T68" fmla="*/ 0 w 260"/>
                    <a:gd name="T69" fmla="*/ 199 h 470"/>
                    <a:gd name="T70" fmla="*/ 0 w 260"/>
                    <a:gd name="T71" fmla="*/ 162 h 470"/>
                    <a:gd name="T72" fmla="*/ 6 w 260"/>
                    <a:gd name="T73" fmla="*/ 127 h 470"/>
                    <a:gd name="T74" fmla="*/ 13 w 260"/>
                    <a:gd name="T75" fmla="*/ 97 h 470"/>
                    <a:gd name="T76" fmla="*/ 23 w 260"/>
                    <a:gd name="T77" fmla="*/ 69 h 470"/>
                    <a:gd name="T78" fmla="*/ 32 w 260"/>
                    <a:gd name="T79" fmla="*/ 45 h 470"/>
                    <a:gd name="T80" fmla="*/ 42 w 260"/>
                    <a:gd name="T81" fmla="*/ 27 h 470"/>
                    <a:gd name="T82" fmla="*/ 52 w 260"/>
                    <a:gd name="T83" fmla="*/ 11 h 470"/>
                    <a:gd name="T84" fmla="*/ 58 w 260"/>
                    <a:gd name="T85" fmla="*/ 3 h 470"/>
                    <a:gd name="T86" fmla="*/ 59 w 260"/>
                    <a:gd name="T87" fmla="*/ 0 h 4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260" h="470">
                      <a:moveTo>
                        <a:pt x="59" y="0"/>
                      </a:moveTo>
                      <a:lnTo>
                        <a:pt x="64" y="1"/>
                      </a:lnTo>
                      <a:lnTo>
                        <a:pt x="73" y="7"/>
                      </a:lnTo>
                      <a:lnTo>
                        <a:pt x="89" y="17"/>
                      </a:lnTo>
                      <a:lnTo>
                        <a:pt x="109" y="29"/>
                      </a:lnTo>
                      <a:lnTo>
                        <a:pt x="131" y="48"/>
                      </a:lnTo>
                      <a:lnTo>
                        <a:pt x="155" y="70"/>
                      </a:lnTo>
                      <a:lnTo>
                        <a:pt x="179" y="98"/>
                      </a:lnTo>
                      <a:lnTo>
                        <a:pt x="203" y="130"/>
                      </a:lnTo>
                      <a:lnTo>
                        <a:pt x="225" y="167"/>
                      </a:lnTo>
                      <a:lnTo>
                        <a:pt x="243" y="210"/>
                      </a:lnTo>
                      <a:lnTo>
                        <a:pt x="254" y="251"/>
                      </a:lnTo>
                      <a:lnTo>
                        <a:pt x="260" y="288"/>
                      </a:lnTo>
                      <a:lnTo>
                        <a:pt x="260" y="323"/>
                      </a:lnTo>
                      <a:lnTo>
                        <a:pt x="257" y="355"/>
                      </a:lnTo>
                      <a:lnTo>
                        <a:pt x="250" y="383"/>
                      </a:lnTo>
                      <a:lnTo>
                        <a:pt x="243" y="409"/>
                      </a:lnTo>
                      <a:lnTo>
                        <a:pt x="233" y="430"/>
                      </a:lnTo>
                      <a:lnTo>
                        <a:pt x="225" y="448"/>
                      </a:lnTo>
                      <a:lnTo>
                        <a:pt x="218" y="459"/>
                      </a:lnTo>
                      <a:lnTo>
                        <a:pt x="212" y="467"/>
                      </a:lnTo>
                      <a:lnTo>
                        <a:pt x="211" y="470"/>
                      </a:lnTo>
                      <a:lnTo>
                        <a:pt x="208" y="469"/>
                      </a:lnTo>
                      <a:lnTo>
                        <a:pt x="198" y="465"/>
                      </a:lnTo>
                      <a:lnTo>
                        <a:pt x="184" y="459"/>
                      </a:lnTo>
                      <a:lnTo>
                        <a:pt x="165" y="449"/>
                      </a:lnTo>
                      <a:lnTo>
                        <a:pt x="144" y="437"/>
                      </a:lnTo>
                      <a:lnTo>
                        <a:pt x="120" y="420"/>
                      </a:lnTo>
                      <a:lnTo>
                        <a:pt x="97" y="400"/>
                      </a:lnTo>
                      <a:lnTo>
                        <a:pt x="73" y="376"/>
                      </a:lnTo>
                      <a:lnTo>
                        <a:pt x="51" y="347"/>
                      </a:lnTo>
                      <a:lnTo>
                        <a:pt x="31" y="315"/>
                      </a:lnTo>
                      <a:lnTo>
                        <a:pt x="15" y="276"/>
                      </a:lnTo>
                      <a:lnTo>
                        <a:pt x="4" y="237"/>
                      </a:lnTo>
                      <a:lnTo>
                        <a:pt x="0" y="199"/>
                      </a:lnTo>
                      <a:lnTo>
                        <a:pt x="0" y="162"/>
                      </a:lnTo>
                      <a:lnTo>
                        <a:pt x="6" y="127"/>
                      </a:lnTo>
                      <a:lnTo>
                        <a:pt x="13" y="97"/>
                      </a:lnTo>
                      <a:lnTo>
                        <a:pt x="23" y="69"/>
                      </a:lnTo>
                      <a:lnTo>
                        <a:pt x="32" y="45"/>
                      </a:lnTo>
                      <a:lnTo>
                        <a:pt x="42" y="27"/>
                      </a:lnTo>
                      <a:lnTo>
                        <a:pt x="52" y="11"/>
                      </a:lnTo>
                      <a:lnTo>
                        <a:pt x="58" y="3"/>
                      </a:lnTo>
                      <a:lnTo>
                        <a:pt x="5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34" name="任意多边形: 形状 33">
                  <a:extLst>
                    <a:ext uri="{FF2B5EF4-FFF2-40B4-BE49-F238E27FC236}">
                      <a16:creationId xmlns:a16="http://schemas.microsoft.com/office/drawing/2014/main" id="{69C775D1-C5DD-47B5-A7F6-DC312C1B0B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782274" y="4626514"/>
                  <a:ext cx="279042" cy="551277"/>
                </a:xfrm>
                <a:custGeom>
                  <a:avLst/>
                  <a:gdLst>
                    <a:gd name="T0" fmla="*/ 86 w 246"/>
                    <a:gd name="T1" fmla="*/ 0 h 487"/>
                    <a:gd name="T2" fmla="*/ 89 w 246"/>
                    <a:gd name="T3" fmla="*/ 3 h 487"/>
                    <a:gd name="T4" fmla="*/ 98 w 246"/>
                    <a:gd name="T5" fmla="*/ 9 h 487"/>
                    <a:gd name="T6" fmla="*/ 109 w 246"/>
                    <a:gd name="T7" fmla="*/ 17 h 487"/>
                    <a:gd name="T8" fmla="*/ 125 w 246"/>
                    <a:gd name="T9" fmla="*/ 31 h 487"/>
                    <a:gd name="T10" fmla="*/ 141 w 246"/>
                    <a:gd name="T11" fmla="*/ 48 h 487"/>
                    <a:gd name="T12" fmla="*/ 160 w 246"/>
                    <a:gd name="T13" fmla="*/ 69 h 487"/>
                    <a:gd name="T14" fmla="*/ 180 w 246"/>
                    <a:gd name="T15" fmla="*/ 94 h 487"/>
                    <a:gd name="T16" fmla="*/ 198 w 246"/>
                    <a:gd name="T17" fmla="*/ 122 h 487"/>
                    <a:gd name="T18" fmla="*/ 215 w 246"/>
                    <a:gd name="T19" fmla="*/ 156 h 487"/>
                    <a:gd name="T20" fmla="*/ 229 w 246"/>
                    <a:gd name="T21" fmla="*/ 192 h 487"/>
                    <a:gd name="T22" fmla="*/ 240 w 246"/>
                    <a:gd name="T23" fmla="*/ 233 h 487"/>
                    <a:gd name="T24" fmla="*/ 246 w 246"/>
                    <a:gd name="T25" fmla="*/ 275 h 487"/>
                    <a:gd name="T26" fmla="*/ 246 w 246"/>
                    <a:gd name="T27" fmla="*/ 312 h 487"/>
                    <a:gd name="T28" fmla="*/ 242 w 246"/>
                    <a:gd name="T29" fmla="*/ 347 h 487"/>
                    <a:gd name="T30" fmla="*/ 235 w 246"/>
                    <a:gd name="T31" fmla="*/ 380 h 487"/>
                    <a:gd name="T32" fmla="*/ 225 w 246"/>
                    <a:gd name="T33" fmla="*/ 406 h 487"/>
                    <a:gd name="T34" fmla="*/ 214 w 246"/>
                    <a:gd name="T35" fmla="*/ 430 h 487"/>
                    <a:gd name="T36" fmla="*/ 202 w 246"/>
                    <a:gd name="T37" fmla="*/ 451 h 487"/>
                    <a:gd name="T38" fmla="*/ 191 w 246"/>
                    <a:gd name="T39" fmla="*/ 466 h 487"/>
                    <a:gd name="T40" fmla="*/ 182 w 246"/>
                    <a:gd name="T41" fmla="*/ 478 h 487"/>
                    <a:gd name="T42" fmla="*/ 175 w 246"/>
                    <a:gd name="T43" fmla="*/ 485 h 487"/>
                    <a:gd name="T44" fmla="*/ 174 w 246"/>
                    <a:gd name="T45" fmla="*/ 487 h 487"/>
                    <a:gd name="T46" fmla="*/ 170 w 246"/>
                    <a:gd name="T47" fmla="*/ 486 h 487"/>
                    <a:gd name="T48" fmla="*/ 161 w 246"/>
                    <a:gd name="T49" fmla="*/ 480 h 487"/>
                    <a:gd name="T50" fmla="*/ 149 w 246"/>
                    <a:gd name="T51" fmla="*/ 472 h 487"/>
                    <a:gd name="T52" fmla="*/ 132 w 246"/>
                    <a:gd name="T53" fmla="*/ 461 h 487"/>
                    <a:gd name="T54" fmla="*/ 112 w 246"/>
                    <a:gd name="T55" fmla="*/ 445 h 487"/>
                    <a:gd name="T56" fmla="*/ 91 w 246"/>
                    <a:gd name="T57" fmla="*/ 426 h 487"/>
                    <a:gd name="T58" fmla="*/ 71 w 246"/>
                    <a:gd name="T59" fmla="*/ 403 h 487"/>
                    <a:gd name="T60" fmla="*/ 50 w 246"/>
                    <a:gd name="T61" fmla="*/ 375 h 487"/>
                    <a:gd name="T62" fmla="*/ 31 w 246"/>
                    <a:gd name="T63" fmla="*/ 345 h 487"/>
                    <a:gd name="T64" fmla="*/ 17 w 246"/>
                    <a:gd name="T65" fmla="*/ 310 h 487"/>
                    <a:gd name="T66" fmla="*/ 6 w 246"/>
                    <a:gd name="T67" fmla="*/ 271 h 487"/>
                    <a:gd name="T68" fmla="*/ 0 w 246"/>
                    <a:gd name="T69" fmla="*/ 233 h 487"/>
                    <a:gd name="T70" fmla="*/ 0 w 246"/>
                    <a:gd name="T71" fmla="*/ 196 h 487"/>
                    <a:gd name="T72" fmla="*/ 4 w 246"/>
                    <a:gd name="T73" fmla="*/ 163 h 487"/>
                    <a:gd name="T74" fmla="*/ 11 w 246"/>
                    <a:gd name="T75" fmla="*/ 132 h 487"/>
                    <a:gd name="T76" fmla="*/ 23 w 246"/>
                    <a:gd name="T77" fmla="*/ 103 h 487"/>
                    <a:gd name="T78" fmla="*/ 34 w 246"/>
                    <a:gd name="T79" fmla="*/ 77 h 487"/>
                    <a:gd name="T80" fmla="*/ 47 w 246"/>
                    <a:gd name="T81" fmla="*/ 55 h 487"/>
                    <a:gd name="T82" fmla="*/ 58 w 246"/>
                    <a:gd name="T83" fmla="*/ 37 h 487"/>
                    <a:gd name="T84" fmla="*/ 69 w 246"/>
                    <a:gd name="T85" fmla="*/ 21 h 487"/>
                    <a:gd name="T86" fmla="*/ 78 w 246"/>
                    <a:gd name="T87" fmla="*/ 10 h 487"/>
                    <a:gd name="T88" fmla="*/ 85 w 246"/>
                    <a:gd name="T89" fmla="*/ 3 h 487"/>
                    <a:gd name="T90" fmla="*/ 86 w 246"/>
                    <a:gd name="T91" fmla="*/ 0 h 4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6" h="487">
                      <a:moveTo>
                        <a:pt x="86" y="0"/>
                      </a:moveTo>
                      <a:lnTo>
                        <a:pt x="89" y="3"/>
                      </a:lnTo>
                      <a:lnTo>
                        <a:pt x="98" y="9"/>
                      </a:lnTo>
                      <a:lnTo>
                        <a:pt x="109" y="17"/>
                      </a:lnTo>
                      <a:lnTo>
                        <a:pt x="125" y="31"/>
                      </a:lnTo>
                      <a:lnTo>
                        <a:pt x="141" y="48"/>
                      </a:lnTo>
                      <a:lnTo>
                        <a:pt x="160" y="69"/>
                      </a:lnTo>
                      <a:lnTo>
                        <a:pt x="180" y="94"/>
                      </a:lnTo>
                      <a:lnTo>
                        <a:pt x="198" y="122"/>
                      </a:lnTo>
                      <a:lnTo>
                        <a:pt x="215" y="156"/>
                      </a:lnTo>
                      <a:lnTo>
                        <a:pt x="229" y="192"/>
                      </a:lnTo>
                      <a:lnTo>
                        <a:pt x="240" y="233"/>
                      </a:lnTo>
                      <a:lnTo>
                        <a:pt x="246" y="275"/>
                      </a:lnTo>
                      <a:lnTo>
                        <a:pt x="246" y="312"/>
                      </a:lnTo>
                      <a:lnTo>
                        <a:pt x="242" y="347"/>
                      </a:lnTo>
                      <a:lnTo>
                        <a:pt x="235" y="380"/>
                      </a:lnTo>
                      <a:lnTo>
                        <a:pt x="225" y="406"/>
                      </a:lnTo>
                      <a:lnTo>
                        <a:pt x="214" y="430"/>
                      </a:lnTo>
                      <a:lnTo>
                        <a:pt x="202" y="451"/>
                      </a:lnTo>
                      <a:lnTo>
                        <a:pt x="191" y="466"/>
                      </a:lnTo>
                      <a:lnTo>
                        <a:pt x="182" y="478"/>
                      </a:lnTo>
                      <a:lnTo>
                        <a:pt x="175" y="485"/>
                      </a:lnTo>
                      <a:lnTo>
                        <a:pt x="174" y="487"/>
                      </a:lnTo>
                      <a:lnTo>
                        <a:pt x="170" y="486"/>
                      </a:lnTo>
                      <a:lnTo>
                        <a:pt x="161" y="480"/>
                      </a:lnTo>
                      <a:lnTo>
                        <a:pt x="149" y="472"/>
                      </a:lnTo>
                      <a:lnTo>
                        <a:pt x="132" y="461"/>
                      </a:lnTo>
                      <a:lnTo>
                        <a:pt x="112" y="445"/>
                      </a:lnTo>
                      <a:lnTo>
                        <a:pt x="91" y="426"/>
                      </a:lnTo>
                      <a:lnTo>
                        <a:pt x="71" y="403"/>
                      </a:lnTo>
                      <a:lnTo>
                        <a:pt x="50" y="375"/>
                      </a:lnTo>
                      <a:lnTo>
                        <a:pt x="31" y="345"/>
                      </a:lnTo>
                      <a:lnTo>
                        <a:pt x="17" y="310"/>
                      </a:lnTo>
                      <a:lnTo>
                        <a:pt x="6" y="271"/>
                      </a:lnTo>
                      <a:lnTo>
                        <a:pt x="0" y="233"/>
                      </a:lnTo>
                      <a:lnTo>
                        <a:pt x="0" y="196"/>
                      </a:lnTo>
                      <a:lnTo>
                        <a:pt x="4" y="163"/>
                      </a:lnTo>
                      <a:lnTo>
                        <a:pt x="11" y="132"/>
                      </a:lnTo>
                      <a:lnTo>
                        <a:pt x="23" y="103"/>
                      </a:lnTo>
                      <a:lnTo>
                        <a:pt x="34" y="77"/>
                      </a:lnTo>
                      <a:lnTo>
                        <a:pt x="47" y="55"/>
                      </a:lnTo>
                      <a:lnTo>
                        <a:pt x="58" y="37"/>
                      </a:lnTo>
                      <a:lnTo>
                        <a:pt x="69" y="21"/>
                      </a:lnTo>
                      <a:lnTo>
                        <a:pt x="78" y="10"/>
                      </a:lnTo>
                      <a:lnTo>
                        <a:pt x="85" y="3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35" name="任意多边形: 形状 34">
                  <a:extLst>
                    <a:ext uri="{FF2B5EF4-FFF2-40B4-BE49-F238E27FC236}">
                      <a16:creationId xmlns:a16="http://schemas.microsoft.com/office/drawing/2014/main" id="{27DFBF6C-A631-49E9-A13B-8DF11143FF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527054" y="4932779"/>
                  <a:ext cx="272236" cy="558083"/>
                </a:xfrm>
                <a:custGeom>
                  <a:avLst/>
                  <a:gdLst>
                    <a:gd name="T0" fmla="*/ 109 w 242"/>
                    <a:gd name="T1" fmla="*/ 0 h 492"/>
                    <a:gd name="T2" fmla="*/ 112 w 242"/>
                    <a:gd name="T3" fmla="*/ 2 h 492"/>
                    <a:gd name="T4" fmla="*/ 119 w 242"/>
                    <a:gd name="T5" fmla="*/ 8 h 492"/>
                    <a:gd name="T6" fmla="*/ 130 w 242"/>
                    <a:gd name="T7" fmla="*/ 19 h 492"/>
                    <a:gd name="T8" fmla="*/ 143 w 242"/>
                    <a:gd name="T9" fmla="*/ 33 h 492"/>
                    <a:gd name="T10" fmla="*/ 159 w 242"/>
                    <a:gd name="T11" fmla="*/ 51 h 492"/>
                    <a:gd name="T12" fmla="*/ 176 w 242"/>
                    <a:gd name="T13" fmla="*/ 75 h 492"/>
                    <a:gd name="T14" fmla="*/ 193 w 242"/>
                    <a:gd name="T15" fmla="*/ 102 h 492"/>
                    <a:gd name="T16" fmla="*/ 208 w 242"/>
                    <a:gd name="T17" fmla="*/ 131 h 492"/>
                    <a:gd name="T18" fmla="*/ 222 w 242"/>
                    <a:gd name="T19" fmla="*/ 166 h 492"/>
                    <a:gd name="T20" fmla="*/ 232 w 242"/>
                    <a:gd name="T21" fmla="*/ 204 h 492"/>
                    <a:gd name="T22" fmla="*/ 241 w 242"/>
                    <a:gd name="T23" fmla="*/ 246 h 492"/>
                    <a:gd name="T24" fmla="*/ 242 w 242"/>
                    <a:gd name="T25" fmla="*/ 288 h 492"/>
                    <a:gd name="T26" fmla="*/ 239 w 242"/>
                    <a:gd name="T27" fmla="*/ 326 h 492"/>
                    <a:gd name="T28" fmla="*/ 231 w 242"/>
                    <a:gd name="T29" fmla="*/ 361 h 492"/>
                    <a:gd name="T30" fmla="*/ 221 w 242"/>
                    <a:gd name="T31" fmla="*/ 390 h 492"/>
                    <a:gd name="T32" fmla="*/ 208 w 242"/>
                    <a:gd name="T33" fmla="*/ 416 h 492"/>
                    <a:gd name="T34" fmla="*/ 195 w 242"/>
                    <a:gd name="T35" fmla="*/ 440 h 492"/>
                    <a:gd name="T36" fmla="*/ 181 w 242"/>
                    <a:gd name="T37" fmla="*/ 458 h 492"/>
                    <a:gd name="T38" fmla="*/ 169 w 242"/>
                    <a:gd name="T39" fmla="*/ 472 h 492"/>
                    <a:gd name="T40" fmla="*/ 159 w 242"/>
                    <a:gd name="T41" fmla="*/ 484 h 492"/>
                    <a:gd name="T42" fmla="*/ 152 w 242"/>
                    <a:gd name="T43" fmla="*/ 491 h 492"/>
                    <a:gd name="T44" fmla="*/ 150 w 242"/>
                    <a:gd name="T45" fmla="*/ 492 h 492"/>
                    <a:gd name="T46" fmla="*/ 146 w 242"/>
                    <a:gd name="T47" fmla="*/ 491 h 492"/>
                    <a:gd name="T48" fmla="*/ 139 w 242"/>
                    <a:gd name="T49" fmla="*/ 485 h 492"/>
                    <a:gd name="T50" fmla="*/ 126 w 242"/>
                    <a:gd name="T51" fmla="*/ 475 h 492"/>
                    <a:gd name="T52" fmla="*/ 111 w 242"/>
                    <a:gd name="T53" fmla="*/ 461 h 492"/>
                    <a:gd name="T54" fmla="*/ 92 w 242"/>
                    <a:gd name="T55" fmla="*/ 444 h 492"/>
                    <a:gd name="T56" fmla="*/ 74 w 242"/>
                    <a:gd name="T57" fmla="*/ 423 h 492"/>
                    <a:gd name="T58" fmla="*/ 54 w 242"/>
                    <a:gd name="T59" fmla="*/ 398 h 492"/>
                    <a:gd name="T60" fmla="*/ 37 w 242"/>
                    <a:gd name="T61" fmla="*/ 370 h 492"/>
                    <a:gd name="T62" fmla="*/ 22 w 242"/>
                    <a:gd name="T63" fmla="*/ 337 h 492"/>
                    <a:gd name="T64" fmla="*/ 10 w 242"/>
                    <a:gd name="T65" fmla="*/ 300 h 492"/>
                    <a:gd name="T66" fmla="*/ 3 w 242"/>
                    <a:gd name="T67" fmla="*/ 260 h 492"/>
                    <a:gd name="T68" fmla="*/ 0 w 242"/>
                    <a:gd name="T69" fmla="*/ 222 h 492"/>
                    <a:gd name="T70" fmla="*/ 5 w 242"/>
                    <a:gd name="T71" fmla="*/ 187 h 492"/>
                    <a:gd name="T72" fmla="*/ 12 w 242"/>
                    <a:gd name="T73" fmla="*/ 153 h 492"/>
                    <a:gd name="T74" fmla="*/ 22 w 242"/>
                    <a:gd name="T75" fmla="*/ 124 h 492"/>
                    <a:gd name="T76" fmla="*/ 34 w 242"/>
                    <a:gd name="T77" fmla="*/ 96 h 492"/>
                    <a:gd name="T78" fmla="*/ 48 w 242"/>
                    <a:gd name="T79" fmla="*/ 71 h 492"/>
                    <a:gd name="T80" fmla="*/ 64 w 242"/>
                    <a:gd name="T81" fmla="*/ 50 h 492"/>
                    <a:gd name="T82" fmla="*/ 77 w 242"/>
                    <a:gd name="T83" fmla="*/ 33 h 492"/>
                    <a:gd name="T84" fmla="*/ 89 w 242"/>
                    <a:gd name="T85" fmla="*/ 18 h 492"/>
                    <a:gd name="T86" fmla="*/ 99 w 242"/>
                    <a:gd name="T87" fmla="*/ 8 h 492"/>
                    <a:gd name="T88" fmla="*/ 106 w 242"/>
                    <a:gd name="T89" fmla="*/ 2 h 492"/>
                    <a:gd name="T90" fmla="*/ 109 w 242"/>
                    <a:gd name="T91" fmla="*/ 0 h 4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2" h="492">
                      <a:moveTo>
                        <a:pt x="109" y="0"/>
                      </a:moveTo>
                      <a:lnTo>
                        <a:pt x="112" y="2"/>
                      </a:lnTo>
                      <a:lnTo>
                        <a:pt x="119" y="8"/>
                      </a:lnTo>
                      <a:lnTo>
                        <a:pt x="130" y="19"/>
                      </a:lnTo>
                      <a:lnTo>
                        <a:pt x="143" y="33"/>
                      </a:lnTo>
                      <a:lnTo>
                        <a:pt x="159" y="51"/>
                      </a:lnTo>
                      <a:lnTo>
                        <a:pt x="176" y="75"/>
                      </a:lnTo>
                      <a:lnTo>
                        <a:pt x="193" y="102"/>
                      </a:lnTo>
                      <a:lnTo>
                        <a:pt x="208" y="131"/>
                      </a:lnTo>
                      <a:lnTo>
                        <a:pt x="222" y="166"/>
                      </a:lnTo>
                      <a:lnTo>
                        <a:pt x="232" y="204"/>
                      </a:lnTo>
                      <a:lnTo>
                        <a:pt x="241" y="246"/>
                      </a:lnTo>
                      <a:lnTo>
                        <a:pt x="242" y="288"/>
                      </a:lnTo>
                      <a:lnTo>
                        <a:pt x="239" y="326"/>
                      </a:lnTo>
                      <a:lnTo>
                        <a:pt x="231" y="361"/>
                      </a:lnTo>
                      <a:lnTo>
                        <a:pt x="221" y="390"/>
                      </a:lnTo>
                      <a:lnTo>
                        <a:pt x="208" y="416"/>
                      </a:lnTo>
                      <a:lnTo>
                        <a:pt x="195" y="440"/>
                      </a:lnTo>
                      <a:lnTo>
                        <a:pt x="181" y="458"/>
                      </a:lnTo>
                      <a:lnTo>
                        <a:pt x="169" y="472"/>
                      </a:lnTo>
                      <a:lnTo>
                        <a:pt x="159" y="484"/>
                      </a:lnTo>
                      <a:lnTo>
                        <a:pt x="152" y="491"/>
                      </a:lnTo>
                      <a:lnTo>
                        <a:pt x="150" y="492"/>
                      </a:lnTo>
                      <a:lnTo>
                        <a:pt x="146" y="491"/>
                      </a:lnTo>
                      <a:lnTo>
                        <a:pt x="139" y="485"/>
                      </a:lnTo>
                      <a:lnTo>
                        <a:pt x="126" y="475"/>
                      </a:lnTo>
                      <a:lnTo>
                        <a:pt x="111" y="461"/>
                      </a:lnTo>
                      <a:lnTo>
                        <a:pt x="92" y="444"/>
                      </a:lnTo>
                      <a:lnTo>
                        <a:pt x="74" y="423"/>
                      </a:lnTo>
                      <a:lnTo>
                        <a:pt x="54" y="398"/>
                      </a:lnTo>
                      <a:lnTo>
                        <a:pt x="37" y="370"/>
                      </a:lnTo>
                      <a:lnTo>
                        <a:pt x="22" y="337"/>
                      </a:lnTo>
                      <a:lnTo>
                        <a:pt x="10" y="300"/>
                      </a:lnTo>
                      <a:lnTo>
                        <a:pt x="3" y="260"/>
                      </a:lnTo>
                      <a:lnTo>
                        <a:pt x="0" y="222"/>
                      </a:lnTo>
                      <a:lnTo>
                        <a:pt x="5" y="187"/>
                      </a:lnTo>
                      <a:lnTo>
                        <a:pt x="12" y="153"/>
                      </a:lnTo>
                      <a:lnTo>
                        <a:pt x="22" y="124"/>
                      </a:lnTo>
                      <a:lnTo>
                        <a:pt x="34" y="96"/>
                      </a:lnTo>
                      <a:lnTo>
                        <a:pt x="48" y="71"/>
                      </a:lnTo>
                      <a:lnTo>
                        <a:pt x="64" y="50"/>
                      </a:lnTo>
                      <a:lnTo>
                        <a:pt x="77" y="33"/>
                      </a:lnTo>
                      <a:lnTo>
                        <a:pt x="89" y="18"/>
                      </a:lnTo>
                      <a:lnTo>
                        <a:pt x="99" y="8"/>
                      </a:lnTo>
                      <a:lnTo>
                        <a:pt x="106" y="2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22BE1ED3-3AC7-4C2F-9A11-191B6EFB3C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234401" y="5239045"/>
                  <a:ext cx="272236" cy="547873"/>
                </a:xfrm>
                <a:custGeom>
                  <a:avLst/>
                  <a:gdLst>
                    <a:gd name="T0" fmla="*/ 182 w 241"/>
                    <a:gd name="T1" fmla="*/ 0 h 482"/>
                    <a:gd name="T2" fmla="*/ 183 w 241"/>
                    <a:gd name="T3" fmla="*/ 2 h 482"/>
                    <a:gd name="T4" fmla="*/ 189 w 241"/>
                    <a:gd name="T5" fmla="*/ 11 h 482"/>
                    <a:gd name="T6" fmla="*/ 196 w 241"/>
                    <a:gd name="T7" fmla="*/ 23 h 482"/>
                    <a:gd name="T8" fmla="*/ 206 w 241"/>
                    <a:gd name="T9" fmla="*/ 42 h 482"/>
                    <a:gd name="T10" fmla="*/ 215 w 241"/>
                    <a:gd name="T11" fmla="*/ 64 h 482"/>
                    <a:gd name="T12" fmla="*/ 224 w 241"/>
                    <a:gd name="T13" fmla="*/ 91 h 482"/>
                    <a:gd name="T14" fmla="*/ 233 w 241"/>
                    <a:gd name="T15" fmla="*/ 120 h 482"/>
                    <a:gd name="T16" fmla="*/ 239 w 241"/>
                    <a:gd name="T17" fmla="*/ 153 h 482"/>
                    <a:gd name="T18" fmla="*/ 241 w 241"/>
                    <a:gd name="T19" fmla="*/ 190 h 482"/>
                    <a:gd name="T20" fmla="*/ 241 w 241"/>
                    <a:gd name="T21" fmla="*/ 230 h 482"/>
                    <a:gd name="T22" fmla="*/ 236 w 241"/>
                    <a:gd name="T23" fmla="*/ 272 h 482"/>
                    <a:gd name="T24" fmla="*/ 226 w 241"/>
                    <a:gd name="T25" fmla="*/ 313 h 482"/>
                    <a:gd name="T26" fmla="*/ 212 w 241"/>
                    <a:gd name="T27" fmla="*/ 348 h 482"/>
                    <a:gd name="T28" fmla="*/ 195 w 241"/>
                    <a:gd name="T29" fmla="*/ 379 h 482"/>
                    <a:gd name="T30" fmla="*/ 175 w 241"/>
                    <a:gd name="T31" fmla="*/ 405 h 482"/>
                    <a:gd name="T32" fmla="*/ 155 w 241"/>
                    <a:gd name="T33" fmla="*/ 428 h 482"/>
                    <a:gd name="T34" fmla="*/ 137 w 241"/>
                    <a:gd name="T35" fmla="*/ 445 h 482"/>
                    <a:gd name="T36" fmla="*/ 118 w 241"/>
                    <a:gd name="T37" fmla="*/ 459 h 482"/>
                    <a:gd name="T38" fmla="*/ 101 w 241"/>
                    <a:gd name="T39" fmla="*/ 470 h 482"/>
                    <a:gd name="T40" fmla="*/ 89 w 241"/>
                    <a:gd name="T41" fmla="*/ 477 h 482"/>
                    <a:gd name="T42" fmla="*/ 80 w 241"/>
                    <a:gd name="T43" fmla="*/ 481 h 482"/>
                    <a:gd name="T44" fmla="*/ 77 w 241"/>
                    <a:gd name="T45" fmla="*/ 482 h 482"/>
                    <a:gd name="T46" fmla="*/ 75 w 241"/>
                    <a:gd name="T47" fmla="*/ 480 h 482"/>
                    <a:gd name="T48" fmla="*/ 69 w 241"/>
                    <a:gd name="T49" fmla="*/ 473 h 482"/>
                    <a:gd name="T50" fmla="*/ 59 w 241"/>
                    <a:gd name="T51" fmla="*/ 459 h 482"/>
                    <a:gd name="T52" fmla="*/ 48 w 241"/>
                    <a:gd name="T53" fmla="*/ 442 h 482"/>
                    <a:gd name="T54" fmla="*/ 36 w 241"/>
                    <a:gd name="T55" fmla="*/ 421 h 482"/>
                    <a:gd name="T56" fmla="*/ 25 w 241"/>
                    <a:gd name="T57" fmla="*/ 396 h 482"/>
                    <a:gd name="T58" fmla="*/ 14 w 241"/>
                    <a:gd name="T59" fmla="*/ 366 h 482"/>
                    <a:gd name="T60" fmla="*/ 5 w 241"/>
                    <a:gd name="T61" fmla="*/ 333 h 482"/>
                    <a:gd name="T62" fmla="*/ 1 w 241"/>
                    <a:gd name="T63" fmla="*/ 298 h 482"/>
                    <a:gd name="T64" fmla="*/ 0 w 241"/>
                    <a:gd name="T65" fmla="*/ 258 h 482"/>
                    <a:gd name="T66" fmla="*/ 5 w 241"/>
                    <a:gd name="T67" fmla="*/ 218 h 482"/>
                    <a:gd name="T68" fmla="*/ 15 w 241"/>
                    <a:gd name="T69" fmla="*/ 179 h 482"/>
                    <a:gd name="T70" fmla="*/ 31 w 241"/>
                    <a:gd name="T71" fmla="*/ 142 h 482"/>
                    <a:gd name="T72" fmla="*/ 49 w 241"/>
                    <a:gd name="T73" fmla="*/ 112 h 482"/>
                    <a:gd name="T74" fmla="*/ 70 w 241"/>
                    <a:gd name="T75" fmla="*/ 85 h 482"/>
                    <a:gd name="T76" fmla="*/ 93 w 241"/>
                    <a:gd name="T77" fmla="*/ 61 h 482"/>
                    <a:gd name="T78" fmla="*/ 114 w 241"/>
                    <a:gd name="T79" fmla="*/ 42 h 482"/>
                    <a:gd name="T80" fmla="*/ 135 w 241"/>
                    <a:gd name="T81" fmla="*/ 26 h 482"/>
                    <a:gd name="T82" fmla="*/ 154 w 241"/>
                    <a:gd name="T83" fmla="*/ 15 h 482"/>
                    <a:gd name="T84" fmla="*/ 169 w 241"/>
                    <a:gd name="T85" fmla="*/ 7 h 482"/>
                    <a:gd name="T86" fmla="*/ 178 w 241"/>
                    <a:gd name="T87" fmla="*/ 1 h 482"/>
                    <a:gd name="T88" fmla="*/ 182 w 241"/>
                    <a:gd name="T89" fmla="*/ 0 h 4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241" h="482">
                      <a:moveTo>
                        <a:pt x="182" y="0"/>
                      </a:moveTo>
                      <a:lnTo>
                        <a:pt x="183" y="2"/>
                      </a:lnTo>
                      <a:lnTo>
                        <a:pt x="189" y="11"/>
                      </a:lnTo>
                      <a:lnTo>
                        <a:pt x="196" y="23"/>
                      </a:lnTo>
                      <a:lnTo>
                        <a:pt x="206" y="42"/>
                      </a:lnTo>
                      <a:lnTo>
                        <a:pt x="215" y="64"/>
                      </a:lnTo>
                      <a:lnTo>
                        <a:pt x="224" y="91"/>
                      </a:lnTo>
                      <a:lnTo>
                        <a:pt x="233" y="120"/>
                      </a:lnTo>
                      <a:lnTo>
                        <a:pt x="239" y="153"/>
                      </a:lnTo>
                      <a:lnTo>
                        <a:pt x="241" y="190"/>
                      </a:lnTo>
                      <a:lnTo>
                        <a:pt x="241" y="230"/>
                      </a:lnTo>
                      <a:lnTo>
                        <a:pt x="236" y="272"/>
                      </a:lnTo>
                      <a:lnTo>
                        <a:pt x="226" y="313"/>
                      </a:lnTo>
                      <a:lnTo>
                        <a:pt x="212" y="348"/>
                      </a:lnTo>
                      <a:lnTo>
                        <a:pt x="195" y="379"/>
                      </a:lnTo>
                      <a:lnTo>
                        <a:pt x="175" y="405"/>
                      </a:lnTo>
                      <a:lnTo>
                        <a:pt x="155" y="428"/>
                      </a:lnTo>
                      <a:lnTo>
                        <a:pt x="137" y="445"/>
                      </a:lnTo>
                      <a:lnTo>
                        <a:pt x="118" y="459"/>
                      </a:lnTo>
                      <a:lnTo>
                        <a:pt x="101" y="470"/>
                      </a:lnTo>
                      <a:lnTo>
                        <a:pt x="89" y="477"/>
                      </a:lnTo>
                      <a:lnTo>
                        <a:pt x="80" y="481"/>
                      </a:lnTo>
                      <a:lnTo>
                        <a:pt x="77" y="482"/>
                      </a:lnTo>
                      <a:lnTo>
                        <a:pt x="75" y="480"/>
                      </a:lnTo>
                      <a:lnTo>
                        <a:pt x="69" y="473"/>
                      </a:lnTo>
                      <a:lnTo>
                        <a:pt x="59" y="459"/>
                      </a:lnTo>
                      <a:lnTo>
                        <a:pt x="48" y="442"/>
                      </a:lnTo>
                      <a:lnTo>
                        <a:pt x="36" y="421"/>
                      </a:lnTo>
                      <a:lnTo>
                        <a:pt x="25" y="396"/>
                      </a:lnTo>
                      <a:lnTo>
                        <a:pt x="14" y="366"/>
                      </a:lnTo>
                      <a:lnTo>
                        <a:pt x="5" y="333"/>
                      </a:lnTo>
                      <a:lnTo>
                        <a:pt x="1" y="298"/>
                      </a:lnTo>
                      <a:lnTo>
                        <a:pt x="0" y="258"/>
                      </a:lnTo>
                      <a:lnTo>
                        <a:pt x="5" y="218"/>
                      </a:lnTo>
                      <a:lnTo>
                        <a:pt x="15" y="179"/>
                      </a:lnTo>
                      <a:lnTo>
                        <a:pt x="31" y="142"/>
                      </a:lnTo>
                      <a:lnTo>
                        <a:pt x="49" y="112"/>
                      </a:lnTo>
                      <a:lnTo>
                        <a:pt x="70" y="85"/>
                      </a:lnTo>
                      <a:lnTo>
                        <a:pt x="93" y="61"/>
                      </a:lnTo>
                      <a:lnTo>
                        <a:pt x="114" y="42"/>
                      </a:lnTo>
                      <a:lnTo>
                        <a:pt x="135" y="26"/>
                      </a:lnTo>
                      <a:lnTo>
                        <a:pt x="154" y="15"/>
                      </a:lnTo>
                      <a:lnTo>
                        <a:pt x="169" y="7"/>
                      </a:lnTo>
                      <a:lnTo>
                        <a:pt x="178" y="1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37" name="任意多边形: 形状 36">
                  <a:extLst>
                    <a:ext uri="{FF2B5EF4-FFF2-40B4-BE49-F238E27FC236}">
                      <a16:creationId xmlns:a16="http://schemas.microsoft.com/office/drawing/2014/main" id="{4270B07A-0D76-4A08-8A1D-F3907CCF0F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25973" y="3745152"/>
                  <a:ext cx="272236" cy="558083"/>
                </a:xfrm>
                <a:custGeom>
                  <a:avLst/>
                  <a:gdLst>
                    <a:gd name="T0" fmla="*/ 99 w 238"/>
                    <a:gd name="T1" fmla="*/ 0 h 492"/>
                    <a:gd name="T2" fmla="*/ 102 w 238"/>
                    <a:gd name="T3" fmla="*/ 1 h 492"/>
                    <a:gd name="T4" fmla="*/ 112 w 238"/>
                    <a:gd name="T5" fmla="*/ 8 h 492"/>
                    <a:gd name="T6" fmla="*/ 125 w 238"/>
                    <a:gd name="T7" fmla="*/ 19 h 492"/>
                    <a:gd name="T8" fmla="*/ 140 w 238"/>
                    <a:gd name="T9" fmla="*/ 33 h 492"/>
                    <a:gd name="T10" fmla="*/ 159 w 238"/>
                    <a:gd name="T11" fmla="*/ 53 h 492"/>
                    <a:gd name="T12" fmla="*/ 177 w 238"/>
                    <a:gd name="T13" fmla="*/ 75 h 492"/>
                    <a:gd name="T14" fmla="*/ 196 w 238"/>
                    <a:gd name="T15" fmla="*/ 102 h 492"/>
                    <a:gd name="T16" fmla="*/ 212 w 238"/>
                    <a:gd name="T17" fmla="*/ 133 h 492"/>
                    <a:gd name="T18" fmla="*/ 225 w 238"/>
                    <a:gd name="T19" fmla="*/ 166 h 492"/>
                    <a:gd name="T20" fmla="*/ 234 w 238"/>
                    <a:gd name="T21" fmla="*/ 204 h 492"/>
                    <a:gd name="T22" fmla="*/ 238 w 238"/>
                    <a:gd name="T23" fmla="*/ 245 h 492"/>
                    <a:gd name="T24" fmla="*/ 235 w 238"/>
                    <a:gd name="T25" fmla="*/ 287 h 492"/>
                    <a:gd name="T26" fmla="*/ 228 w 238"/>
                    <a:gd name="T27" fmla="*/ 325 h 492"/>
                    <a:gd name="T28" fmla="*/ 218 w 238"/>
                    <a:gd name="T29" fmla="*/ 358 h 492"/>
                    <a:gd name="T30" fmla="*/ 204 w 238"/>
                    <a:gd name="T31" fmla="*/ 389 h 492"/>
                    <a:gd name="T32" fmla="*/ 188 w 238"/>
                    <a:gd name="T33" fmla="*/ 415 h 492"/>
                    <a:gd name="T34" fmla="*/ 173 w 238"/>
                    <a:gd name="T35" fmla="*/ 439 h 492"/>
                    <a:gd name="T36" fmla="*/ 157 w 238"/>
                    <a:gd name="T37" fmla="*/ 457 h 492"/>
                    <a:gd name="T38" fmla="*/ 143 w 238"/>
                    <a:gd name="T39" fmla="*/ 473 h 492"/>
                    <a:gd name="T40" fmla="*/ 132 w 238"/>
                    <a:gd name="T41" fmla="*/ 484 h 492"/>
                    <a:gd name="T42" fmla="*/ 125 w 238"/>
                    <a:gd name="T43" fmla="*/ 491 h 492"/>
                    <a:gd name="T44" fmla="*/ 122 w 238"/>
                    <a:gd name="T45" fmla="*/ 492 h 492"/>
                    <a:gd name="T46" fmla="*/ 119 w 238"/>
                    <a:gd name="T47" fmla="*/ 491 h 492"/>
                    <a:gd name="T48" fmla="*/ 111 w 238"/>
                    <a:gd name="T49" fmla="*/ 485 h 492"/>
                    <a:gd name="T50" fmla="*/ 99 w 238"/>
                    <a:gd name="T51" fmla="*/ 477 h 492"/>
                    <a:gd name="T52" fmla="*/ 85 w 238"/>
                    <a:gd name="T53" fmla="*/ 463 h 492"/>
                    <a:gd name="T54" fmla="*/ 70 w 238"/>
                    <a:gd name="T55" fmla="*/ 446 h 492"/>
                    <a:gd name="T56" fmla="*/ 54 w 238"/>
                    <a:gd name="T57" fmla="*/ 425 h 492"/>
                    <a:gd name="T58" fmla="*/ 37 w 238"/>
                    <a:gd name="T59" fmla="*/ 401 h 492"/>
                    <a:gd name="T60" fmla="*/ 23 w 238"/>
                    <a:gd name="T61" fmla="*/ 372 h 492"/>
                    <a:gd name="T62" fmla="*/ 12 w 238"/>
                    <a:gd name="T63" fmla="*/ 338 h 492"/>
                    <a:gd name="T64" fmla="*/ 5 w 238"/>
                    <a:gd name="T65" fmla="*/ 302 h 492"/>
                    <a:gd name="T66" fmla="*/ 0 w 238"/>
                    <a:gd name="T67" fmla="*/ 260 h 492"/>
                    <a:gd name="T68" fmla="*/ 3 w 238"/>
                    <a:gd name="T69" fmla="*/ 217 h 492"/>
                    <a:gd name="T70" fmla="*/ 9 w 238"/>
                    <a:gd name="T71" fmla="*/ 178 h 492"/>
                    <a:gd name="T72" fmla="*/ 19 w 238"/>
                    <a:gd name="T73" fmla="*/ 143 h 492"/>
                    <a:gd name="T74" fmla="*/ 30 w 238"/>
                    <a:gd name="T75" fmla="*/ 110 h 492"/>
                    <a:gd name="T76" fmla="*/ 43 w 238"/>
                    <a:gd name="T77" fmla="*/ 82 h 492"/>
                    <a:gd name="T78" fmla="*/ 57 w 238"/>
                    <a:gd name="T79" fmla="*/ 57 h 492"/>
                    <a:gd name="T80" fmla="*/ 70 w 238"/>
                    <a:gd name="T81" fmla="*/ 38 h 492"/>
                    <a:gd name="T82" fmla="*/ 81 w 238"/>
                    <a:gd name="T83" fmla="*/ 21 h 492"/>
                    <a:gd name="T84" fmla="*/ 91 w 238"/>
                    <a:gd name="T85" fmla="*/ 10 h 492"/>
                    <a:gd name="T86" fmla="*/ 98 w 238"/>
                    <a:gd name="T87" fmla="*/ 3 h 492"/>
                    <a:gd name="T88" fmla="*/ 99 w 238"/>
                    <a:gd name="T89" fmla="*/ 0 h 4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238" h="492">
                      <a:moveTo>
                        <a:pt x="99" y="0"/>
                      </a:moveTo>
                      <a:lnTo>
                        <a:pt x="102" y="1"/>
                      </a:lnTo>
                      <a:lnTo>
                        <a:pt x="112" y="8"/>
                      </a:lnTo>
                      <a:lnTo>
                        <a:pt x="125" y="19"/>
                      </a:lnTo>
                      <a:lnTo>
                        <a:pt x="140" y="33"/>
                      </a:lnTo>
                      <a:lnTo>
                        <a:pt x="159" y="53"/>
                      </a:lnTo>
                      <a:lnTo>
                        <a:pt x="177" y="75"/>
                      </a:lnTo>
                      <a:lnTo>
                        <a:pt x="196" y="102"/>
                      </a:lnTo>
                      <a:lnTo>
                        <a:pt x="212" y="133"/>
                      </a:lnTo>
                      <a:lnTo>
                        <a:pt x="225" y="166"/>
                      </a:lnTo>
                      <a:lnTo>
                        <a:pt x="234" y="204"/>
                      </a:lnTo>
                      <a:lnTo>
                        <a:pt x="238" y="245"/>
                      </a:lnTo>
                      <a:lnTo>
                        <a:pt x="235" y="287"/>
                      </a:lnTo>
                      <a:lnTo>
                        <a:pt x="228" y="325"/>
                      </a:lnTo>
                      <a:lnTo>
                        <a:pt x="218" y="358"/>
                      </a:lnTo>
                      <a:lnTo>
                        <a:pt x="204" y="389"/>
                      </a:lnTo>
                      <a:lnTo>
                        <a:pt x="188" y="415"/>
                      </a:lnTo>
                      <a:lnTo>
                        <a:pt x="173" y="439"/>
                      </a:lnTo>
                      <a:lnTo>
                        <a:pt x="157" y="457"/>
                      </a:lnTo>
                      <a:lnTo>
                        <a:pt x="143" y="473"/>
                      </a:lnTo>
                      <a:lnTo>
                        <a:pt x="132" y="484"/>
                      </a:lnTo>
                      <a:lnTo>
                        <a:pt x="125" y="491"/>
                      </a:lnTo>
                      <a:lnTo>
                        <a:pt x="122" y="492"/>
                      </a:lnTo>
                      <a:lnTo>
                        <a:pt x="119" y="491"/>
                      </a:lnTo>
                      <a:lnTo>
                        <a:pt x="111" y="485"/>
                      </a:lnTo>
                      <a:lnTo>
                        <a:pt x="99" y="477"/>
                      </a:lnTo>
                      <a:lnTo>
                        <a:pt x="85" y="463"/>
                      </a:lnTo>
                      <a:lnTo>
                        <a:pt x="70" y="446"/>
                      </a:lnTo>
                      <a:lnTo>
                        <a:pt x="54" y="425"/>
                      </a:lnTo>
                      <a:lnTo>
                        <a:pt x="37" y="401"/>
                      </a:lnTo>
                      <a:lnTo>
                        <a:pt x="23" y="372"/>
                      </a:lnTo>
                      <a:lnTo>
                        <a:pt x="12" y="338"/>
                      </a:lnTo>
                      <a:lnTo>
                        <a:pt x="5" y="302"/>
                      </a:lnTo>
                      <a:lnTo>
                        <a:pt x="0" y="260"/>
                      </a:lnTo>
                      <a:lnTo>
                        <a:pt x="3" y="217"/>
                      </a:lnTo>
                      <a:lnTo>
                        <a:pt x="9" y="178"/>
                      </a:lnTo>
                      <a:lnTo>
                        <a:pt x="19" y="143"/>
                      </a:lnTo>
                      <a:lnTo>
                        <a:pt x="30" y="110"/>
                      </a:lnTo>
                      <a:lnTo>
                        <a:pt x="43" y="82"/>
                      </a:lnTo>
                      <a:lnTo>
                        <a:pt x="57" y="57"/>
                      </a:lnTo>
                      <a:lnTo>
                        <a:pt x="70" y="38"/>
                      </a:lnTo>
                      <a:lnTo>
                        <a:pt x="81" y="21"/>
                      </a:lnTo>
                      <a:lnTo>
                        <a:pt x="91" y="10"/>
                      </a:lnTo>
                      <a:lnTo>
                        <a:pt x="98" y="3"/>
                      </a:lnTo>
                      <a:lnTo>
                        <a:pt x="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38" name="任意多边形: 形状 37">
                  <a:extLst>
                    <a:ext uri="{FF2B5EF4-FFF2-40B4-BE49-F238E27FC236}">
                      <a16:creationId xmlns:a16="http://schemas.microsoft.com/office/drawing/2014/main" id="{118D70B5-B0C7-4ADA-87E5-93574B2A11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309732" y="4670754"/>
                  <a:ext cx="425368" cy="381130"/>
                </a:xfrm>
                <a:custGeom>
                  <a:avLst/>
                  <a:gdLst>
                    <a:gd name="T0" fmla="*/ 359 w 374"/>
                    <a:gd name="T1" fmla="*/ 0 h 334"/>
                    <a:gd name="T2" fmla="*/ 370 w 374"/>
                    <a:gd name="T3" fmla="*/ 1 h 334"/>
                    <a:gd name="T4" fmla="*/ 374 w 374"/>
                    <a:gd name="T5" fmla="*/ 1 h 334"/>
                    <a:gd name="T6" fmla="*/ 374 w 374"/>
                    <a:gd name="T7" fmla="*/ 5 h 334"/>
                    <a:gd name="T8" fmla="*/ 374 w 374"/>
                    <a:gd name="T9" fmla="*/ 15 h 334"/>
                    <a:gd name="T10" fmla="*/ 374 w 374"/>
                    <a:gd name="T11" fmla="*/ 32 h 334"/>
                    <a:gd name="T12" fmla="*/ 373 w 374"/>
                    <a:gd name="T13" fmla="*/ 54 h 334"/>
                    <a:gd name="T14" fmla="*/ 370 w 374"/>
                    <a:gd name="T15" fmla="*/ 79 h 334"/>
                    <a:gd name="T16" fmla="*/ 363 w 374"/>
                    <a:gd name="T17" fmla="*/ 109 h 334"/>
                    <a:gd name="T18" fmla="*/ 354 w 374"/>
                    <a:gd name="T19" fmla="*/ 140 h 334"/>
                    <a:gd name="T20" fmla="*/ 340 w 374"/>
                    <a:gd name="T21" fmla="*/ 170 h 334"/>
                    <a:gd name="T22" fmla="*/ 322 w 374"/>
                    <a:gd name="T23" fmla="*/ 203 h 334"/>
                    <a:gd name="T24" fmla="*/ 298 w 374"/>
                    <a:gd name="T25" fmla="*/ 233 h 334"/>
                    <a:gd name="T26" fmla="*/ 268 w 374"/>
                    <a:gd name="T27" fmla="*/ 261 h 334"/>
                    <a:gd name="T28" fmla="*/ 231 w 374"/>
                    <a:gd name="T29" fmla="*/ 288 h 334"/>
                    <a:gd name="T30" fmla="*/ 193 w 374"/>
                    <a:gd name="T31" fmla="*/ 307 h 334"/>
                    <a:gd name="T32" fmla="*/ 157 w 374"/>
                    <a:gd name="T33" fmla="*/ 320 h 334"/>
                    <a:gd name="T34" fmla="*/ 121 w 374"/>
                    <a:gd name="T35" fmla="*/ 328 h 334"/>
                    <a:gd name="T36" fmla="*/ 89 w 374"/>
                    <a:gd name="T37" fmla="*/ 333 h 334"/>
                    <a:gd name="T38" fmla="*/ 60 w 374"/>
                    <a:gd name="T39" fmla="*/ 334 h 334"/>
                    <a:gd name="T40" fmla="*/ 35 w 374"/>
                    <a:gd name="T41" fmla="*/ 333 h 334"/>
                    <a:gd name="T42" fmla="*/ 17 w 374"/>
                    <a:gd name="T43" fmla="*/ 331 h 334"/>
                    <a:gd name="T44" fmla="*/ 5 w 374"/>
                    <a:gd name="T45" fmla="*/ 330 h 334"/>
                    <a:gd name="T46" fmla="*/ 1 w 374"/>
                    <a:gd name="T47" fmla="*/ 328 h 334"/>
                    <a:gd name="T48" fmla="*/ 1 w 374"/>
                    <a:gd name="T49" fmla="*/ 324 h 334"/>
                    <a:gd name="T50" fmla="*/ 0 w 374"/>
                    <a:gd name="T51" fmla="*/ 313 h 334"/>
                    <a:gd name="T52" fmla="*/ 0 w 374"/>
                    <a:gd name="T53" fmla="*/ 296 h 334"/>
                    <a:gd name="T54" fmla="*/ 2 w 374"/>
                    <a:gd name="T55" fmla="*/ 274 h 334"/>
                    <a:gd name="T56" fmla="*/ 7 w 374"/>
                    <a:gd name="T57" fmla="*/ 247 h 334"/>
                    <a:gd name="T58" fmla="*/ 17 w 374"/>
                    <a:gd name="T59" fmla="*/ 218 h 334"/>
                    <a:gd name="T60" fmla="*/ 29 w 374"/>
                    <a:gd name="T61" fmla="*/ 186 h 334"/>
                    <a:gd name="T62" fmla="*/ 48 w 374"/>
                    <a:gd name="T63" fmla="*/ 154 h 334"/>
                    <a:gd name="T64" fmla="*/ 75 w 374"/>
                    <a:gd name="T65" fmla="*/ 120 h 334"/>
                    <a:gd name="T66" fmla="*/ 107 w 374"/>
                    <a:gd name="T67" fmla="*/ 88 h 334"/>
                    <a:gd name="T68" fmla="*/ 145 w 374"/>
                    <a:gd name="T69" fmla="*/ 61 h 334"/>
                    <a:gd name="T70" fmla="*/ 183 w 374"/>
                    <a:gd name="T71" fmla="*/ 40 h 334"/>
                    <a:gd name="T72" fmla="*/ 220 w 374"/>
                    <a:gd name="T73" fmla="*/ 25 h 334"/>
                    <a:gd name="T74" fmla="*/ 255 w 374"/>
                    <a:gd name="T75" fmla="*/ 14 h 334"/>
                    <a:gd name="T76" fmla="*/ 288 w 374"/>
                    <a:gd name="T77" fmla="*/ 7 h 334"/>
                    <a:gd name="T78" fmla="*/ 316 w 374"/>
                    <a:gd name="T79" fmla="*/ 2 h 334"/>
                    <a:gd name="T80" fmla="*/ 340 w 374"/>
                    <a:gd name="T81" fmla="*/ 1 h 334"/>
                    <a:gd name="T82" fmla="*/ 359 w 374"/>
                    <a:gd name="T83" fmla="*/ 0 h 3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374" h="334">
                      <a:moveTo>
                        <a:pt x="359" y="0"/>
                      </a:moveTo>
                      <a:lnTo>
                        <a:pt x="370" y="1"/>
                      </a:lnTo>
                      <a:lnTo>
                        <a:pt x="374" y="1"/>
                      </a:lnTo>
                      <a:lnTo>
                        <a:pt x="374" y="5"/>
                      </a:lnTo>
                      <a:lnTo>
                        <a:pt x="374" y="15"/>
                      </a:lnTo>
                      <a:lnTo>
                        <a:pt x="374" y="32"/>
                      </a:lnTo>
                      <a:lnTo>
                        <a:pt x="373" y="54"/>
                      </a:lnTo>
                      <a:lnTo>
                        <a:pt x="370" y="79"/>
                      </a:lnTo>
                      <a:lnTo>
                        <a:pt x="363" y="109"/>
                      </a:lnTo>
                      <a:lnTo>
                        <a:pt x="354" y="140"/>
                      </a:lnTo>
                      <a:lnTo>
                        <a:pt x="340" y="170"/>
                      </a:lnTo>
                      <a:lnTo>
                        <a:pt x="322" y="203"/>
                      </a:lnTo>
                      <a:lnTo>
                        <a:pt x="298" y="233"/>
                      </a:lnTo>
                      <a:lnTo>
                        <a:pt x="268" y="261"/>
                      </a:lnTo>
                      <a:lnTo>
                        <a:pt x="231" y="288"/>
                      </a:lnTo>
                      <a:lnTo>
                        <a:pt x="193" y="307"/>
                      </a:lnTo>
                      <a:lnTo>
                        <a:pt x="157" y="320"/>
                      </a:lnTo>
                      <a:lnTo>
                        <a:pt x="121" y="328"/>
                      </a:lnTo>
                      <a:lnTo>
                        <a:pt x="89" y="333"/>
                      </a:lnTo>
                      <a:lnTo>
                        <a:pt x="60" y="334"/>
                      </a:lnTo>
                      <a:lnTo>
                        <a:pt x="35" y="333"/>
                      </a:lnTo>
                      <a:lnTo>
                        <a:pt x="17" y="331"/>
                      </a:lnTo>
                      <a:lnTo>
                        <a:pt x="5" y="330"/>
                      </a:lnTo>
                      <a:lnTo>
                        <a:pt x="1" y="328"/>
                      </a:lnTo>
                      <a:lnTo>
                        <a:pt x="1" y="324"/>
                      </a:lnTo>
                      <a:lnTo>
                        <a:pt x="0" y="313"/>
                      </a:lnTo>
                      <a:lnTo>
                        <a:pt x="0" y="296"/>
                      </a:lnTo>
                      <a:lnTo>
                        <a:pt x="2" y="274"/>
                      </a:lnTo>
                      <a:lnTo>
                        <a:pt x="7" y="247"/>
                      </a:lnTo>
                      <a:lnTo>
                        <a:pt x="17" y="218"/>
                      </a:lnTo>
                      <a:lnTo>
                        <a:pt x="29" y="186"/>
                      </a:lnTo>
                      <a:lnTo>
                        <a:pt x="48" y="154"/>
                      </a:lnTo>
                      <a:lnTo>
                        <a:pt x="75" y="120"/>
                      </a:lnTo>
                      <a:lnTo>
                        <a:pt x="107" y="88"/>
                      </a:lnTo>
                      <a:lnTo>
                        <a:pt x="145" y="61"/>
                      </a:lnTo>
                      <a:lnTo>
                        <a:pt x="183" y="40"/>
                      </a:lnTo>
                      <a:lnTo>
                        <a:pt x="220" y="25"/>
                      </a:lnTo>
                      <a:lnTo>
                        <a:pt x="255" y="14"/>
                      </a:lnTo>
                      <a:lnTo>
                        <a:pt x="288" y="7"/>
                      </a:lnTo>
                      <a:lnTo>
                        <a:pt x="316" y="2"/>
                      </a:lnTo>
                      <a:lnTo>
                        <a:pt x="340" y="1"/>
                      </a:lnTo>
                      <a:lnTo>
                        <a:pt x="35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39" name="任意多边形: 形状 38">
                  <a:extLst>
                    <a:ext uri="{FF2B5EF4-FFF2-40B4-BE49-F238E27FC236}">
                      <a16:creationId xmlns:a16="http://schemas.microsoft.com/office/drawing/2014/main" id="{7A0BAAD0-450D-489A-9179-56995995A0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098750" y="5106331"/>
                  <a:ext cx="500232" cy="316473"/>
                </a:xfrm>
                <a:custGeom>
                  <a:avLst/>
                  <a:gdLst>
                    <a:gd name="T0" fmla="*/ 320 w 439"/>
                    <a:gd name="T1" fmla="*/ 0 h 279"/>
                    <a:gd name="T2" fmla="*/ 354 w 439"/>
                    <a:gd name="T3" fmla="*/ 0 h 279"/>
                    <a:gd name="T4" fmla="*/ 382 w 439"/>
                    <a:gd name="T5" fmla="*/ 3 h 279"/>
                    <a:gd name="T6" fmla="*/ 406 w 439"/>
                    <a:gd name="T7" fmla="*/ 6 h 279"/>
                    <a:gd name="T8" fmla="*/ 423 w 439"/>
                    <a:gd name="T9" fmla="*/ 10 h 279"/>
                    <a:gd name="T10" fmla="*/ 434 w 439"/>
                    <a:gd name="T11" fmla="*/ 13 h 279"/>
                    <a:gd name="T12" fmla="*/ 439 w 439"/>
                    <a:gd name="T13" fmla="*/ 14 h 279"/>
                    <a:gd name="T14" fmla="*/ 437 w 439"/>
                    <a:gd name="T15" fmla="*/ 17 h 279"/>
                    <a:gd name="T16" fmla="*/ 436 w 439"/>
                    <a:gd name="T17" fmla="*/ 28 h 279"/>
                    <a:gd name="T18" fmla="*/ 432 w 439"/>
                    <a:gd name="T19" fmla="*/ 44 h 279"/>
                    <a:gd name="T20" fmla="*/ 426 w 439"/>
                    <a:gd name="T21" fmla="*/ 65 h 279"/>
                    <a:gd name="T22" fmla="*/ 416 w 439"/>
                    <a:gd name="T23" fmla="*/ 90 h 279"/>
                    <a:gd name="T24" fmla="*/ 405 w 439"/>
                    <a:gd name="T25" fmla="*/ 117 h 279"/>
                    <a:gd name="T26" fmla="*/ 388 w 439"/>
                    <a:gd name="T27" fmla="*/ 145 h 279"/>
                    <a:gd name="T28" fmla="*/ 368 w 439"/>
                    <a:gd name="T29" fmla="*/ 173 h 279"/>
                    <a:gd name="T30" fmla="*/ 343 w 439"/>
                    <a:gd name="T31" fmla="*/ 199 h 279"/>
                    <a:gd name="T32" fmla="*/ 313 w 439"/>
                    <a:gd name="T33" fmla="*/ 224 h 279"/>
                    <a:gd name="T34" fmla="*/ 277 w 439"/>
                    <a:gd name="T35" fmla="*/ 245 h 279"/>
                    <a:gd name="T36" fmla="*/ 239 w 439"/>
                    <a:gd name="T37" fmla="*/ 262 h 279"/>
                    <a:gd name="T38" fmla="*/ 201 w 439"/>
                    <a:gd name="T39" fmla="*/ 272 h 279"/>
                    <a:gd name="T40" fmla="*/ 166 w 439"/>
                    <a:gd name="T41" fmla="*/ 277 h 279"/>
                    <a:gd name="T42" fmla="*/ 132 w 439"/>
                    <a:gd name="T43" fmla="*/ 279 h 279"/>
                    <a:gd name="T44" fmla="*/ 101 w 439"/>
                    <a:gd name="T45" fmla="*/ 277 h 279"/>
                    <a:gd name="T46" fmla="*/ 73 w 439"/>
                    <a:gd name="T47" fmla="*/ 273 h 279"/>
                    <a:gd name="T48" fmla="*/ 48 w 439"/>
                    <a:gd name="T49" fmla="*/ 268 h 279"/>
                    <a:gd name="T50" fmla="*/ 29 w 439"/>
                    <a:gd name="T51" fmla="*/ 262 h 279"/>
                    <a:gd name="T52" fmla="*/ 13 w 439"/>
                    <a:gd name="T53" fmla="*/ 257 h 279"/>
                    <a:gd name="T54" fmla="*/ 5 w 439"/>
                    <a:gd name="T55" fmla="*/ 254 h 279"/>
                    <a:gd name="T56" fmla="*/ 0 w 439"/>
                    <a:gd name="T57" fmla="*/ 252 h 279"/>
                    <a:gd name="T58" fmla="*/ 2 w 439"/>
                    <a:gd name="T59" fmla="*/ 248 h 279"/>
                    <a:gd name="T60" fmla="*/ 3 w 439"/>
                    <a:gd name="T61" fmla="*/ 240 h 279"/>
                    <a:gd name="T62" fmla="*/ 6 w 439"/>
                    <a:gd name="T63" fmla="*/ 226 h 279"/>
                    <a:gd name="T64" fmla="*/ 12 w 439"/>
                    <a:gd name="T65" fmla="*/ 208 h 279"/>
                    <a:gd name="T66" fmla="*/ 20 w 439"/>
                    <a:gd name="T67" fmla="*/ 185 h 279"/>
                    <a:gd name="T68" fmla="*/ 32 w 439"/>
                    <a:gd name="T69" fmla="*/ 161 h 279"/>
                    <a:gd name="T70" fmla="*/ 47 w 439"/>
                    <a:gd name="T71" fmla="*/ 138 h 279"/>
                    <a:gd name="T72" fmla="*/ 67 w 439"/>
                    <a:gd name="T73" fmla="*/ 111 h 279"/>
                    <a:gd name="T74" fmla="*/ 92 w 439"/>
                    <a:gd name="T75" fmla="*/ 86 h 279"/>
                    <a:gd name="T76" fmla="*/ 123 w 439"/>
                    <a:gd name="T77" fmla="*/ 63 h 279"/>
                    <a:gd name="T78" fmla="*/ 159 w 439"/>
                    <a:gd name="T79" fmla="*/ 41 h 279"/>
                    <a:gd name="T80" fmla="*/ 203 w 439"/>
                    <a:gd name="T81" fmla="*/ 23 h 279"/>
                    <a:gd name="T82" fmla="*/ 244 w 439"/>
                    <a:gd name="T83" fmla="*/ 10 h 279"/>
                    <a:gd name="T84" fmla="*/ 283 w 439"/>
                    <a:gd name="T85" fmla="*/ 3 h 279"/>
                    <a:gd name="T86" fmla="*/ 320 w 439"/>
                    <a:gd name="T87" fmla="*/ 0 h 2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439" h="279">
                      <a:moveTo>
                        <a:pt x="320" y="0"/>
                      </a:moveTo>
                      <a:lnTo>
                        <a:pt x="354" y="0"/>
                      </a:lnTo>
                      <a:lnTo>
                        <a:pt x="382" y="3"/>
                      </a:lnTo>
                      <a:lnTo>
                        <a:pt x="406" y="6"/>
                      </a:lnTo>
                      <a:lnTo>
                        <a:pt x="423" y="10"/>
                      </a:lnTo>
                      <a:lnTo>
                        <a:pt x="434" y="13"/>
                      </a:lnTo>
                      <a:lnTo>
                        <a:pt x="439" y="14"/>
                      </a:lnTo>
                      <a:lnTo>
                        <a:pt x="437" y="17"/>
                      </a:lnTo>
                      <a:lnTo>
                        <a:pt x="436" y="28"/>
                      </a:lnTo>
                      <a:lnTo>
                        <a:pt x="432" y="44"/>
                      </a:lnTo>
                      <a:lnTo>
                        <a:pt x="426" y="65"/>
                      </a:lnTo>
                      <a:lnTo>
                        <a:pt x="416" y="90"/>
                      </a:lnTo>
                      <a:lnTo>
                        <a:pt x="405" y="117"/>
                      </a:lnTo>
                      <a:lnTo>
                        <a:pt x="388" y="145"/>
                      </a:lnTo>
                      <a:lnTo>
                        <a:pt x="368" y="173"/>
                      </a:lnTo>
                      <a:lnTo>
                        <a:pt x="343" y="199"/>
                      </a:lnTo>
                      <a:lnTo>
                        <a:pt x="313" y="224"/>
                      </a:lnTo>
                      <a:lnTo>
                        <a:pt x="277" y="245"/>
                      </a:lnTo>
                      <a:lnTo>
                        <a:pt x="239" y="262"/>
                      </a:lnTo>
                      <a:lnTo>
                        <a:pt x="201" y="272"/>
                      </a:lnTo>
                      <a:lnTo>
                        <a:pt x="166" y="277"/>
                      </a:lnTo>
                      <a:lnTo>
                        <a:pt x="132" y="279"/>
                      </a:lnTo>
                      <a:lnTo>
                        <a:pt x="101" y="277"/>
                      </a:lnTo>
                      <a:lnTo>
                        <a:pt x="73" y="273"/>
                      </a:lnTo>
                      <a:lnTo>
                        <a:pt x="48" y="268"/>
                      </a:lnTo>
                      <a:lnTo>
                        <a:pt x="29" y="262"/>
                      </a:lnTo>
                      <a:lnTo>
                        <a:pt x="13" y="257"/>
                      </a:lnTo>
                      <a:lnTo>
                        <a:pt x="5" y="254"/>
                      </a:lnTo>
                      <a:lnTo>
                        <a:pt x="0" y="252"/>
                      </a:lnTo>
                      <a:lnTo>
                        <a:pt x="2" y="248"/>
                      </a:lnTo>
                      <a:lnTo>
                        <a:pt x="3" y="240"/>
                      </a:lnTo>
                      <a:lnTo>
                        <a:pt x="6" y="226"/>
                      </a:lnTo>
                      <a:lnTo>
                        <a:pt x="12" y="208"/>
                      </a:lnTo>
                      <a:lnTo>
                        <a:pt x="20" y="185"/>
                      </a:lnTo>
                      <a:lnTo>
                        <a:pt x="32" y="161"/>
                      </a:lnTo>
                      <a:lnTo>
                        <a:pt x="47" y="138"/>
                      </a:lnTo>
                      <a:lnTo>
                        <a:pt x="67" y="111"/>
                      </a:lnTo>
                      <a:lnTo>
                        <a:pt x="92" y="86"/>
                      </a:lnTo>
                      <a:lnTo>
                        <a:pt x="123" y="63"/>
                      </a:lnTo>
                      <a:lnTo>
                        <a:pt x="159" y="41"/>
                      </a:lnTo>
                      <a:lnTo>
                        <a:pt x="203" y="23"/>
                      </a:lnTo>
                      <a:lnTo>
                        <a:pt x="244" y="10"/>
                      </a:lnTo>
                      <a:lnTo>
                        <a:pt x="283" y="3"/>
                      </a:lnTo>
                      <a:lnTo>
                        <a:pt x="32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0" name="任意多边形: 形状 39">
                  <a:extLst>
                    <a:ext uri="{FF2B5EF4-FFF2-40B4-BE49-F238E27FC236}">
                      <a16:creationId xmlns:a16="http://schemas.microsoft.com/office/drawing/2014/main" id="{84BB56AC-2DC7-4815-869F-908DA8982D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843527" y="5484057"/>
                  <a:ext cx="554680" cy="268832"/>
                </a:xfrm>
                <a:custGeom>
                  <a:avLst/>
                  <a:gdLst>
                    <a:gd name="T0" fmla="*/ 259 w 489"/>
                    <a:gd name="T1" fmla="*/ 0 h 238"/>
                    <a:gd name="T2" fmla="*/ 298 w 489"/>
                    <a:gd name="T3" fmla="*/ 0 h 238"/>
                    <a:gd name="T4" fmla="*/ 335 w 489"/>
                    <a:gd name="T5" fmla="*/ 4 h 238"/>
                    <a:gd name="T6" fmla="*/ 369 w 489"/>
                    <a:gd name="T7" fmla="*/ 11 h 238"/>
                    <a:gd name="T8" fmla="*/ 398 w 489"/>
                    <a:gd name="T9" fmla="*/ 19 h 238"/>
                    <a:gd name="T10" fmla="*/ 425 w 489"/>
                    <a:gd name="T11" fmla="*/ 29 h 238"/>
                    <a:gd name="T12" fmla="*/ 448 w 489"/>
                    <a:gd name="T13" fmla="*/ 39 h 238"/>
                    <a:gd name="T14" fmla="*/ 465 w 489"/>
                    <a:gd name="T15" fmla="*/ 47 h 238"/>
                    <a:gd name="T16" fmla="*/ 479 w 489"/>
                    <a:gd name="T17" fmla="*/ 56 h 238"/>
                    <a:gd name="T18" fmla="*/ 486 w 489"/>
                    <a:gd name="T19" fmla="*/ 60 h 238"/>
                    <a:gd name="T20" fmla="*/ 489 w 489"/>
                    <a:gd name="T21" fmla="*/ 63 h 238"/>
                    <a:gd name="T22" fmla="*/ 488 w 489"/>
                    <a:gd name="T23" fmla="*/ 65 h 238"/>
                    <a:gd name="T24" fmla="*/ 482 w 489"/>
                    <a:gd name="T25" fmla="*/ 75 h 238"/>
                    <a:gd name="T26" fmla="*/ 473 w 489"/>
                    <a:gd name="T27" fmla="*/ 89 h 238"/>
                    <a:gd name="T28" fmla="*/ 462 w 489"/>
                    <a:gd name="T29" fmla="*/ 107 h 238"/>
                    <a:gd name="T30" fmla="*/ 445 w 489"/>
                    <a:gd name="T31" fmla="*/ 128 h 238"/>
                    <a:gd name="T32" fmla="*/ 425 w 489"/>
                    <a:gd name="T33" fmla="*/ 149 h 238"/>
                    <a:gd name="T34" fmla="*/ 401 w 489"/>
                    <a:gd name="T35" fmla="*/ 172 h 238"/>
                    <a:gd name="T36" fmla="*/ 374 w 489"/>
                    <a:gd name="T37" fmla="*/ 191 h 238"/>
                    <a:gd name="T38" fmla="*/ 342 w 489"/>
                    <a:gd name="T39" fmla="*/ 210 h 238"/>
                    <a:gd name="T40" fmla="*/ 305 w 489"/>
                    <a:gd name="T41" fmla="*/ 225 h 238"/>
                    <a:gd name="T42" fmla="*/ 266 w 489"/>
                    <a:gd name="T43" fmla="*/ 235 h 238"/>
                    <a:gd name="T44" fmla="*/ 223 w 489"/>
                    <a:gd name="T45" fmla="*/ 238 h 238"/>
                    <a:gd name="T46" fmla="*/ 185 w 489"/>
                    <a:gd name="T47" fmla="*/ 236 h 238"/>
                    <a:gd name="T48" fmla="*/ 150 w 489"/>
                    <a:gd name="T49" fmla="*/ 231 h 238"/>
                    <a:gd name="T50" fmla="*/ 116 w 489"/>
                    <a:gd name="T51" fmla="*/ 222 h 238"/>
                    <a:gd name="T52" fmla="*/ 87 w 489"/>
                    <a:gd name="T53" fmla="*/ 211 h 238"/>
                    <a:gd name="T54" fmla="*/ 62 w 489"/>
                    <a:gd name="T55" fmla="*/ 198 h 238"/>
                    <a:gd name="T56" fmla="*/ 39 w 489"/>
                    <a:gd name="T57" fmla="*/ 187 h 238"/>
                    <a:gd name="T58" fmla="*/ 22 w 489"/>
                    <a:gd name="T59" fmla="*/ 176 h 238"/>
                    <a:gd name="T60" fmla="*/ 10 w 489"/>
                    <a:gd name="T61" fmla="*/ 166 h 238"/>
                    <a:gd name="T62" fmla="*/ 3 w 489"/>
                    <a:gd name="T63" fmla="*/ 159 h 238"/>
                    <a:gd name="T64" fmla="*/ 0 w 489"/>
                    <a:gd name="T65" fmla="*/ 158 h 238"/>
                    <a:gd name="T66" fmla="*/ 1 w 489"/>
                    <a:gd name="T67" fmla="*/ 155 h 238"/>
                    <a:gd name="T68" fmla="*/ 5 w 489"/>
                    <a:gd name="T69" fmla="*/ 147 h 238"/>
                    <a:gd name="T70" fmla="*/ 13 w 489"/>
                    <a:gd name="T71" fmla="*/ 134 h 238"/>
                    <a:gd name="T72" fmla="*/ 24 w 489"/>
                    <a:gd name="T73" fmla="*/ 119 h 238"/>
                    <a:gd name="T74" fmla="*/ 38 w 489"/>
                    <a:gd name="T75" fmla="*/ 100 h 238"/>
                    <a:gd name="T76" fmla="*/ 56 w 489"/>
                    <a:gd name="T77" fmla="*/ 81 h 238"/>
                    <a:gd name="T78" fmla="*/ 79 w 489"/>
                    <a:gd name="T79" fmla="*/ 61 h 238"/>
                    <a:gd name="T80" fmla="*/ 106 w 489"/>
                    <a:gd name="T81" fmla="*/ 43 h 238"/>
                    <a:gd name="T82" fmla="*/ 138 w 489"/>
                    <a:gd name="T83" fmla="*/ 26 h 238"/>
                    <a:gd name="T84" fmla="*/ 174 w 489"/>
                    <a:gd name="T85" fmla="*/ 14 h 238"/>
                    <a:gd name="T86" fmla="*/ 216 w 489"/>
                    <a:gd name="T87" fmla="*/ 4 h 238"/>
                    <a:gd name="T88" fmla="*/ 259 w 489"/>
                    <a:gd name="T89" fmla="*/ 0 h 2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489" h="238">
                      <a:moveTo>
                        <a:pt x="259" y="0"/>
                      </a:moveTo>
                      <a:lnTo>
                        <a:pt x="298" y="0"/>
                      </a:lnTo>
                      <a:lnTo>
                        <a:pt x="335" y="4"/>
                      </a:lnTo>
                      <a:lnTo>
                        <a:pt x="369" y="11"/>
                      </a:lnTo>
                      <a:lnTo>
                        <a:pt x="398" y="19"/>
                      </a:lnTo>
                      <a:lnTo>
                        <a:pt x="425" y="29"/>
                      </a:lnTo>
                      <a:lnTo>
                        <a:pt x="448" y="39"/>
                      </a:lnTo>
                      <a:lnTo>
                        <a:pt x="465" y="47"/>
                      </a:lnTo>
                      <a:lnTo>
                        <a:pt x="479" y="56"/>
                      </a:lnTo>
                      <a:lnTo>
                        <a:pt x="486" y="60"/>
                      </a:lnTo>
                      <a:lnTo>
                        <a:pt x="489" y="63"/>
                      </a:lnTo>
                      <a:lnTo>
                        <a:pt x="488" y="65"/>
                      </a:lnTo>
                      <a:lnTo>
                        <a:pt x="482" y="75"/>
                      </a:lnTo>
                      <a:lnTo>
                        <a:pt x="473" y="89"/>
                      </a:lnTo>
                      <a:lnTo>
                        <a:pt x="462" y="107"/>
                      </a:lnTo>
                      <a:lnTo>
                        <a:pt x="445" y="128"/>
                      </a:lnTo>
                      <a:lnTo>
                        <a:pt x="425" y="149"/>
                      </a:lnTo>
                      <a:lnTo>
                        <a:pt x="401" y="172"/>
                      </a:lnTo>
                      <a:lnTo>
                        <a:pt x="374" y="191"/>
                      </a:lnTo>
                      <a:lnTo>
                        <a:pt x="342" y="210"/>
                      </a:lnTo>
                      <a:lnTo>
                        <a:pt x="305" y="225"/>
                      </a:lnTo>
                      <a:lnTo>
                        <a:pt x="266" y="235"/>
                      </a:lnTo>
                      <a:lnTo>
                        <a:pt x="223" y="238"/>
                      </a:lnTo>
                      <a:lnTo>
                        <a:pt x="185" y="236"/>
                      </a:lnTo>
                      <a:lnTo>
                        <a:pt x="150" y="231"/>
                      </a:lnTo>
                      <a:lnTo>
                        <a:pt x="116" y="222"/>
                      </a:lnTo>
                      <a:lnTo>
                        <a:pt x="87" y="211"/>
                      </a:lnTo>
                      <a:lnTo>
                        <a:pt x="62" y="198"/>
                      </a:lnTo>
                      <a:lnTo>
                        <a:pt x="39" y="187"/>
                      </a:lnTo>
                      <a:lnTo>
                        <a:pt x="22" y="176"/>
                      </a:lnTo>
                      <a:lnTo>
                        <a:pt x="10" y="166"/>
                      </a:lnTo>
                      <a:lnTo>
                        <a:pt x="3" y="159"/>
                      </a:lnTo>
                      <a:lnTo>
                        <a:pt x="0" y="158"/>
                      </a:lnTo>
                      <a:lnTo>
                        <a:pt x="1" y="155"/>
                      </a:lnTo>
                      <a:lnTo>
                        <a:pt x="5" y="147"/>
                      </a:lnTo>
                      <a:lnTo>
                        <a:pt x="13" y="134"/>
                      </a:lnTo>
                      <a:lnTo>
                        <a:pt x="24" y="119"/>
                      </a:lnTo>
                      <a:lnTo>
                        <a:pt x="38" y="100"/>
                      </a:lnTo>
                      <a:lnTo>
                        <a:pt x="56" y="81"/>
                      </a:lnTo>
                      <a:lnTo>
                        <a:pt x="79" y="61"/>
                      </a:lnTo>
                      <a:lnTo>
                        <a:pt x="106" y="43"/>
                      </a:lnTo>
                      <a:lnTo>
                        <a:pt x="138" y="26"/>
                      </a:lnTo>
                      <a:lnTo>
                        <a:pt x="174" y="14"/>
                      </a:lnTo>
                      <a:lnTo>
                        <a:pt x="216" y="4"/>
                      </a:lnTo>
                      <a:lnTo>
                        <a:pt x="25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41" name="任意多边形: 形状 40">
                  <a:extLst>
                    <a:ext uri="{FF2B5EF4-FFF2-40B4-BE49-F238E27FC236}">
                      <a16:creationId xmlns:a16="http://schemas.microsoft.com/office/drawing/2014/main" id="{E733FE49-239C-4507-919B-5164792FDA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465801" y="5769904"/>
                  <a:ext cx="564889" cy="268832"/>
                </a:xfrm>
                <a:custGeom>
                  <a:avLst/>
                  <a:gdLst>
                    <a:gd name="T0" fmla="*/ 233 w 498"/>
                    <a:gd name="T1" fmla="*/ 0 h 235"/>
                    <a:gd name="T2" fmla="*/ 276 w 498"/>
                    <a:gd name="T3" fmla="*/ 2 h 235"/>
                    <a:gd name="T4" fmla="*/ 315 w 498"/>
                    <a:gd name="T5" fmla="*/ 6 h 235"/>
                    <a:gd name="T6" fmla="*/ 352 w 498"/>
                    <a:gd name="T7" fmla="*/ 14 h 235"/>
                    <a:gd name="T8" fmla="*/ 385 w 498"/>
                    <a:gd name="T9" fmla="*/ 24 h 235"/>
                    <a:gd name="T10" fmla="*/ 413 w 498"/>
                    <a:gd name="T11" fmla="*/ 37 h 235"/>
                    <a:gd name="T12" fmla="*/ 438 w 498"/>
                    <a:gd name="T13" fmla="*/ 49 h 235"/>
                    <a:gd name="T14" fmla="*/ 459 w 498"/>
                    <a:gd name="T15" fmla="*/ 62 h 235"/>
                    <a:gd name="T16" fmla="*/ 476 w 498"/>
                    <a:gd name="T17" fmla="*/ 73 h 235"/>
                    <a:gd name="T18" fmla="*/ 488 w 498"/>
                    <a:gd name="T19" fmla="*/ 81 h 235"/>
                    <a:gd name="T20" fmla="*/ 496 w 498"/>
                    <a:gd name="T21" fmla="*/ 88 h 235"/>
                    <a:gd name="T22" fmla="*/ 498 w 498"/>
                    <a:gd name="T23" fmla="*/ 90 h 235"/>
                    <a:gd name="T24" fmla="*/ 496 w 498"/>
                    <a:gd name="T25" fmla="*/ 94 h 235"/>
                    <a:gd name="T26" fmla="*/ 489 w 498"/>
                    <a:gd name="T27" fmla="*/ 102 h 235"/>
                    <a:gd name="T28" fmla="*/ 479 w 498"/>
                    <a:gd name="T29" fmla="*/ 116 h 235"/>
                    <a:gd name="T30" fmla="*/ 465 w 498"/>
                    <a:gd name="T31" fmla="*/ 132 h 235"/>
                    <a:gd name="T32" fmla="*/ 447 w 498"/>
                    <a:gd name="T33" fmla="*/ 151 h 235"/>
                    <a:gd name="T34" fmla="*/ 424 w 498"/>
                    <a:gd name="T35" fmla="*/ 170 h 235"/>
                    <a:gd name="T36" fmla="*/ 399 w 498"/>
                    <a:gd name="T37" fmla="*/ 189 h 235"/>
                    <a:gd name="T38" fmla="*/ 368 w 498"/>
                    <a:gd name="T39" fmla="*/ 206 h 235"/>
                    <a:gd name="T40" fmla="*/ 334 w 498"/>
                    <a:gd name="T41" fmla="*/ 220 h 235"/>
                    <a:gd name="T42" fmla="*/ 297 w 498"/>
                    <a:gd name="T43" fmla="*/ 230 h 235"/>
                    <a:gd name="T44" fmla="*/ 254 w 498"/>
                    <a:gd name="T45" fmla="*/ 235 h 235"/>
                    <a:gd name="T46" fmla="*/ 213 w 498"/>
                    <a:gd name="T47" fmla="*/ 234 h 235"/>
                    <a:gd name="T48" fmla="*/ 175 w 498"/>
                    <a:gd name="T49" fmla="*/ 228 h 235"/>
                    <a:gd name="T50" fmla="*/ 140 w 498"/>
                    <a:gd name="T51" fmla="*/ 219 h 235"/>
                    <a:gd name="T52" fmla="*/ 109 w 498"/>
                    <a:gd name="T53" fmla="*/ 206 h 235"/>
                    <a:gd name="T54" fmla="*/ 81 w 498"/>
                    <a:gd name="T55" fmla="*/ 191 h 235"/>
                    <a:gd name="T56" fmla="*/ 57 w 498"/>
                    <a:gd name="T57" fmla="*/ 177 h 235"/>
                    <a:gd name="T58" fmla="*/ 37 w 498"/>
                    <a:gd name="T59" fmla="*/ 161 h 235"/>
                    <a:gd name="T60" fmla="*/ 21 w 498"/>
                    <a:gd name="T61" fmla="*/ 149 h 235"/>
                    <a:gd name="T62" fmla="*/ 10 w 498"/>
                    <a:gd name="T63" fmla="*/ 137 h 235"/>
                    <a:gd name="T64" fmla="*/ 3 w 498"/>
                    <a:gd name="T65" fmla="*/ 130 h 235"/>
                    <a:gd name="T66" fmla="*/ 0 w 498"/>
                    <a:gd name="T67" fmla="*/ 128 h 235"/>
                    <a:gd name="T68" fmla="*/ 3 w 498"/>
                    <a:gd name="T69" fmla="*/ 125 h 235"/>
                    <a:gd name="T70" fmla="*/ 7 w 498"/>
                    <a:gd name="T71" fmla="*/ 116 h 235"/>
                    <a:gd name="T72" fmla="*/ 17 w 498"/>
                    <a:gd name="T73" fmla="*/ 105 h 235"/>
                    <a:gd name="T74" fmla="*/ 30 w 498"/>
                    <a:gd name="T75" fmla="*/ 91 h 235"/>
                    <a:gd name="T76" fmla="*/ 47 w 498"/>
                    <a:gd name="T77" fmla="*/ 74 h 235"/>
                    <a:gd name="T78" fmla="*/ 66 w 498"/>
                    <a:gd name="T79" fmla="*/ 58 h 235"/>
                    <a:gd name="T80" fmla="*/ 92 w 498"/>
                    <a:gd name="T81" fmla="*/ 42 h 235"/>
                    <a:gd name="T82" fmla="*/ 120 w 498"/>
                    <a:gd name="T83" fmla="*/ 27 h 235"/>
                    <a:gd name="T84" fmla="*/ 154 w 498"/>
                    <a:gd name="T85" fmla="*/ 14 h 235"/>
                    <a:gd name="T86" fmla="*/ 191 w 498"/>
                    <a:gd name="T87" fmla="*/ 5 h 235"/>
                    <a:gd name="T88" fmla="*/ 233 w 498"/>
                    <a:gd name="T89" fmla="*/ 0 h 2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498" h="235">
                      <a:moveTo>
                        <a:pt x="233" y="0"/>
                      </a:moveTo>
                      <a:lnTo>
                        <a:pt x="276" y="2"/>
                      </a:lnTo>
                      <a:lnTo>
                        <a:pt x="315" y="6"/>
                      </a:lnTo>
                      <a:lnTo>
                        <a:pt x="352" y="14"/>
                      </a:lnTo>
                      <a:lnTo>
                        <a:pt x="385" y="24"/>
                      </a:lnTo>
                      <a:lnTo>
                        <a:pt x="413" y="37"/>
                      </a:lnTo>
                      <a:lnTo>
                        <a:pt x="438" y="49"/>
                      </a:lnTo>
                      <a:lnTo>
                        <a:pt x="459" y="62"/>
                      </a:lnTo>
                      <a:lnTo>
                        <a:pt x="476" y="73"/>
                      </a:lnTo>
                      <a:lnTo>
                        <a:pt x="488" y="81"/>
                      </a:lnTo>
                      <a:lnTo>
                        <a:pt x="496" y="88"/>
                      </a:lnTo>
                      <a:lnTo>
                        <a:pt x="498" y="90"/>
                      </a:lnTo>
                      <a:lnTo>
                        <a:pt x="496" y="94"/>
                      </a:lnTo>
                      <a:lnTo>
                        <a:pt x="489" y="102"/>
                      </a:lnTo>
                      <a:lnTo>
                        <a:pt x="479" y="116"/>
                      </a:lnTo>
                      <a:lnTo>
                        <a:pt x="465" y="132"/>
                      </a:lnTo>
                      <a:lnTo>
                        <a:pt x="447" y="151"/>
                      </a:lnTo>
                      <a:lnTo>
                        <a:pt x="424" y="170"/>
                      </a:lnTo>
                      <a:lnTo>
                        <a:pt x="399" y="189"/>
                      </a:lnTo>
                      <a:lnTo>
                        <a:pt x="368" y="206"/>
                      </a:lnTo>
                      <a:lnTo>
                        <a:pt x="334" y="220"/>
                      </a:lnTo>
                      <a:lnTo>
                        <a:pt x="297" y="230"/>
                      </a:lnTo>
                      <a:lnTo>
                        <a:pt x="254" y="235"/>
                      </a:lnTo>
                      <a:lnTo>
                        <a:pt x="213" y="234"/>
                      </a:lnTo>
                      <a:lnTo>
                        <a:pt x="175" y="228"/>
                      </a:lnTo>
                      <a:lnTo>
                        <a:pt x="140" y="219"/>
                      </a:lnTo>
                      <a:lnTo>
                        <a:pt x="109" y="206"/>
                      </a:lnTo>
                      <a:lnTo>
                        <a:pt x="81" y="191"/>
                      </a:lnTo>
                      <a:lnTo>
                        <a:pt x="57" y="177"/>
                      </a:lnTo>
                      <a:lnTo>
                        <a:pt x="37" y="161"/>
                      </a:lnTo>
                      <a:lnTo>
                        <a:pt x="21" y="149"/>
                      </a:lnTo>
                      <a:lnTo>
                        <a:pt x="10" y="137"/>
                      </a:lnTo>
                      <a:lnTo>
                        <a:pt x="3" y="130"/>
                      </a:lnTo>
                      <a:lnTo>
                        <a:pt x="0" y="128"/>
                      </a:lnTo>
                      <a:lnTo>
                        <a:pt x="3" y="125"/>
                      </a:lnTo>
                      <a:lnTo>
                        <a:pt x="7" y="116"/>
                      </a:lnTo>
                      <a:lnTo>
                        <a:pt x="17" y="105"/>
                      </a:lnTo>
                      <a:lnTo>
                        <a:pt x="30" y="91"/>
                      </a:lnTo>
                      <a:lnTo>
                        <a:pt x="47" y="74"/>
                      </a:lnTo>
                      <a:lnTo>
                        <a:pt x="66" y="58"/>
                      </a:lnTo>
                      <a:lnTo>
                        <a:pt x="92" y="42"/>
                      </a:lnTo>
                      <a:lnTo>
                        <a:pt x="120" y="27"/>
                      </a:lnTo>
                      <a:lnTo>
                        <a:pt x="154" y="14"/>
                      </a:lnTo>
                      <a:lnTo>
                        <a:pt x="191" y="5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pPr algn="ctr"/>
                  <a:endParaRPr>
                    <a:latin typeface="Lucida Sans Unicode" pitchFamily="34" charset="0"/>
                    <a:cs typeface="Lucida Sans Unicode" pitchFamily="34" charset="0"/>
                    <a:sym typeface="+mn-lt"/>
                  </a:endParaRPr>
                </a:p>
              </p:txBody>
            </p:sp>
          </p:grp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19F3F208-0A07-45F4-BEA8-0FCA777461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32312" y="4384906"/>
                <a:ext cx="1187628" cy="1616399"/>
              </a:xfrm>
              <a:custGeom>
                <a:avLst/>
                <a:gdLst>
                  <a:gd name="T0" fmla="*/ 1036 w 1047"/>
                  <a:gd name="T1" fmla="*/ 0 h 1423"/>
                  <a:gd name="T2" fmla="*/ 1037 w 1047"/>
                  <a:gd name="T3" fmla="*/ 3 h 1423"/>
                  <a:gd name="T4" fmla="*/ 1039 w 1047"/>
                  <a:gd name="T5" fmla="*/ 12 h 1423"/>
                  <a:gd name="T6" fmla="*/ 1041 w 1047"/>
                  <a:gd name="T7" fmla="*/ 26 h 1423"/>
                  <a:gd name="T8" fmla="*/ 1043 w 1047"/>
                  <a:gd name="T9" fmla="*/ 46 h 1423"/>
                  <a:gd name="T10" fmla="*/ 1044 w 1047"/>
                  <a:gd name="T11" fmla="*/ 70 h 1423"/>
                  <a:gd name="T12" fmla="*/ 1046 w 1047"/>
                  <a:gd name="T13" fmla="*/ 99 h 1423"/>
                  <a:gd name="T14" fmla="*/ 1047 w 1047"/>
                  <a:gd name="T15" fmla="*/ 131 h 1423"/>
                  <a:gd name="T16" fmla="*/ 1046 w 1047"/>
                  <a:gd name="T17" fmla="*/ 169 h 1423"/>
                  <a:gd name="T18" fmla="*/ 1043 w 1047"/>
                  <a:gd name="T19" fmla="*/ 210 h 1423"/>
                  <a:gd name="T20" fmla="*/ 1037 w 1047"/>
                  <a:gd name="T21" fmla="*/ 253 h 1423"/>
                  <a:gd name="T22" fmla="*/ 1030 w 1047"/>
                  <a:gd name="T23" fmla="*/ 301 h 1423"/>
                  <a:gd name="T24" fmla="*/ 1019 w 1047"/>
                  <a:gd name="T25" fmla="*/ 351 h 1423"/>
                  <a:gd name="T26" fmla="*/ 1006 w 1047"/>
                  <a:gd name="T27" fmla="*/ 404 h 1423"/>
                  <a:gd name="T28" fmla="*/ 988 w 1047"/>
                  <a:gd name="T29" fmla="*/ 460 h 1423"/>
                  <a:gd name="T30" fmla="*/ 967 w 1047"/>
                  <a:gd name="T31" fmla="*/ 519 h 1423"/>
                  <a:gd name="T32" fmla="*/ 941 w 1047"/>
                  <a:gd name="T33" fmla="*/ 578 h 1423"/>
                  <a:gd name="T34" fmla="*/ 910 w 1047"/>
                  <a:gd name="T35" fmla="*/ 639 h 1423"/>
                  <a:gd name="T36" fmla="*/ 875 w 1047"/>
                  <a:gd name="T37" fmla="*/ 704 h 1423"/>
                  <a:gd name="T38" fmla="*/ 834 w 1047"/>
                  <a:gd name="T39" fmla="*/ 767 h 1423"/>
                  <a:gd name="T40" fmla="*/ 787 w 1047"/>
                  <a:gd name="T41" fmla="*/ 832 h 1423"/>
                  <a:gd name="T42" fmla="*/ 733 w 1047"/>
                  <a:gd name="T43" fmla="*/ 898 h 1423"/>
                  <a:gd name="T44" fmla="*/ 674 w 1047"/>
                  <a:gd name="T45" fmla="*/ 965 h 1423"/>
                  <a:gd name="T46" fmla="*/ 606 w 1047"/>
                  <a:gd name="T47" fmla="*/ 1032 h 1423"/>
                  <a:gd name="T48" fmla="*/ 531 w 1047"/>
                  <a:gd name="T49" fmla="*/ 1098 h 1423"/>
                  <a:gd name="T50" fmla="*/ 449 w 1047"/>
                  <a:gd name="T51" fmla="*/ 1165 h 1423"/>
                  <a:gd name="T52" fmla="*/ 359 w 1047"/>
                  <a:gd name="T53" fmla="*/ 1231 h 1423"/>
                  <a:gd name="T54" fmla="*/ 260 w 1047"/>
                  <a:gd name="T55" fmla="*/ 1297 h 1423"/>
                  <a:gd name="T56" fmla="*/ 152 w 1047"/>
                  <a:gd name="T57" fmla="*/ 1360 h 1423"/>
                  <a:gd name="T58" fmla="*/ 35 w 1047"/>
                  <a:gd name="T59" fmla="*/ 1423 h 1423"/>
                  <a:gd name="T60" fmla="*/ 0 w 1047"/>
                  <a:gd name="T61" fmla="*/ 1356 h 1423"/>
                  <a:gd name="T62" fmla="*/ 116 w 1047"/>
                  <a:gd name="T63" fmla="*/ 1294 h 1423"/>
                  <a:gd name="T64" fmla="*/ 222 w 1047"/>
                  <a:gd name="T65" fmla="*/ 1231 h 1423"/>
                  <a:gd name="T66" fmla="*/ 318 w 1047"/>
                  <a:gd name="T67" fmla="*/ 1167 h 1423"/>
                  <a:gd name="T68" fmla="*/ 407 w 1047"/>
                  <a:gd name="T69" fmla="*/ 1102 h 1423"/>
                  <a:gd name="T70" fmla="*/ 487 w 1047"/>
                  <a:gd name="T71" fmla="*/ 1038 h 1423"/>
                  <a:gd name="T72" fmla="*/ 559 w 1047"/>
                  <a:gd name="T73" fmla="*/ 974 h 1423"/>
                  <a:gd name="T74" fmla="*/ 624 w 1047"/>
                  <a:gd name="T75" fmla="*/ 909 h 1423"/>
                  <a:gd name="T76" fmla="*/ 682 w 1047"/>
                  <a:gd name="T77" fmla="*/ 845 h 1423"/>
                  <a:gd name="T78" fmla="*/ 733 w 1047"/>
                  <a:gd name="T79" fmla="*/ 782 h 1423"/>
                  <a:gd name="T80" fmla="*/ 778 w 1047"/>
                  <a:gd name="T81" fmla="*/ 719 h 1423"/>
                  <a:gd name="T82" fmla="*/ 817 w 1047"/>
                  <a:gd name="T83" fmla="*/ 657 h 1423"/>
                  <a:gd name="T84" fmla="*/ 851 w 1047"/>
                  <a:gd name="T85" fmla="*/ 597 h 1423"/>
                  <a:gd name="T86" fmla="*/ 879 w 1047"/>
                  <a:gd name="T87" fmla="*/ 540 h 1423"/>
                  <a:gd name="T88" fmla="*/ 903 w 1047"/>
                  <a:gd name="T89" fmla="*/ 483 h 1423"/>
                  <a:gd name="T90" fmla="*/ 923 w 1047"/>
                  <a:gd name="T91" fmla="*/ 428 h 1423"/>
                  <a:gd name="T92" fmla="*/ 938 w 1047"/>
                  <a:gd name="T93" fmla="*/ 376 h 1423"/>
                  <a:gd name="T94" fmla="*/ 951 w 1047"/>
                  <a:gd name="T95" fmla="*/ 326 h 1423"/>
                  <a:gd name="T96" fmla="*/ 959 w 1047"/>
                  <a:gd name="T97" fmla="*/ 280 h 1423"/>
                  <a:gd name="T98" fmla="*/ 965 w 1047"/>
                  <a:gd name="T99" fmla="*/ 236 h 1423"/>
                  <a:gd name="T100" fmla="*/ 969 w 1047"/>
                  <a:gd name="T101" fmla="*/ 196 h 1423"/>
                  <a:gd name="T102" fmla="*/ 971 w 1047"/>
                  <a:gd name="T103" fmla="*/ 158 h 1423"/>
                  <a:gd name="T104" fmla="*/ 971 w 1047"/>
                  <a:gd name="T105" fmla="*/ 124 h 1423"/>
                  <a:gd name="T106" fmla="*/ 971 w 1047"/>
                  <a:gd name="T107" fmla="*/ 95 h 1423"/>
                  <a:gd name="T108" fmla="*/ 968 w 1047"/>
                  <a:gd name="T109" fmla="*/ 70 h 1423"/>
                  <a:gd name="T110" fmla="*/ 967 w 1047"/>
                  <a:gd name="T111" fmla="*/ 49 h 1423"/>
                  <a:gd name="T112" fmla="*/ 964 w 1047"/>
                  <a:gd name="T113" fmla="*/ 33 h 1423"/>
                  <a:gd name="T114" fmla="*/ 962 w 1047"/>
                  <a:gd name="T115" fmla="*/ 22 h 1423"/>
                  <a:gd name="T116" fmla="*/ 961 w 1047"/>
                  <a:gd name="T117" fmla="*/ 17 h 1423"/>
                  <a:gd name="T118" fmla="*/ 1036 w 1047"/>
                  <a:gd name="T119" fmla="*/ 0 h 1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47" h="1423">
                    <a:moveTo>
                      <a:pt x="1036" y="0"/>
                    </a:moveTo>
                    <a:lnTo>
                      <a:pt x="1037" y="3"/>
                    </a:lnTo>
                    <a:lnTo>
                      <a:pt x="1039" y="12"/>
                    </a:lnTo>
                    <a:lnTo>
                      <a:pt x="1041" y="26"/>
                    </a:lnTo>
                    <a:lnTo>
                      <a:pt x="1043" y="46"/>
                    </a:lnTo>
                    <a:lnTo>
                      <a:pt x="1044" y="70"/>
                    </a:lnTo>
                    <a:lnTo>
                      <a:pt x="1046" y="99"/>
                    </a:lnTo>
                    <a:lnTo>
                      <a:pt x="1047" y="131"/>
                    </a:lnTo>
                    <a:lnTo>
                      <a:pt x="1046" y="169"/>
                    </a:lnTo>
                    <a:lnTo>
                      <a:pt x="1043" y="210"/>
                    </a:lnTo>
                    <a:lnTo>
                      <a:pt x="1037" y="253"/>
                    </a:lnTo>
                    <a:lnTo>
                      <a:pt x="1030" y="301"/>
                    </a:lnTo>
                    <a:lnTo>
                      <a:pt x="1019" y="351"/>
                    </a:lnTo>
                    <a:lnTo>
                      <a:pt x="1006" y="404"/>
                    </a:lnTo>
                    <a:lnTo>
                      <a:pt x="988" y="460"/>
                    </a:lnTo>
                    <a:lnTo>
                      <a:pt x="967" y="519"/>
                    </a:lnTo>
                    <a:lnTo>
                      <a:pt x="941" y="578"/>
                    </a:lnTo>
                    <a:lnTo>
                      <a:pt x="910" y="639"/>
                    </a:lnTo>
                    <a:lnTo>
                      <a:pt x="875" y="704"/>
                    </a:lnTo>
                    <a:lnTo>
                      <a:pt x="834" y="767"/>
                    </a:lnTo>
                    <a:lnTo>
                      <a:pt x="787" y="832"/>
                    </a:lnTo>
                    <a:lnTo>
                      <a:pt x="733" y="898"/>
                    </a:lnTo>
                    <a:lnTo>
                      <a:pt x="674" y="965"/>
                    </a:lnTo>
                    <a:lnTo>
                      <a:pt x="606" y="1032"/>
                    </a:lnTo>
                    <a:lnTo>
                      <a:pt x="531" y="1098"/>
                    </a:lnTo>
                    <a:lnTo>
                      <a:pt x="449" y="1165"/>
                    </a:lnTo>
                    <a:lnTo>
                      <a:pt x="359" y="1231"/>
                    </a:lnTo>
                    <a:lnTo>
                      <a:pt x="260" y="1297"/>
                    </a:lnTo>
                    <a:lnTo>
                      <a:pt x="152" y="1360"/>
                    </a:lnTo>
                    <a:lnTo>
                      <a:pt x="35" y="1423"/>
                    </a:lnTo>
                    <a:lnTo>
                      <a:pt x="0" y="1356"/>
                    </a:lnTo>
                    <a:lnTo>
                      <a:pt x="116" y="1294"/>
                    </a:lnTo>
                    <a:lnTo>
                      <a:pt x="222" y="1231"/>
                    </a:lnTo>
                    <a:lnTo>
                      <a:pt x="318" y="1167"/>
                    </a:lnTo>
                    <a:lnTo>
                      <a:pt x="407" y="1102"/>
                    </a:lnTo>
                    <a:lnTo>
                      <a:pt x="487" y="1038"/>
                    </a:lnTo>
                    <a:lnTo>
                      <a:pt x="559" y="974"/>
                    </a:lnTo>
                    <a:lnTo>
                      <a:pt x="624" y="909"/>
                    </a:lnTo>
                    <a:lnTo>
                      <a:pt x="682" y="845"/>
                    </a:lnTo>
                    <a:lnTo>
                      <a:pt x="733" y="782"/>
                    </a:lnTo>
                    <a:lnTo>
                      <a:pt x="778" y="719"/>
                    </a:lnTo>
                    <a:lnTo>
                      <a:pt x="817" y="657"/>
                    </a:lnTo>
                    <a:lnTo>
                      <a:pt x="851" y="597"/>
                    </a:lnTo>
                    <a:lnTo>
                      <a:pt x="879" y="540"/>
                    </a:lnTo>
                    <a:lnTo>
                      <a:pt x="903" y="483"/>
                    </a:lnTo>
                    <a:lnTo>
                      <a:pt x="923" y="428"/>
                    </a:lnTo>
                    <a:lnTo>
                      <a:pt x="938" y="376"/>
                    </a:lnTo>
                    <a:lnTo>
                      <a:pt x="951" y="326"/>
                    </a:lnTo>
                    <a:lnTo>
                      <a:pt x="959" y="280"/>
                    </a:lnTo>
                    <a:lnTo>
                      <a:pt x="965" y="236"/>
                    </a:lnTo>
                    <a:lnTo>
                      <a:pt x="969" y="196"/>
                    </a:lnTo>
                    <a:lnTo>
                      <a:pt x="971" y="158"/>
                    </a:lnTo>
                    <a:lnTo>
                      <a:pt x="971" y="124"/>
                    </a:lnTo>
                    <a:lnTo>
                      <a:pt x="971" y="95"/>
                    </a:lnTo>
                    <a:lnTo>
                      <a:pt x="968" y="70"/>
                    </a:lnTo>
                    <a:lnTo>
                      <a:pt x="967" y="49"/>
                    </a:lnTo>
                    <a:lnTo>
                      <a:pt x="964" y="33"/>
                    </a:lnTo>
                    <a:lnTo>
                      <a:pt x="962" y="22"/>
                    </a:lnTo>
                    <a:lnTo>
                      <a:pt x="961" y="17"/>
                    </a:lnTo>
                    <a:lnTo>
                      <a:pt x="10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949C8F2-226D-4C09-A98E-92B83DEC6EA7}"/>
              </a:ext>
            </a:extLst>
          </p:cNvPr>
          <p:cNvGrpSpPr/>
          <p:nvPr/>
        </p:nvGrpSpPr>
        <p:grpSpPr>
          <a:xfrm>
            <a:off x="5429429" y="1322898"/>
            <a:ext cx="2825669" cy="3005987"/>
            <a:chOff x="7268222" y="2109365"/>
            <a:chExt cx="3767559" cy="400798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F5FDD38-DCD8-4C81-8A55-0BA5092FE5CC}"/>
                </a:ext>
              </a:extLst>
            </p:cNvPr>
            <p:cNvGrpSpPr/>
            <p:nvPr/>
          </p:nvGrpSpPr>
          <p:grpSpPr>
            <a:xfrm>
              <a:off x="7268222" y="5273729"/>
              <a:ext cx="3767559" cy="843618"/>
              <a:chOff x="5871033" y="1810977"/>
              <a:chExt cx="3767559" cy="843618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2C9EB522-44D5-4724-A92A-18FC49E180AA}"/>
                  </a:ext>
                </a:extLst>
              </p:cNvPr>
              <p:cNvSpPr/>
              <p:nvPr/>
            </p:nvSpPr>
            <p:spPr>
              <a:xfrm>
                <a:off x="5871033" y="2155997"/>
                <a:ext cx="3681352" cy="498598"/>
              </a:xfrm>
              <a:prstGeom prst="rect">
                <a:avLst/>
              </a:prstGeom>
            </p:spPr>
            <p:txBody>
              <a:bodyPr wrap="square">
                <a:normAutofit fontScale="85000"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latin typeface="Lucida Sans Unicode" pitchFamily="34" charset="0"/>
                    <a:cs typeface="Lucida Sans Unicode" pitchFamily="34" charset="0"/>
                    <a:sym typeface="+mn-lt"/>
                  </a:rPr>
                  <a:t>سفید؛ سنتز در هوا (۱۲۰۰ ‎°C)</a:t>
                </a:r>
                <a:endParaRPr lang="fa-IR" altLang="en-US" sz="1100" dirty="0"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1543349D-BFE1-4C5D-8422-40D07E9FC462}"/>
                  </a:ext>
                </a:extLst>
              </p:cNvPr>
              <p:cNvSpPr/>
              <p:nvPr/>
            </p:nvSpPr>
            <p:spPr>
              <a:xfrm>
                <a:off x="5871033" y="1810977"/>
                <a:ext cx="3767559" cy="349726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rmAutofit fontScale="40000"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400" b="1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ماینیت اکسیدی</a:t>
                </a:r>
                <a:endParaRPr lang="fa-IR" altLang="en-US" sz="1400" b="1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3FC5386-813D-4DE3-B817-D29221243DAA}"/>
                </a:ext>
              </a:extLst>
            </p:cNvPr>
            <p:cNvGrpSpPr/>
            <p:nvPr/>
          </p:nvGrpSpPr>
          <p:grpSpPr>
            <a:xfrm>
              <a:off x="7268222" y="4218941"/>
              <a:ext cx="3767559" cy="843618"/>
              <a:chOff x="5871033" y="1810977"/>
              <a:chExt cx="3767559" cy="843618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BF449891-9A1F-416C-9AB3-B681D379018D}"/>
                  </a:ext>
                </a:extLst>
              </p:cNvPr>
              <p:cNvSpPr/>
              <p:nvPr/>
            </p:nvSpPr>
            <p:spPr>
              <a:xfrm>
                <a:off x="5871033" y="2155997"/>
                <a:ext cx="3681352" cy="498598"/>
              </a:xfrm>
              <a:prstGeom prst="rect">
                <a:avLst/>
              </a:prstGeom>
            </p:spPr>
            <p:txBody>
              <a:bodyPr wrap="square">
                <a:normAutofit fontScale="85000"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latin typeface="Lucida Sans Unicode" pitchFamily="34" charset="0"/>
                    <a:cs typeface="Lucida Sans Unicode" pitchFamily="34" charset="0"/>
                    <a:sym typeface="+mn-lt"/>
                  </a:rPr>
                  <a:t>پودر سبز؛ حدود ۰٫۴۷ × ۱۰²¹ e/cm³</a:t>
                </a:r>
                <a:endParaRPr lang="fa-IR" altLang="en-US" sz="1100" dirty="0"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B45E8298-E0F9-4DEB-8551-58594B3558D5}"/>
                  </a:ext>
                </a:extLst>
              </p:cNvPr>
              <p:cNvSpPr/>
              <p:nvPr/>
            </p:nvSpPr>
            <p:spPr>
              <a:xfrm>
                <a:off x="5871033" y="1810977"/>
                <a:ext cx="3767559" cy="349726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rmAutofit fontScale="40000"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400" b="1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احیا با کربن</a:t>
                </a:r>
                <a:endParaRPr lang="fa-IR" altLang="en-US" sz="1400" b="1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C8EE410-A425-4FBB-BAA7-6CA246A28785}"/>
                </a:ext>
              </a:extLst>
            </p:cNvPr>
            <p:cNvGrpSpPr/>
            <p:nvPr/>
          </p:nvGrpSpPr>
          <p:grpSpPr>
            <a:xfrm>
              <a:off x="7268222" y="3164153"/>
              <a:ext cx="3767559" cy="826114"/>
              <a:chOff x="5871033" y="1810977"/>
              <a:chExt cx="3767559" cy="826114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CA091EE-42B2-4848-8704-7D3260916DDE}"/>
                  </a:ext>
                </a:extLst>
              </p:cNvPr>
              <p:cNvSpPr/>
              <p:nvPr/>
            </p:nvSpPr>
            <p:spPr>
              <a:xfrm>
                <a:off x="5871033" y="2155997"/>
                <a:ext cx="3681352" cy="481094"/>
              </a:xfrm>
              <a:prstGeom prst="rect">
                <a:avLst/>
              </a:prstGeom>
            </p:spPr>
            <p:txBody>
              <a:bodyPr wrap="square">
                <a:normAutofit fontScale="70000"/>
              </a:bodyPr>
              <a:lstStyle/>
              <a:p>
                <a:pPr algn="r" rtl="1">
                  <a:lnSpc>
                    <a:spcPct val="130000"/>
                  </a:lnSpc>
                </a:pPr>
                <a:r>
                  <a:rPr lang="fa-IR" altLang="en-US" sz="1100" dirty="0">
                    <a:latin typeface="Lucida Sans Unicode" pitchFamily="34" charset="0"/>
                    <a:cs typeface="Lucida Sans Unicode" pitchFamily="34" charset="0"/>
                    <a:sym typeface="+mn-lt"/>
                  </a:rPr>
                  <a:t>پودر قهوه‌ای؛ ۰٫۶۵ تا ۰٫۷۷ × ۱۰²¹ e/cm³</a:t>
                </a:r>
                <a:endParaRPr lang="fa-IR" altLang="en-US" sz="1100" dirty="0"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259DA9BB-C9D9-4353-AA84-1A7D5DB0752A}"/>
                  </a:ext>
                </a:extLst>
              </p:cNvPr>
              <p:cNvSpPr/>
              <p:nvPr/>
            </p:nvSpPr>
            <p:spPr>
              <a:xfrm>
                <a:off x="5871033" y="1810977"/>
                <a:ext cx="3767559" cy="349726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rmAutofit fontScale="40000"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400" b="1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احیا با تیتانیوم</a:t>
                </a:r>
                <a:endParaRPr lang="fa-IR" altLang="en-US" sz="1400" b="1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D49B2E5-C57A-401D-A9FD-E8B9C11A3D5A}"/>
                </a:ext>
              </a:extLst>
            </p:cNvPr>
            <p:cNvGrpSpPr/>
            <p:nvPr/>
          </p:nvGrpSpPr>
          <p:grpSpPr>
            <a:xfrm>
              <a:off x="7268222" y="2109365"/>
              <a:ext cx="3767559" cy="826114"/>
              <a:chOff x="5871033" y="1810977"/>
              <a:chExt cx="3767559" cy="826114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B33CCC0-9E7D-4233-8F58-8FC8448BA704}"/>
                  </a:ext>
                </a:extLst>
              </p:cNvPr>
              <p:cNvSpPr/>
              <p:nvPr/>
            </p:nvSpPr>
            <p:spPr>
              <a:xfrm>
                <a:off x="5871033" y="2155997"/>
                <a:ext cx="3681352" cy="481094"/>
              </a:xfrm>
              <a:prstGeom prst="rect">
                <a:avLst/>
              </a:prstGeom>
            </p:spPr>
            <p:txBody>
              <a:bodyPr wrap="square">
                <a:normAutofit fontScale="70000"/>
              </a:bodyPr>
              <a:lstStyle/>
              <a:p>
                <a:pPr algn="r" rtl="1">
                  <a:lnSpc>
                    <a:spcPct val="130000"/>
                  </a:lnSpc>
                </a:pPr>
                <a:r>
                  <a:rPr lang="fa-IR" altLang="en-US" sz="1100" dirty="0">
                    <a:latin typeface="Lucida Sans Unicode" pitchFamily="34" charset="0"/>
                    <a:cs typeface="Lucida Sans Unicode" pitchFamily="34" charset="0"/>
                    <a:sym typeface="+mn-lt"/>
                  </a:rPr>
                  <a:t>پودر مشکی؛ ۱٫۱۰ × ۱۰²¹ e/cm³</a:t>
                </a:r>
                <a:endParaRPr lang="fa-IR" altLang="en-US" sz="1100" dirty="0"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AD877DC5-B6D7-4099-A81A-9A1C2B936A64}"/>
                  </a:ext>
                </a:extLst>
              </p:cNvPr>
              <p:cNvSpPr/>
              <p:nvPr/>
            </p:nvSpPr>
            <p:spPr>
              <a:xfrm>
                <a:off x="5871033" y="1810977"/>
                <a:ext cx="3767559" cy="349726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rmAutofit fontScale="40000"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400" b="1" dirty="0">
                    <a:solidFill>
                      <a:schemeClr val="bg1"/>
                    </a:solidFill>
                    <a:latin typeface="Lucida Sans Unicode" pitchFamily="34" charset="0"/>
                    <a:cs typeface="Lucida Sans Unicode" pitchFamily="34" charset="0"/>
                    <a:sym typeface="+mn-lt"/>
                  </a:rPr>
                  <a:t>احیا با زیرکونیوم</a:t>
                </a:r>
                <a:endParaRPr lang="fa-IR" altLang="en-US" sz="1400" b="1" dirty="0">
                  <a:solidFill>
                    <a:schemeClr val="bg1"/>
                  </a:solidFill>
                  <a:latin typeface="Lucida Sans Unicode" pitchFamily="34" charset="0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52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ea typeface="+mn-ea"/>
                <a:cs typeface="Lucida Sans Unicode" pitchFamily="34" charset="0"/>
                <a:sym typeface="+mn-lt"/>
              </a:rPr>
              <a:t>از ماینیت تا الکتراید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Lucida Sans Unicode" pitchFamily="34" charset="0"/>
              <a:ea typeface="+mn-ea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241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E97198B-5A32-4B6B-8281-EF5EA6884F68}"/>
              </a:ext>
            </a:extLst>
          </p:cNvPr>
          <p:cNvGrpSpPr/>
          <p:nvPr/>
        </p:nvGrpSpPr>
        <p:grpSpPr>
          <a:xfrm>
            <a:off x="3254688" y="1386354"/>
            <a:ext cx="2633497" cy="2626544"/>
            <a:chOff x="4344856" y="1848472"/>
            <a:chExt cx="3511329" cy="3502058"/>
          </a:xfrm>
        </p:grpSpPr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9074EEBE-5736-4A1C-9069-72D17B850F41}"/>
                </a:ext>
              </a:extLst>
            </p:cNvPr>
            <p:cNvSpPr/>
            <p:nvPr/>
          </p:nvSpPr>
          <p:spPr>
            <a:xfrm rot="13446499">
              <a:off x="6397174" y="2281488"/>
              <a:ext cx="992880" cy="99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109" y="2352"/>
                    <a:pt x="6901" y="3625"/>
                    <a:pt x="10800" y="3625"/>
                  </a:cubicBezTo>
                  <a:cubicBezTo>
                    <a:pt x="14699" y="3625"/>
                    <a:pt x="18491" y="2352"/>
                    <a:pt x="21600" y="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F7E93F3-E090-47E9-A912-ED1470699615}"/>
                </a:ext>
              </a:extLst>
            </p:cNvPr>
            <p:cNvSpPr/>
            <p:nvPr/>
          </p:nvSpPr>
          <p:spPr>
            <a:xfrm>
              <a:off x="6783676" y="1848472"/>
              <a:ext cx="1029055" cy="102414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FCFCF"/>
              </a:solidFill>
              <a:miter lim="400000"/>
            </a:ln>
          </p:spPr>
          <p:txBody>
            <a:bodyPr lIns="25400" tIns="25400" rIns="25400" bIns="25400" anchor="ctr">
              <a:normAutofit/>
            </a:bodyPr>
            <a:lstStyle/>
            <a:p>
              <a:pPr algn="ctr" defTabSz="228600" rtl="1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rPr lang="fa-IR" altLang="en-US" dirty="0">
                  <a:solidFill>
                    <a:schemeClr val="accent2">
                      <a:lumMod val="100000"/>
                    </a:schemeClr>
                  </a:solidFill>
                  <a:effectLst>
                    <a:outerShdw sx="1000" sy="1000" rotWithShape="0">
                      <a:srgbClr val="000000"/>
                    </a:outerShdw>
                  </a:effectLst>
                  <a:cs typeface="+mn-ea"/>
                  <a:sym typeface="+mn-lt"/>
                </a:rPr>
                <a:t>۰۲</a:t>
              </a: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3743FF1-7B34-47C5-9429-A0D61BFA3E77}"/>
                </a:ext>
              </a:extLst>
            </p:cNvPr>
            <p:cNvSpPr/>
            <p:nvPr/>
          </p:nvSpPr>
          <p:spPr>
            <a:xfrm rot="18846498" flipH="1">
              <a:off x="6427835" y="3897068"/>
              <a:ext cx="992880" cy="99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109" y="2352"/>
                    <a:pt x="6901" y="3625"/>
                    <a:pt x="10800" y="3625"/>
                  </a:cubicBezTo>
                  <a:cubicBezTo>
                    <a:pt x="14699" y="3625"/>
                    <a:pt x="18491" y="2352"/>
                    <a:pt x="21600" y="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3615AAC-7B51-4527-9E7C-AE35C504945C}"/>
                </a:ext>
              </a:extLst>
            </p:cNvPr>
            <p:cNvSpPr/>
            <p:nvPr/>
          </p:nvSpPr>
          <p:spPr>
            <a:xfrm flipH="1">
              <a:off x="6827130" y="4286024"/>
              <a:ext cx="1029055" cy="102414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FCFCF"/>
              </a:solidFill>
              <a:miter lim="400000"/>
            </a:ln>
          </p:spPr>
          <p:txBody>
            <a:bodyPr lIns="25400" tIns="25400" rIns="25400" bIns="25400" anchor="ctr">
              <a:normAutofit/>
            </a:bodyPr>
            <a:lstStyle/>
            <a:p>
              <a:pPr algn="ctr" defTabSz="228600" rtl="1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rPr lang="fa-IR" altLang="en-US" dirty="0">
                  <a:solidFill>
                    <a:schemeClr val="accent4">
                      <a:lumMod val="100000"/>
                    </a:schemeClr>
                  </a:solidFill>
                  <a:effectLst>
                    <a:outerShdw sx="1000" sy="1000" rotWithShape="0">
                      <a:srgbClr val="000000"/>
                    </a:outerShdw>
                  </a:effectLst>
                  <a:cs typeface="+mn-ea"/>
                  <a:sym typeface="+mn-lt"/>
                </a:rPr>
                <a:t>۰۴</a:t>
              </a: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BD6DE915-E062-4340-BF41-FAB28B6351BB}"/>
                </a:ext>
              </a:extLst>
            </p:cNvPr>
            <p:cNvSpPr/>
            <p:nvPr/>
          </p:nvSpPr>
          <p:spPr>
            <a:xfrm rot="2646498">
              <a:off x="4798451" y="3924632"/>
              <a:ext cx="992880" cy="99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109" y="2352"/>
                    <a:pt x="6901" y="3625"/>
                    <a:pt x="10800" y="3625"/>
                  </a:cubicBezTo>
                  <a:cubicBezTo>
                    <a:pt x="14699" y="3625"/>
                    <a:pt x="18491" y="2352"/>
                    <a:pt x="21600" y="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162DF63-6FE8-4EC5-A773-1B32222E52DC}"/>
                </a:ext>
              </a:extLst>
            </p:cNvPr>
            <p:cNvSpPr/>
            <p:nvPr/>
          </p:nvSpPr>
          <p:spPr>
            <a:xfrm>
              <a:off x="4375774" y="4326383"/>
              <a:ext cx="1029055" cy="102414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FCFCF"/>
              </a:solidFill>
              <a:miter lim="400000"/>
            </a:ln>
          </p:spPr>
          <p:txBody>
            <a:bodyPr lIns="25400" tIns="25400" rIns="25400" bIns="25400" anchor="ctr">
              <a:normAutofit/>
            </a:bodyPr>
            <a:lstStyle/>
            <a:p>
              <a:pPr algn="ctr" defTabSz="228600" rtl="1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rPr lang="fa-IR" altLang="en-US">
                  <a:solidFill>
                    <a:schemeClr val="accent3">
                      <a:lumMod val="100000"/>
                    </a:schemeClr>
                  </a:solidFill>
                  <a:effectLst>
                    <a:outerShdw sx="1000" sy="1000" rotWithShape="0">
                      <a:srgbClr val="000000"/>
                    </a:outerShdw>
                  </a:effectLst>
                  <a:cs typeface="+mn-ea"/>
                  <a:sym typeface="+mn-lt"/>
                </a:rPr>
                <a:t>۰۳</a:t>
              </a: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7615A5DE-99BF-4E4C-AB53-9F2419D50295}"/>
                </a:ext>
              </a:extLst>
            </p:cNvPr>
            <p:cNvSpPr/>
            <p:nvPr/>
          </p:nvSpPr>
          <p:spPr>
            <a:xfrm rot="8046499" flipH="1">
              <a:off x="4780326" y="2300057"/>
              <a:ext cx="992880" cy="9928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3109" y="2352"/>
                    <a:pt x="6901" y="3625"/>
                    <a:pt x="10800" y="3625"/>
                  </a:cubicBezTo>
                  <a:cubicBezTo>
                    <a:pt x="14699" y="3625"/>
                    <a:pt x="18491" y="2352"/>
                    <a:pt x="21600" y="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BD0457B-7EA0-447B-A770-ECE05B8725AB}"/>
                </a:ext>
              </a:extLst>
            </p:cNvPr>
            <p:cNvSpPr/>
            <p:nvPr/>
          </p:nvSpPr>
          <p:spPr>
            <a:xfrm flipH="1">
              <a:off x="4344856" y="1879834"/>
              <a:ext cx="1029055" cy="102414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FCFCF"/>
              </a:solidFill>
              <a:miter lim="400000"/>
            </a:ln>
          </p:spPr>
          <p:txBody>
            <a:bodyPr lIns="25400" tIns="25400" rIns="25400" bIns="25400" anchor="ctr">
              <a:normAutofit/>
            </a:bodyPr>
            <a:lstStyle/>
            <a:p>
              <a:pPr algn="ctr" defTabSz="228600" rtl="1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rPr lang="fa-IR" altLang="en-US">
                  <a:solidFill>
                    <a:schemeClr val="accent1">
                      <a:lumMod val="100000"/>
                    </a:schemeClr>
                  </a:solidFill>
                  <a:effectLst>
                    <a:outerShdw sx="1000" sy="1000" rotWithShape="0">
                      <a:srgbClr val="000000"/>
                    </a:outerShdw>
                  </a:effectLst>
                  <a:cs typeface="+mn-ea"/>
                  <a:sym typeface="+mn-lt"/>
                </a:rPr>
                <a:t>۰۱</a:t>
              </a: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DAE9120-F8E4-484C-87AB-9BDD0CBF6881}"/>
                </a:ext>
              </a:extLst>
            </p:cNvPr>
            <p:cNvSpPr/>
            <p:nvPr/>
          </p:nvSpPr>
          <p:spPr>
            <a:xfrm>
              <a:off x="5171738" y="2668600"/>
              <a:ext cx="1848524" cy="1848524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A6AAA9"/>
              </a:solidFill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11260329-CF83-42A7-AB0B-14352B95DE1E}"/>
                </a:ext>
              </a:extLst>
            </p:cNvPr>
            <p:cNvSpPr/>
            <p:nvPr/>
          </p:nvSpPr>
          <p:spPr>
            <a:xfrm>
              <a:off x="5624213" y="3250916"/>
              <a:ext cx="921956" cy="683891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rgbClr val="2F3035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B547DAF-6BCB-4F57-BC5A-9329AD5D0377}"/>
              </a:ext>
            </a:extLst>
          </p:cNvPr>
          <p:cNvGrpSpPr/>
          <p:nvPr/>
        </p:nvGrpSpPr>
        <p:grpSpPr>
          <a:xfrm>
            <a:off x="6407355" y="1325995"/>
            <a:ext cx="1741496" cy="3262110"/>
            <a:chOff x="8539431" y="1767993"/>
            <a:chExt cx="2321994" cy="434948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5B7D566-01EF-4060-9982-EA06636ED8B1}"/>
                </a:ext>
              </a:extLst>
            </p:cNvPr>
            <p:cNvSpPr/>
            <p:nvPr/>
          </p:nvSpPr>
          <p:spPr>
            <a:xfrm>
              <a:off x="8539431" y="2348880"/>
              <a:ext cx="2320491" cy="125519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p14="http://schemas.microsoft.com/office/powerpoint/2010/main" xmlns:ma14="http://schemas.microsoft.com/office/mac/drawingml/2011/main" xmlns:a16="http://schemas.microsoft.com/office/drawing/2014/main" xmlns:lc="http://schemas.openxmlformats.org/drawingml/2006/lockedCanvas" xmlns="" val="1"/>
              </a:ext>
            </a:extLst>
          </p:spPr>
          <p:txBody>
            <a:bodyPr wrap="square" lIns="0" tIns="0" rIns="0" bIns="0">
              <a:normAutofit/>
            </a:bodyPr>
            <a:lstStyle/>
            <a:p>
              <a:pPr rtl="1" algn="r">
                <a:lnSpc>
                  <a:spcPct val="120000"/>
                </a:lnSpc>
              </a:pPr>
              <a:r>
                <a:rPr lang="fa-IR" altLang="en-US" sz="1200" dirty="0">
                  <a:cs typeface="+mn-ea"/>
                  <a:sym typeface="+mn-lt"/>
                </a:rPr>
                <a:t>خلأ و ۱۴۲۰ ‎°C؛ دفن در C، Ti یا Zr؛ ماینیت احیایی (R)</a:t>
              </a:r>
              <a:endParaRPr lang="fa-IR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E009738-FDAD-4DA2-B2C8-4DB03571C2F7}"/>
                </a:ext>
              </a:extLst>
            </p:cNvPr>
            <p:cNvSpPr/>
            <p:nvPr/>
          </p:nvSpPr>
          <p:spPr>
            <a:xfrm>
              <a:off x="8539431" y="4862280"/>
              <a:ext cx="2320491" cy="1255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p14="http://schemas.microsoft.com/office/powerpoint/2010/main" xmlns:ma14="http://schemas.microsoft.com/office/mac/drawingml/2011/main" xmlns:a16="http://schemas.microsoft.com/office/drawing/2014/main" xmlns:lc="http://schemas.openxmlformats.org/drawingml/2006/lockedCanvas" xmlns="" val="1"/>
              </a:ext>
            </a:extLst>
          </p:spPr>
          <p:txBody>
            <a:bodyPr wrap="square" lIns="0" tIns="0" rIns="0" bIns="0">
              <a:normAutofit/>
            </a:bodyPr>
            <a:lstStyle/>
            <a:p>
              <a:pPr rtl="1" algn="r">
                <a:lnSpc>
                  <a:spcPct val="120000"/>
                </a:lnSpc>
              </a:pPr>
              <a:r>
                <a:rPr lang="fa-IR" altLang="en-US" sz="1200" dirty="0">
                  <a:cs typeface="+mn-ea"/>
                  <a:sym typeface="+mn-lt"/>
                </a:rPr>
                <a:t>عصارهٔ آلوئه‌ورا؛ حدود ۹۰۰ ‎°C؛ نانوذرات</a:t>
              </a:r>
              <a:endParaRPr lang="fa-IR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D33C045-F2D7-40E4-B78F-E9EB0C3219B2}"/>
                </a:ext>
              </a:extLst>
            </p:cNvPr>
            <p:cNvSpPr/>
            <p:nvPr/>
          </p:nvSpPr>
          <p:spPr>
            <a:xfrm>
              <a:off x="8540934" y="1767993"/>
              <a:ext cx="2320491" cy="5808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p14="http://schemas.microsoft.com/office/powerpoint/2010/main" xmlns:ma14="http://schemas.microsoft.com/office/mac/drawingml/2011/main" xmlns:a16="http://schemas.microsoft.com/office/drawing/2014/main" xmlns:lc="http://schemas.openxmlformats.org/drawingml/2006/lockedCanvas" xmlns="" val="1"/>
              </a:ext>
            </a:extLst>
          </p:spPr>
          <p:txBody>
            <a:bodyPr wrap="square" lIns="0" tIns="0" rIns="0" bIns="0" anchor="ctr">
              <a:normAutofit/>
            </a:bodyPr>
            <a:lstStyle/>
            <a:p>
              <a:pPr rtl="1" algn="r"/>
              <a:r>
                <a:rPr lang="fa-IR" altLang="en-US" sz="1500" b="1" dirty="0">
                  <a:solidFill>
                    <a:schemeClr val="accent2">
                      <a:lumMod val="100000"/>
                    </a:schemeClr>
                  </a:solidFill>
                  <a:cs typeface="+mn-ea"/>
                  <a:sym typeface="+mn-lt"/>
                </a:rPr>
                <a:t>محیط احیایی</a:t>
              </a:r>
              <a:endParaRPr lang="fa-IR" altLang="en-US" sz="1500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E346359-0D04-456E-9FF9-8F6617A9754E}"/>
                </a:ext>
              </a:extLst>
            </p:cNvPr>
            <p:cNvSpPr/>
            <p:nvPr/>
          </p:nvSpPr>
          <p:spPr>
            <a:xfrm>
              <a:off x="8540934" y="4281396"/>
              <a:ext cx="2320491" cy="5808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p14="http://schemas.microsoft.com/office/powerpoint/2010/main" xmlns:ma14="http://schemas.microsoft.com/office/mac/drawingml/2011/main" xmlns:a16="http://schemas.microsoft.com/office/drawing/2014/main" xmlns:lc="http://schemas.openxmlformats.org/drawingml/2006/lockedCanvas" xmlns="" val="1"/>
              </a:ext>
            </a:extLst>
          </p:spPr>
          <p:txBody>
            <a:bodyPr wrap="square" lIns="0" tIns="0" rIns="0" bIns="0" anchor="ctr">
              <a:normAutofit/>
            </a:bodyPr>
            <a:lstStyle/>
            <a:p>
              <a:pPr rtl="1" algn="r"/>
              <a:r>
                <a:rPr lang="fa-IR" altLang="en-US" sz="1500" b="1" dirty="0">
                  <a:solidFill>
                    <a:schemeClr val="accent4">
                      <a:lumMod val="100000"/>
                    </a:schemeClr>
                  </a:solidFill>
                  <a:cs typeface="+mn-ea"/>
                  <a:sym typeface="+mn-lt"/>
                </a:rPr>
                <a:t>بیوسنتز ریزموج</a:t>
              </a:r>
              <a:endParaRPr lang="fa-IR" altLang="en-US" sz="1500" b="1" dirty="0">
                <a:solidFill>
                  <a:schemeClr val="accent4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5DDEC8E-DDAF-41B0-95D6-A48A32A324C4}"/>
              </a:ext>
            </a:extLst>
          </p:cNvPr>
          <p:cNvGrpSpPr/>
          <p:nvPr/>
        </p:nvGrpSpPr>
        <p:grpSpPr>
          <a:xfrm>
            <a:off x="995150" y="1325995"/>
            <a:ext cx="1740368" cy="3262110"/>
            <a:chOff x="1323158" y="1767993"/>
            <a:chExt cx="2320491" cy="434948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935DB29-5062-48E2-8812-C221C9E3050B}"/>
                </a:ext>
              </a:extLst>
            </p:cNvPr>
            <p:cNvSpPr/>
            <p:nvPr/>
          </p:nvSpPr>
          <p:spPr>
            <a:xfrm>
              <a:off x="1323158" y="2348880"/>
              <a:ext cx="2320491" cy="125519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p14="http://schemas.microsoft.com/office/powerpoint/2010/main" xmlns:ma14="http://schemas.microsoft.com/office/mac/drawingml/2011/main" xmlns:a16="http://schemas.microsoft.com/office/drawing/2014/main" xmlns:lc="http://schemas.openxmlformats.org/drawingml/2006/lockedCanvas" xmlns="" val="1"/>
              </a:ext>
            </a:extLst>
          </p:spPr>
          <p:txBody>
            <a:bodyPr wrap="square" lIns="0" tIns="0" rIns="0" bIns="0">
              <a:normAutofit/>
            </a:bodyPr>
            <a:lstStyle/>
            <a:p>
              <a:pPr algn="r" rtl="1">
                <a:lnSpc>
                  <a:spcPct val="120000"/>
                </a:lnSpc>
              </a:pPr>
              <a:r>
                <a:rPr lang="fa-IR" altLang="en-US" sz="1200" dirty="0">
                  <a:cs typeface="+mn-ea"/>
                  <a:sym typeface="+mn-lt"/>
                </a:rPr>
                <a:t>تکلیس ۱۲۰۰ ‎°C در هوا؛ ماینیت اکسیدی (O)</a:t>
              </a:r>
              <a:endParaRPr lang="fa-IR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C0A0F90-547C-48C1-9B08-D5C0A12658EC}"/>
                </a:ext>
              </a:extLst>
            </p:cNvPr>
            <p:cNvSpPr/>
            <p:nvPr/>
          </p:nvSpPr>
          <p:spPr>
            <a:xfrm>
              <a:off x="1323158" y="4862280"/>
              <a:ext cx="2320491" cy="125519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p14="http://schemas.microsoft.com/office/powerpoint/2010/main" xmlns:ma14="http://schemas.microsoft.com/office/mac/drawingml/2011/main" xmlns:a16="http://schemas.microsoft.com/office/drawing/2014/main" xmlns:lc="http://schemas.openxmlformats.org/drawingml/2006/lockedCanvas" xmlns="" val="1"/>
              </a:ext>
            </a:extLst>
          </p:spPr>
          <p:txBody>
            <a:bodyPr wrap="square" lIns="0" tIns="0" rIns="0" bIns="0">
              <a:normAutofit/>
            </a:bodyPr>
            <a:lstStyle/>
            <a:p>
              <a:pPr algn="r" rtl="1">
                <a:lnSpc>
                  <a:spcPct val="120000"/>
                </a:lnSpc>
              </a:pPr>
              <a:r>
                <a:rPr lang="fa-IR" altLang="en-US" sz="1200" dirty="0">
                  <a:cs typeface="+mn-ea"/>
                  <a:sym typeface="+mn-lt"/>
                </a:rPr>
                <a:t>احیای پویا با CO و CH₄ تا ۱۵۰۰ ‎°C</a:t>
              </a:r>
              <a:endParaRPr lang="fa-IR" altLang="en-US" sz="1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F553D16-5E3F-479C-8935-ABDB2DA9F517}"/>
                </a:ext>
              </a:extLst>
            </p:cNvPr>
            <p:cNvSpPr/>
            <p:nvPr/>
          </p:nvSpPr>
          <p:spPr>
            <a:xfrm>
              <a:off x="1323158" y="1767993"/>
              <a:ext cx="2320491" cy="5808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p14="http://schemas.microsoft.com/office/powerpoint/2010/main" xmlns:ma14="http://schemas.microsoft.com/office/mac/drawingml/2011/main" xmlns:a16="http://schemas.microsoft.com/office/drawing/2014/main" xmlns:lc="http://schemas.openxmlformats.org/drawingml/2006/lockedCanvas" xmlns="" val="1"/>
              </a:ext>
            </a:extLst>
          </p:spPr>
          <p:txBody>
            <a:bodyPr wrap="square" lIns="0" tIns="0" rIns="0" bIns="0" anchor="ctr">
              <a:normAutofit/>
            </a:bodyPr>
            <a:lstStyle/>
            <a:p>
              <a:pPr algn="r" rtl="1"/>
              <a:r>
                <a:rPr lang="fa-IR" altLang="en-US" sz="1500" b="1" dirty="0">
                  <a:solidFill>
                    <a:schemeClr val="accent1">
                      <a:lumMod val="100000"/>
                    </a:schemeClr>
                  </a:solidFill>
                  <a:cs typeface="+mn-ea"/>
                  <a:sym typeface="+mn-lt"/>
                </a:rPr>
                <a:t>محیط اکسیدی</a:t>
              </a:r>
              <a:endParaRPr lang="fa-IR" altLang="en-US" sz="1500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7E7E6F2-1999-4954-BD09-A76B9A70810E}"/>
                </a:ext>
              </a:extLst>
            </p:cNvPr>
            <p:cNvSpPr/>
            <p:nvPr/>
          </p:nvSpPr>
          <p:spPr>
            <a:xfrm>
              <a:off x="1323158" y="4281396"/>
              <a:ext cx="2320491" cy="5808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p14="http://schemas.microsoft.com/office/powerpoint/2010/main" xmlns:ma14="http://schemas.microsoft.com/office/mac/drawingml/2011/main" xmlns:a16="http://schemas.microsoft.com/office/drawing/2014/main" xmlns:lc="http://schemas.openxmlformats.org/drawingml/2006/lockedCanvas" xmlns="" val="1"/>
              </a:ext>
            </a:extLst>
          </p:spPr>
          <p:txBody>
            <a:bodyPr wrap="square" lIns="0" tIns="0" rIns="0" bIns="0" anchor="ctr">
              <a:normAutofit/>
            </a:bodyPr>
            <a:lstStyle/>
            <a:p>
              <a:pPr algn="r" rtl="1"/>
              <a:r>
                <a:rPr lang="fa-IR" altLang="en-US" sz="1500" b="1" dirty="0">
                  <a:solidFill>
                    <a:schemeClr val="accent3">
                      <a:lumMod val="100000"/>
                    </a:schemeClr>
                  </a:solidFill>
                  <a:cs typeface="+mn-ea"/>
                  <a:sym typeface="+mn-lt"/>
                </a:rPr>
                <a:t>بستر کربنی درجا</a:t>
              </a:r>
              <a:endParaRPr lang="fa-IR" altLang="en-US" sz="1500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سنتز در دو محیط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224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/>
          <p:cNvSpPr txBox="1"/>
          <p:nvPr/>
        </p:nvSpPr>
        <p:spPr>
          <a:xfrm>
            <a:off x="3819062" y="1909922"/>
            <a:ext cx="1460977" cy="308378"/>
          </a:xfrm>
          <a:prstGeom prst="rect">
            <a:avLst/>
          </a:prstGeom>
          <a:noFill/>
        </p:spPr>
        <p:txBody>
          <a:bodyPr wrap="none" anchor="b">
            <a:normAutofit fontScale="77500"/>
          </a:bodyPr>
          <a:lstStyle/>
          <a:p>
            <a:pPr algn="ctr" rtl="1"/>
            <a:r>
              <a:rPr lang="fa-IR" altLang="en-US" sz="2000" b="1" dirty="0">
                <a:solidFill>
                  <a:schemeClr val="accent6"/>
                </a:solidFill>
                <a:cs typeface="+mn-ea"/>
                <a:sym typeface="+mn-lt"/>
              </a:rPr>
              <a:t>شناسایی</a:t>
            </a:r>
            <a:endParaRPr lang="fa-IR" altLang="en-US" sz="2000" b="1" dirty="0">
              <a:solidFill>
                <a:schemeClr val="accent6"/>
              </a:solidFill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273132" y="1890798"/>
            <a:ext cx="660501" cy="1456880"/>
            <a:chOff x="5273132" y="1890798"/>
            <a:chExt cx="660501" cy="1456880"/>
          </a:xfrm>
        </p:grpSpPr>
        <p:sp>
          <p:nvSpPr>
            <p:cNvPr id="7" name="Freeform: Shape 6"/>
            <p:cNvSpPr/>
            <p:nvPr/>
          </p:nvSpPr>
          <p:spPr>
            <a:xfrm>
              <a:off x="5273132" y="1890798"/>
              <a:ext cx="660501" cy="1456880"/>
            </a:xfrm>
            <a:custGeom>
              <a:avLst/>
              <a:gdLst>
                <a:gd name="connsiteX0" fmla="*/ 806043 w 880668"/>
                <a:gd name="connsiteY0" fmla="*/ 0 h 1942506"/>
                <a:gd name="connsiteX1" fmla="*/ 843783 w 880668"/>
                <a:gd name="connsiteY1" fmla="*/ 146778 h 1942506"/>
                <a:gd name="connsiteX2" fmla="*/ 880668 w 880668"/>
                <a:gd name="connsiteY2" fmla="*/ 512666 h 1942506"/>
                <a:gd name="connsiteX3" fmla="*/ 219991 w 880668"/>
                <a:gd name="connsiteY3" fmla="*/ 1913602 h 1942506"/>
                <a:gd name="connsiteX4" fmla="*/ 181339 w 880668"/>
                <a:gd name="connsiteY4" fmla="*/ 1942506 h 1942506"/>
                <a:gd name="connsiteX5" fmla="*/ 0 w 880668"/>
                <a:gd name="connsiteY5" fmla="*/ 837071 h 1942506"/>
                <a:gd name="connsiteX6" fmla="*/ 766028 w 880668"/>
                <a:gd name="connsiteY6" fmla="*/ 53786 h 1942506"/>
                <a:gd name="connsiteX7" fmla="*/ 806043 w 880668"/>
                <a:gd name="connsiteY7" fmla="*/ 0 h 194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668" h="1942506">
                  <a:moveTo>
                    <a:pt x="806043" y="0"/>
                  </a:moveTo>
                  <a:lnTo>
                    <a:pt x="843783" y="146778"/>
                  </a:lnTo>
                  <a:cubicBezTo>
                    <a:pt x="867968" y="264963"/>
                    <a:pt x="880668" y="387331"/>
                    <a:pt x="880668" y="512666"/>
                  </a:cubicBezTo>
                  <a:cubicBezTo>
                    <a:pt x="880668" y="1076673"/>
                    <a:pt x="623483" y="1580611"/>
                    <a:pt x="219991" y="1913602"/>
                  </a:cubicBezTo>
                  <a:lnTo>
                    <a:pt x="181339" y="1942506"/>
                  </a:lnTo>
                  <a:lnTo>
                    <a:pt x="0" y="837071"/>
                  </a:lnTo>
                  <a:lnTo>
                    <a:pt x="766028" y="53786"/>
                  </a:lnTo>
                  <a:lnTo>
                    <a:pt x="80604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Freeform: Shape 19"/>
            <p:cNvSpPr>
              <a:spLocks noChangeAspect="1"/>
            </p:cNvSpPr>
            <p:nvPr/>
          </p:nvSpPr>
          <p:spPr bwMode="auto">
            <a:xfrm>
              <a:off x="5481359" y="2479350"/>
              <a:ext cx="175961" cy="212247"/>
            </a:xfrm>
            <a:custGeom>
              <a:avLst/>
              <a:gdLst>
                <a:gd name="connsiteX0" fmla="*/ 97409 w 421152"/>
                <a:gd name="connsiteY0" fmla="*/ 433798 h 508000"/>
                <a:gd name="connsiteX1" fmla="*/ 80219 w 421152"/>
                <a:gd name="connsiteY1" fmla="*/ 450922 h 508000"/>
                <a:gd name="connsiteX2" fmla="*/ 97409 w 421152"/>
                <a:gd name="connsiteY2" fmla="*/ 465191 h 508000"/>
                <a:gd name="connsiteX3" fmla="*/ 312283 w 421152"/>
                <a:gd name="connsiteY3" fmla="*/ 465191 h 508000"/>
                <a:gd name="connsiteX4" fmla="*/ 326608 w 421152"/>
                <a:gd name="connsiteY4" fmla="*/ 450922 h 508000"/>
                <a:gd name="connsiteX5" fmla="*/ 312283 w 421152"/>
                <a:gd name="connsiteY5" fmla="*/ 433798 h 508000"/>
                <a:gd name="connsiteX6" fmla="*/ 97409 w 421152"/>
                <a:gd name="connsiteY6" fmla="*/ 433798 h 508000"/>
                <a:gd name="connsiteX7" fmla="*/ 51570 w 421152"/>
                <a:gd name="connsiteY7" fmla="*/ 333910 h 508000"/>
                <a:gd name="connsiteX8" fmla="*/ 25785 w 421152"/>
                <a:gd name="connsiteY8" fmla="*/ 362450 h 508000"/>
                <a:gd name="connsiteX9" fmla="*/ 25785 w 421152"/>
                <a:gd name="connsiteY9" fmla="*/ 419528 h 508000"/>
                <a:gd name="connsiteX10" fmla="*/ 42975 w 421152"/>
                <a:gd name="connsiteY10" fmla="*/ 419528 h 508000"/>
                <a:gd name="connsiteX11" fmla="*/ 42975 w 421152"/>
                <a:gd name="connsiteY11" fmla="*/ 396697 h 508000"/>
                <a:gd name="connsiteX12" fmla="*/ 68760 w 421152"/>
                <a:gd name="connsiteY12" fmla="*/ 371011 h 508000"/>
                <a:gd name="connsiteX13" fmla="*/ 352393 w 421152"/>
                <a:gd name="connsiteY13" fmla="*/ 371011 h 508000"/>
                <a:gd name="connsiteX14" fmla="*/ 375312 w 421152"/>
                <a:gd name="connsiteY14" fmla="*/ 396697 h 508000"/>
                <a:gd name="connsiteX15" fmla="*/ 375312 w 421152"/>
                <a:gd name="connsiteY15" fmla="*/ 419528 h 508000"/>
                <a:gd name="connsiteX16" fmla="*/ 383907 w 421152"/>
                <a:gd name="connsiteY16" fmla="*/ 419528 h 508000"/>
                <a:gd name="connsiteX17" fmla="*/ 395367 w 421152"/>
                <a:gd name="connsiteY17" fmla="*/ 388135 h 508000"/>
                <a:gd name="connsiteX18" fmla="*/ 395367 w 421152"/>
                <a:gd name="connsiteY18" fmla="*/ 362450 h 508000"/>
                <a:gd name="connsiteX19" fmla="*/ 369582 w 421152"/>
                <a:gd name="connsiteY19" fmla="*/ 333910 h 508000"/>
                <a:gd name="connsiteX20" fmla="*/ 51570 w 421152"/>
                <a:gd name="connsiteY20" fmla="*/ 333910 h 508000"/>
                <a:gd name="connsiteX21" fmla="*/ 108332 w 421152"/>
                <a:gd name="connsiteY21" fmla="*/ 133246 h 508000"/>
                <a:gd name="connsiteX22" fmla="*/ 323527 w 421152"/>
                <a:gd name="connsiteY22" fmla="*/ 133246 h 508000"/>
                <a:gd name="connsiteX23" fmla="*/ 337873 w 421152"/>
                <a:gd name="connsiteY23" fmla="*/ 147523 h 508000"/>
                <a:gd name="connsiteX24" fmla="*/ 323527 w 421152"/>
                <a:gd name="connsiteY24" fmla="*/ 161799 h 508000"/>
                <a:gd name="connsiteX25" fmla="*/ 108332 w 421152"/>
                <a:gd name="connsiteY25" fmla="*/ 161799 h 508000"/>
                <a:gd name="connsiteX26" fmla="*/ 93986 w 421152"/>
                <a:gd name="connsiteY26" fmla="*/ 147523 h 508000"/>
                <a:gd name="connsiteX27" fmla="*/ 108332 w 421152"/>
                <a:gd name="connsiteY27" fmla="*/ 133246 h 508000"/>
                <a:gd name="connsiteX28" fmla="*/ 68760 w 421152"/>
                <a:gd name="connsiteY28" fmla="*/ 79910 h 508000"/>
                <a:gd name="connsiteX29" fmla="*/ 40110 w 421152"/>
                <a:gd name="connsiteY29" fmla="*/ 108450 h 508000"/>
                <a:gd name="connsiteX30" fmla="*/ 40110 w 421152"/>
                <a:gd name="connsiteY30" fmla="*/ 205483 h 508000"/>
                <a:gd name="connsiteX31" fmla="*/ 68760 w 421152"/>
                <a:gd name="connsiteY31" fmla="*/ 236877 h 508000"/>
                <a:gd name="connsiteX32" fmla="*/ 346663 w 421152"/>
                <a:gd name="connsiteY32" fmla="*/ 236877 h 508000"/>
                <a:gd name="connsiteX33" fmla="*/ 378177 w 421152"/>
                <a:gd name="connsiteY33" fmla="*/ 205483 h 508000"/>
                <a:gd name="connsiteX34" fmla="*/ 378177 w 421152"/>
                <a:gd name="connsiteY34" fmla="*/ 108450 h 508000"/>
                <a:gd name="connsiteX35" fmla="*/ 346663 w 421152"/>
                <a:gd name="connsiteY35" fmla="*/ 79910 h 508000"/>
                <a:gd name="connsiteX36" fmla="*/ 68760 w 421152"/>
                <a:gd name="connsiteY36" fmla="*/ 79910 h 508000"/>
                <a:gd name="connsiteX37" fmla="*/ 83084 w 421152"/>
                <a:gd name="connsiteY37" fmla="*/ 0 h 508000"/>
                <a:gd name="connsiteX38" fmla="*/ 332338 w 421152"/>
                <a:gd name="connsiteY38" fmla="*/ 0 h 508000"/>
                <a:gd name="connsiteX39" fmla="*/ 386772 w 421152"/>
                <a:gd name="connsiteY39" fmla="*/ 19978 h 508000"/>
                <a:gd name="connsiteX40" fmla="*/ 398232 w 421152"/>
                <a:gd name="connsiteY40" fmla="*/ 28540 h 508000"/>
                <a:gd name="connsiteX41" fmla="*/ 421152 w 421152"/>
                <a:gd name="connsiteY41" fmla="*/ 77056 h 508000"/>
                <a:gd name="connsiteX42" fmla="*/ 421152 w 421152"/>
                <a:gd name="connsiteY42" fmla="*/ 413820 h 508000"/>
                <a:gd name="connsiteX43" fmla="*/ 398232 w 421152"/>
                <a:gd name="connsiteY43" fmla="*/ 442360 h 508000"/>
                <a:gd name="connsiteX44" fmla="*/ 375312 w 421152"/>
                <a:gd name="connsiteY44" fmla="*/ 442360 h 508000"/>
                <a:gd name="connsiteX45" fmla="*/ 375312 w 421152"/>
                <a:gd name="connsiteY45" fmla="*/ 476607 h 508000"/>
                <a:gd name="connsiteX46" fmla="*/ 343798 w 421152"/>
                <a:gd name="connsiteY46" fmla="*/ 508000 h 508000"/>
                <a:gd name="connsiteX47" fmla="*/ 71625 w 421152"/>
                <a:gd name="connsiteY47" fmla="*/ 508000 h 508000"/>
                <a:gd name="connsiteX48" fmla="*/ 42975 w 421152"/>
                <a:gd name="connsiteY48" fmla="*/ 476607 h 508000"/>
                <a:gd name="connsiteX49" fmla="*/ 42975 w 421152"/>
                <a:gd name="connsiteY49" fmla="*/ 442360 h 508000"/>
                <a:gd name="connsiteX50" fmla="*/ 20055 w 421152"/>
                <a:gd name="connsiteY50" fmla="*/ 442360 h 508000"/>
                <a:gd name="connsiteX51" fmla="*/ 0 w 421152"/>
                <a:gd name="connsiteY51" fmla="*/ 413820 h 508000"/>
                <a:gd name="connsiteX52" fmla="*/ 0 w 421152"/>
                <a:gd name="connsiteY52" fmla="*/ 77056 h 508000"/>
                <a:gd name="connsiteX53" fmla="*/ 22920 w 421152"/>
                <a:gd name="connsiteY53" fmla="*/ 25686 h 508000"/>
                <a:gd name="connsiteX54" fmla="*/ 28650 w 421152"/>
                <a:gd name="connsiteY54" fmla="*/ 19978 h 508000"/>
                <a:gd name="connsiteX55" fmla="*/ 83084 w 421152"/>
                <a:gd name="connsiteY55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421152" h="508000">
                  <a:moveTo>
                    <a:pt x="97409" y="433798"/>
                  </a:moveTo>
                  <a:cubicBezTo>
                    <a:pt x="88814" y="433798"/>
                    <a:pt x="80219" y="442360"/>
                    <a:pt x="80219" y="450922"/>
                  </a:cubicBezTo>
                  <a:cubicBezTo>
                    <a:pt x="80219" y="459483"/>
                    <a:pt x="88814" y="465191"/>
                    <a:pt x="97409" y="465191"/>
                  </a:cubicBezTo>
                  <a:cubicBezTo>
                    <a:pt x="97409" y="465191"/>
                    <a:pt x="97409" y="465191"/>
                    <a:pt x="312283" y="465191"/>
                  </a:cubicBezTo>
                  <a:cubicBezTo>
                    <a:pt x="320878" y="465191"/>
                    <a:pt x="326608" y="459483"/>
                    <a:pt x="326608" y="450922"/>
                  </a:cubicBezTo>
                  <a:cubicBezTo>
                    <a:pt x="326608" y="442360"/>
                    <a:pt x="320878" y="433798"/>
                    <a:pt x="312283" y="433798"/>
                  </a:cubicBezTo>
                  <a:cubicBezTo>
                    <a:pt x="312283" y="433798"/>
                    <a:pt x="312283" y="433798"/>
                    <a:pt x="97409" y="433798"/>
                  </a:cubicBezTo>
                  <a:close/>
                  <a:moveTo>
                    <a:pt x="51570" y="333910"/>
                  </a:moveTo>
                  <a:cubicBezTo>
                    <a:pt x="37245" y="333910"/>
                    <a:pt x="25785" y="348180"/>
                    <a:pt x="25785" y="362450"/>
                  </a:cubicBezTo>
                  <a:cubicBezTo>
                    <a:pt x="25785" y="362450"/>
                    <a:pt x="25785" y="362450"/>
                    <a:pt x="25785" y="419528"/>
                  </a:cubicBezTo>
                  <a:cubicBezTo>
                    <a:pt x="25785" y="419528"/>
                    <a:pt x="25785" y="419528"/>
                    <a:pt x="42975" y="419528"/>
                  </a:cubicBezTo>
                  <a:cubicBezTo>
                    <a:pt x="42975" y="419528"/>
                    <a:pt x="42975" y="419528"/>
                    <a:pt x="42975" y="396697"/>
                  </a:cubicBezTo>
                  <a:cubicBezTo>
                    <a:pt x="42975" y="382427"/>
                    <a:pt x="54435" y="371011"/>
                    <a:pt x="68760" y="371011"/>
                  </a:cubicBezTo>
                  <a:cubicBezTo>
                    <a:pt x="68760" y="371011"/>
                    <a:pt x="68760" y="371011"/>
                    <a:pt x="352393" y="371011"/>
                  </a:cubicBezTo>
                  <a:cubicBezTo>
                    <a:pt x="363852" y="371011"/>
                    <a:pt x="375312" y="382427"/>
                    <a:pt x="375312" y="396697"/>
                  </a:cubicBezTo>
                  <a:cubicBezTo>
                    <a:pt x="375312" y="396697"/>
                    <a:pt x="375312" y="396697"/>
                    <a:pt x="375312" y="419528"/>
                  </a:cubicBezTo>
                  <a:cubicBezTo>
                    <a:pt x="375312" y="419528"/>
                    <a:pt x="375312" y="419528"/>
                    <a:pt x="383907" y="419528"/>
                  </a:cubicBezTo>
                  <a:cubicBezTo>
                    <a:pt x="389637" y="419528"/>
                    <a:pt x="395367" y="405259"/>
                    <a:pt x="395367" y="388135"/>
                  </a:cubicBezTo>
                  <a:lnTo>
                    <a:pt x="395367" y="362450"/>
                  </a:lnTo>
                  <a:cubicBezTo>
                    <a:pt x="395367" y="348180"/>
                    <a:pt x="383907" y="333910"/>
                    <a:pt x="369582" y="333910"/>
                  </a:cubicBezTo>
                  <a:cubicBezTo>
                    <a:pt x="369582" y="333910"/>
                    <a:pt x="369582" y="333910"/>
                    <a:pt x="51570" y="333910"/>
                  </a:cubicBezTo>
                  <a:close/>
                  <a:moveTo>
                    <a:pt x="108332" y="133246"/>
                  </a:moveTo>
                  <a:cubicBezTo>
                    <a:pt x="108332" y="133246"/>
                    <a:pt x="108332" y="133246"/>
                    <a:pt x="323527" y="133246"/>
                  </a:cubicBezTo>
                  <a:cubicBezTo>
                    <a:pt x="332135" y="133246"/>
                    <a:pt x="337873" y="138957"/>
                    <a:pt x="337873" y="147523"/>
                  </a:cubicBezTo>
                  <a:cubicBezTo>
                    <a:pt x="337873" y="156089"/>
                    <a:pt x="332135" y="161799"/>
                    <a:pt x="323527" y="161799"/>
                  </a:cubicBezTo>
                  <a:cubicBezTo>
                    <a:pt x="323527" y="161799"/>
                    <a:pt x="323527" y="161799"/>
                    <a:pt x="108332" y="161799"/>
                  </a:cubicBezTo>
                  <a:cubicBezTo>
                    <a:pt x="99725" y="161799"/>
                    <a:pt x="93986" y="156089"/>
                    <a:pt x="93986" y="147523"/>
                  </a:cubicBezTo>
                  <a:cubicBezTo>
                    <a:pt x="93986" y="138957"/>
                    <a:pt x="99725" y="133246"/>
                    <a:pt x="108332" y="133246"/>
                  </a:cubicBezTo>
                  <a:close/>
                  <a:moveTo>
                    <a:pt x="68760" y="79910"/>
                  </a:moveTo>
                  <a:cubicBezTo>
                    <a:pt x="51570" y="79910"/>
                    <a:pt x="40110" y="91326"/>
                    <a:pt x="40110" y="108450"/>
                  </a:cubicBezTo>
                  <a:lnTo>
                    <a:pt x="40110" y="205483"/>
                  </a:lnTo>
                  <a:cubicBezTo>
                    <a:pt x="40110" y="222607"/>
                    <a:pt x="51570" y="236877"/>
                    <a:pt x="68760" y="236877"/>
                  </a:cubicBezTo>
                  <a:cubicBezTo>
                    <a:pt x="68760" y="236877"/>
                    <a:pt x="68760" y="236877"/>
                    <a:pt x="346663" y="236877"/>
                  </a:cubicBezTo>
                  <a:cubicBezTo>
                    <a:pt x="363852" y="236877"/>
                    <a:pt x="378177" y="222607"/>
                    <a:pt x="378177" y="205483"/>
                  </a:cubicBezTo>
                  <a:cubicBezTo>
                    <a:pt x="378177" y="205483"/>
                    <a:pt x="378177" y="205483"/>
                    <a:pt x="378177" y="108450"/>
                  </a:cubicBezTo>
                  <a:cubicBezTo>
                    <a:pt x="378177" y="91326"/>
                    <a:pt x="363852" y="79910"/>
                    <a:pt x="346663" y="79910"/>
                  </a:cubicBezTo>
                  <a:cubicBezTo>
                    <a:pt x="346663" y="79910"/>
                    <a:pt x="346663" y="79910"/>
                    <a:pt x="68760" y="79910"/>
                  </a:cubicBezTo>
                  <a:close/>
                  <a:moveTo>
                    <a:pt x="83084" y="0"/>
                  </a:moveTo>
                  <a:cubicBezTo>
                    <a:pt x="83084" y="0"/>
                    <a:pt x="83084" y="0"/>
                    <a:pt x="332338" y="0"/>
                  </a:cubicBezTo>
                  <a:cubicBezTo>
                    <a:pt x="349528" y="0"/>
                    <a:pt x="375312" y="8562"/>
                    <a:pt x="386772" y="19978"/>
                  </a:cubicBezTo>
                  <a:cubicBezTo>
                    <a:pt x="386772" y="19978"/>
                    <a:pt x="386772" y="19978"/>
                    <a:pt x="398232" y="28540"/>
                  </a:cubicBezTo>
                  <a:cubicBezTo>
                    <a:pt x="409692" y="39955"/>
                    <a:pt x="421152" y="59933"/>
                    <a:pt x="421152" y="77056"/>
                  </a:cubicBezTo>
                  <a:cubicBezTo>
                    <a:pt x="421152" y="77056"/>
                    <a:pt x="421152" y="77056"/>
                    <a:pt x="421152" y="413820"/>
                  </a:cubicBezTo>
                  <a:cubicBezTo>
                    <a:pt x="421152" y="428090"/>
                    <a:pt x="409692" y="442360"/>
                    <a:pt x="398232" y="442360"/>
                  </a:cubicBezTo>
                  <a:cubicBezTo>
                    <a:pt x="398232" y="442360"/>
                    <a:pt x="398232" y="442360"/>
                    <a:pt x="375312" y="442360"/>
                  </a:cubicBezTo>
                  <a:cubicBezTo>
                    <a:pt x="375312" y="442360"/>
                    <a:pt x="375312" y="442360"/>
                    <a:pt x="375312" y="476607"/>
                  </a:cubicBezTo>
                  <a:cubicBezTo>
                    <a:pt x="375312" y="493731"/>
                    <a:pt x="360987" y="508000"/>
                    <a:pt x="343798" y="508000"/>
                  </a:cubicBezTo>
                  <a:cubicBezTo>
                    <a:pt x="343798" y="508000"/>
                    <a:pt x="343798" y="508000"/>
                    <a:pt x="71625" y="508000"/>
                  </a:cubicBezTo>
                  <a:cubicBezTo>
                    <a:pt x="54435" y="508000"/>
                    <a:pt x="42975" y="493731"/>
                    <a:pt x="42975" y="476607"/>
                  </a:cubicBezTo>
                  <a:cubicBezTo>
                    <a:pt x="42975" y="476607"/>
                    <a:pt x="42975" y="476607"/>
                    <a:pt x="42975" y="442360"/>
                  </a:cubicBezTo>
                  <a:cubicBezTo>
                    <a:pt x="42975" y="442360"/>
                    <a:pt x="42975" y="442360"/>
                    <a:pt x="20055" y="442360"/>
                  </a:cubicBezTo>
                  <a:cubicBezTo>
                    <a:pt x="8595" y="442360"/>
                    <a:pt x="0" y="428090"/>
                    <a:pt x="0" y="413820"/>
                  </a:cubicBezTo>
                  <a:cubicBezTo>
                    <a:pt x="0" y="413820"/>
                    <a:pt x="0" y="413820"/>
                    <a:pt x="0" y="77056"/>
                  </a:cubicBezTo>
                  <a:cubicBezTo>
                    <a:pt x="0" y="59933"/>
                    <a:pt x="11460" y="37101"/>
                    <a:pt x="22920" y="25686"/>
                  </a:cubicBezTo>
                  <a:cubicBezTo>
                    <a:pt x="22920" y="25686"/>
                    <a:pt x="22920" y="25686"/>
                    <a:pt x="28650" y="19978"/>
                  </a:cubicBezTo>
                  <a:cubicBezTo>
                    <a:pt x="42975" y="8562"/>
                    <a:pt x="65895" y="0"/>
                    <a:pt x="8308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633831" y="927156"/>
            <a:ext cx="1183449" cy="869270"/>
            <a:chOff x="4658558" y="898907"/>
            <a:chExt cx="1183449" cy="869270"/>
          </a:xfrm>
        </p:grpSpPr>
        <p:sp>
          <p:nvSpPr>
            <p:cNvPr id="9" name="Freeform: Shape 24"/>
            <p:cNvSpPr/>
            <p:nvPr/>
          </p:nvSpPr>
          <p:spPr>
            <a:xfrm>
              <a:off x="4658558" y="898907"/>
              <a:ext cx="1183449" cy="869270"/>
            </a:xfrm>
            <a:custGeom>
              <a:avLst/>
              <a:gdLst>
                <a:gd name="connsiteX0" fmla="*/ 0 w 1577932"/>
                <a:gd name="connsiteY0" fmla="*/ 0 h 1159027"/>
                <a:gd name="connsiteX1" fmla="*/ 70214 w 1577932"/>
                <a:gd name="connsiteY1" fmla="*/ 3545 h 1159027"/>
                <a:gd name="connsiteX2" fmla="*/ 1557427 w 1577932"/>
                <a:gd name="connsiteY2" fmla="*/ 1103004 h 1159027"/>
                <a:gd name="connsiteX3" fmla="*/ 1577932 w 1577932"/>
                <a:gd name="connsiteY3" fmla="*/ 1159027 h 1159027"/>
                <a:gd name="connsiteX4" fmla="*/ 1573850 w 1577932"/>
                <a:gd name="connsiteY4" fmla="*/ 1156643 h 1159027"/>
                <a:gd name="connsiteX5" fmla="*/ 1522151 w 1577932"/>
                <a:gd name="connsiteY5" fmla="*/ 1142818 h 1159027"/>
                <a:gd name="connsiteX6" fmla="*/ 462794 w 1577932"/>
                <a:gd name="connsiteY6" fmla="*/ 981301 h 1159027"/>
                <a:gd name="connsiteX7" fmla="*/ 0 w 1577932"/>
                <a:gd name="connsiteY7" fmla="*/ 0 h 115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7932" h="1159027">
                  <a:moveTo>
                    <a:pt x="0" y="0"/>
                  </a:moveTo>
                  <a:lnTo>
                    <a:pt x="70214" y="3545"/>
                  </a:lnTo>
                  <a:cubicBezTo>
                    <a:pt x="741568" y="71725"/>
                    <a:pt x="1304785" y="505691"/>
                    <a:pt x="1557427" y="1103004"/>
                  </a:cubicBezTo>
                  <a:lnTo>
                    <a:pt x="1577932" y="1159027"/>
                  </a:lnTo>
                  <a:lnTo>
                    <a:pt x="1573850" y="1156643"/>
                  </a:lnTo>
                  <a:cubicBezTo>
                    <a:pt x="1559078" y="1150744"/>
                    <a:pt x="1541845" y="1146135"/>
                    <a:pt x="1522151" y="1142818"/>
                  </a:cubicBezTo>
                  <a:lnTo>
                    <a:pt x="462794" y="981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" name="Freeform: Shape 20"/>
            <p:cNvSpPr>
              <a:spLocks noChangeAspect="1"/>
            </p:cNvSpPr>
            <p:nvPr/>
          </p:nvSpPr>
          <p:spPr bwMode="auto">
            <a:xfrm>
              <a:off x="5060885" y="1300300"/>
              <a:ext cx="212247" cy="211659"/>
            </a:xfrm>
            <a:custGeom>
              <a:avLst/>
              <a:gdLst>
                <a:gd name="connsiteX0" fmla="*/ 84666 w 508000"/>
                <a:gd name="connsiteY0" fmla="*/ 303955 h 506592"/>
                <a:gd name="connsiteX1" fmla="*/ 233680 w 508000"/>
                <a:gd name="connsiteY1" fmla="*/ 428915 h 506592"/>
                <a:gd name="connsiteX2" fmla="*/ 233680 w 508000"/>
                <a:gd name="connsiteY2" fmla="*/ 408651 h 506592"/>
                <a:gd name="connsiteX3" fmla="*/ 254000 w 508000"/>
                <a:gd name="connsiteY3" fmla="*/ 391765 h 506592"/>
                <a:gd name="connsiteX4" fmla="*/ 274320 w 508000"/>
                <a:gd name="connsiteY4" fmla="*/ 408651 h 506592"/>
                <a:gd name="connsiteX5" fmla="*/ 274320 w 508000"/>
                <a:gd name="connsiteY5" fmla="*/ 428915 h 506592"/>
                <a:gd name="connsiteX6" fmla="*/ 423334 w 508000"/>
                <a:gd name="connsiteY6" fmla="*/ 303955 h 506592"/>
                <a:gd name="connsiteX7" fmla="*/ 254000 w 508000"/>
                <a:gd name="connsiteY7" fmla="*/ 371501 h 506592"/>
                <a:gd name="connsiteX8" fmla="*/ 84666 w 508000"/>
                <a:gd name="connsiteY8" fmla="*/ 303955 h 506592"/>
                <a:gd name="connsiteX9" fmla="*/ 362374 w 508000"/>
                <a:gd name="connsiteY9" fmla="*/ 209392 h 506592"/>
                <a:gd name="connsiteX10" fmla="*/ 372534 w 508000"/>
                <a:gd name="connsiteY10" fmla="*/ 253296 h 506592"/>
                <a:gd name="connsiteX11" fmla="*/ 362374 w 508000"/>
                <a:gd name="connsiteY11" fmla="*/ 297201 h 506592"/>
                <a:gd name="connsiteX12" fmla="*/ 423334 w 508000"/>
                <a:gd name="connsiteY12" fmla="*/ 253296 h 506592"/>
                <a:gd name="connsiteX13" fmla="*/ 362374 w 508000"/>
                <a:gd name="connsiteY13" fmla="*/ 209392 h 506592"/>
                <a:gd name="connsiteX14" fmla="*/ 145626 w 508000"/>
                <a:gd name="connsiteY14" fmla="*/ 209392 h 506592"/>
                <a:gd name="connsiteX15" fmla="*/ 88053 w 508000"/>
                <a:gd name="connsiteY15" fmla="*/ 253296 h 506592"/>
                <a:gd name="connsiteX16" fmla="*/ 145626 w 508000"/>
                <a:gd name="connsiteY16" fmla="*/ 297201 h 506592"/>
                <a:gd name="connsiteX17" fmla="*/ 138853 w 508000"/>
                <a:gd name="connsiteY17" fmla="*/ 253296 h 506592"/>
                <a:gd name="connsiteX18" fmla="*/ 145626 w 508000"/>
                <a:gd name="connsiteY18" fmla="*/ 209392 h 506592"/>
                <a:gd name="connsiteX19" fmla="*/ 254413 w 508000"/>
                <a:gd name="connsiteY19" fmla="*/ 205451 h 506592"/>
                <a:gd name="connsiteX20" fmla="*/ 305363 w 508000"/>
                <a:gd name="connsiteY20" fmla="*/ 253005 h 506592"/>
                <a:gd name="connsiteX21" fmla="*/ 254413 w 508000"/>
                <a:gd name="connsiteY21" fmla="*/ 303955 h 506592"/>
                <a:gd name="connsiteX22" fmla="*/ 206859 w 508000"/>
                <a:gd name="connsiteY22" fmla="*/ 253005 h 506592"/>
                <a:gd name="connsiteX23" fmla="*/ 254413 w 508000"/>
                <a:gd name="connsiteY23" fmla="*/ 205451 h 506592"/>
                <a:gd name="connsiteX24" fmla="*/ 254000 w 508000"/>
                <a:gd name="connsiteY24" fmla="*/ 175618 h 506592"/>
                <a:gd name="connsiteX25" fmla="*/ 176106 w 508000"/>
                <a:gd name="connsiteY25" fmla="*/ 253296 h 506592"/>
                <a:gd name="connsiteX26" fmla="*/ 254000 w 508000"/>
                <a:gd name="connsiteY26" fmla="*/ 330974 h 506592"/>
                <a:gd name="connsiteX27" fmla="*/ 331894 w 508000"/>
                <a:gd name="connsiteY27" fmla="*/ 253296 h 506592"/>
                <a:gd name="connsiteX28" fmla="*/ 254000 w 508000"/>
                <a:gd name="connsiteY28" fmla="*/ 175618 h 506592"/>
                <a:gd name="connsiteX29" fmla="*/ 233680 w 508000"/>
                <a:gd name="connsiteY29" fmla="*/ 77677 h 506592"/>
                <a:gd name="connsiteX30" fmla="*/ 84666 w 508000"/>
                <a:gd name="connsiteY30" fmla="*/ 202637 h 506592"/>
                <a:gd name="connsiteX31" fmla="*/ 254000 w 508000"/>
                <a:gd name="connsiteY31" fmla="*/ 138468 h 506592"/>
                <a:gd name="connsiteX32" fmla="*/ 423334 w 508000"/>
                <a:gd name="connsiteY32" fmla="*/ 202637 h 506592"/>
                <a:gd name="connsiteX33" fmla="*/ 274320 w 508000"/>
                <a:gd name="connsiteY33" fmla="*/ 77677 h 506592"/>
                <a:gd name="connsiteX34" fmla="*/ 274320 w 508000"/>
                <a:gd name="connsiteY34" fmla="*/ 97941 h 506592"/>
                <a:gd name="connsiteX35" fmla="*/ 254000 w 508000"/>
                <a:gd name="connsiteY35" fmla="*/ 118205 h 506592"/>
                <a:gd name="connsiteX36" fmla="*/ 233680 w 508000"/>
                <a:gd name="connsiteY36" fmla="*/ 97941 h 506592"/>
                <a:gd name="connsiteX37" fmla="*/ 233680 w 508000"/>
                <a:gd name="connsiteY37" fmla="*/ 77677 h 506592"/>
                <a:gd name="connsiteX38" fmla="*/ 254000 w 508000"/>
                <a:gd name="connsiteY38" fmla="*/ 0 h 506592"/>
                <a:gd name="connsiteX39" fmla="*/ 274320 w 508000"/>
                <a:gd name="connsiteY39" fmla="*/ 20264 h 506592"/>
                <a:gd name="connsiteX40" fmla="*/ 274320 w 508000"/>
                <a:gd name="connsiteY40" fmla="*/ 40527 h 506592"/>
                <a:gd name="connsiteX41" fmla="*/ 470747 w 508000"/>
                <a:gd name="connsiteY41" fmla="*/ 233033 h 506592"/>
                <a:gd name="connsiteX42" fmla="*/ 491067 w 508000"/>
                <a:gd name="connsiteY42" fmla="*/ 233033 h 506592"/>
                <a:gd name="connsiteX43" fmla="*/ 508000 w 508000"/>
                <a:gd name="connsiteY43" fmla="*/ 253296 h 506592"/>
                <a:gd name="connsiteX44" fmla="*/ 491067 w 508000"/>
                <a:gd name="connsiteY44" fmla="*/ 273560 h 506592"/>
                <a:gd name="connsiteX45" fmla="*/ 470747 w 508000"/>
                <a:gd name="connsiteY45" fmla="*/ 273560 h 506592"/>
                <a:gd name="connsiteX46" fmla="*/ 274320 w 508000"/>
                <a:gd name="connsiteY46" fmla="*/ 469442 h 506592"/>
                <a:gd name="connsiteX47" fmla="*/ 274320 w 508000"/>
                <a:gd name="connsiteY47" fmla="*/ 489706 h 506592"/>
                <a:gd name="connsiteX48" fmla="*/ 254000 w 508000"/>
                <a:gd name="connsiteY48" fmla="*/ 506592 h 506592"/>
                <a:gd name="connsiteX49" fmla="*/ 233680 w 508000"/>
                <a:gd name="connsiteY49" fmla="*/ 489706 h 506592"/>
                <a:gd name="connsiteX50" fmla="*/ 233680 w 508000"/>
                <a:gd name="connsiteY50" fmla="*/ 469442 h 506592"/>
                <a:gd name="connsiteX51" fmla="*/ 40640 w 508000"/>
                <a:gd name="connsiteY51" fmla="*/ 273560 h 506592"/>
                <a:gd name="connsiteX52" fmla="*/ 20320 w 508000"/>
                <a:gd name="connsiteY52" fmla="*/ 273560 h 506592"/>
                <a:gd name="connsiteX53" fmla="*/ 0 w 508000"/>
                <a:gd name="connsiteY53" fmla="*/ 253296 h 506592"/>
                <a:gd name="connsiteX54" fmla="*/ 20320 w 508000"/>
                <a:gd name="connsiteY54" fmla="*/ 233033 h 506592"/>
                <a:gd name="connsiteX55" fmla="*/ 40640 w 508000"/>
                <a:gd name="connsiteY55" fmla="*/ 233033 h 506592"/>
                <a:gd name="connsiteX56" fmla="*/ 233680 w 508000"/>
                <a:gd name="connsiteY56" fmla="*/ 40527 h 506592"/>
                <a:gd name="connsiteX57" fmla="*/ 233680 w 508000"/>
                <a:gd name="connsiteY57" fmla="*/ 20264 h 506592"/>
                <a:gd name="connsiteX58" fmla="*/ 254000 w 508000"/>
                <a:gd name="connsiteY58" fmla="*/ 0 h 50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08000" h="506592">
                  <a:moveTo>
                    <a:pt x="84666" y="303955"/>
                  </a:moveTo>
                  <a:cubicBezTo>
                    <a:pt x="104986" y="371501"/>
                    <a:pt x="165946" y="422160"/>
                    <a:pt x="233680" y="428915"/>
                  </a:cubicBezTo>
                  <a:cubicBezTo>
                    <a:pt x="233680" y="428915"/>
                    <a:pt x="233680" y="428915"/>
                    <a:pt x="233680" y="408651"/>
                  </a:cubicBezTo>
                  <a:cubicBezTo>
                    <a:pt x="233680" y="398519"/>
                    <a:pt x="243840" y="391765"/>
                    <a:pt x="254000" y="391765"/>
                  </a:cubicBezTo>
                  <a:cubicBezTo>
                    <a:pt x="264160" y="391765"/>
                    <a:pt x="274320" y="398519"/>
                    <a:pt x="274320" y="408651"/>
                  </a:cubicBezTo>
                  <a:cubicBezTo>
                    <a:pt x="274320" y="408651"/>
                    <a:pt x="274320" y="408651"/>
                    <a:pt x="274320" y="428915"/>
                  </a:cubicBezTo>
                  <a:cubicBezTo>
                    <a:pt x="345440" y="422160"/>
                    <a:pt x="403014" y="371501"/>
                    <a:pt x="423334" y="303955"/>
                  </a:cubicBezTo>
                  <a:cubicBezTo>
                    <a:pt x="386080" y="334351"/>
                    <a:pt x="325120" y="371501"/>
                    <a:pt x="254000" y="371501"/>
                  </a:cubicBezTo>
                  <a:cubicBezTo>
                    <a:pt x="186266" y="371501"/>
                    <a:pt x="125306" y="334351"/>
                    <a:pt x="84666" y="303955"/>
                  </a:cubicBezTo>
                  <a:close/>
                  <a:moveTo>
                    <a:pt x="362374" y="209392"/>
                  </a:moveTo>
                  <a:cubicBezTo>
                    <a:pt x="369147" y="222901"/>
                    <a:pt x="372534" y="239787"/>
                    <a:pt x="372534" y="253296"/>
                  </a:cubicBezTo>
                  <a:cubicBezTo>
                    <a:pt x="372534" y="270183"/>
                    <a:pt x="369147" y="283692"/>
                    <a:pt x="362374" y="297201"/>
                  </a:cubicBezTo>
                  <a:cubicBezTo>
                    <a:pt x="389467" y="283692"/>
                    <a:pt x="409787" y="266805"/>
                    <a:pt x="423334" y="253296"/>
                  </a:cubicBezTo>
                  <a:cubicBezTo>
                    <a:pt x="409787" y="243164"/>
                    <a:pt x="389467" y="226278"/>
                    <a:pt x="362374" y="209392"/>
                  </a:cubicBezTo>
                  <a:close/>
                  <a:moveTo>
                    <a:pt x="145626" y="209392"/>
                  </a:moveTo>
                  <a:cubicBezTo>
                    <a:pt x="118533" y="226278"/>
                    <a:pt x="98213" y="243164"/>
                    <a:pt x="88053" y="253296"/>
                  </a:cubicBezTo>
                  <a:cubicBezTo>
                    <a:pt x="98213" y="266805"/>
                    <a:pt x="118533" y="283692"/>
                    <a:pt x="145626" y="297201"/>
                  </a:cubicBezTo>
                  <a:cubicBezTo>
                    <a:pt x="138853" y="283692"/>
                    <a:pt x="138853" y="270183"/>
                    <a:pt x="138853" y="253296"/>
                  </a:cubicBezTo>
                  <a:cubicBezTo>
                    <a:pt x="138853" y="239787"/>
                    <a:pt x="138853" y="222901"/>
                    <a:pt x="145626" y="209392"/>
                  </a:cubicBezTo>
                  <a:close/>
                  <a:moveTo>
                    <a:pt x="254413" y="205451"/>
                  </a:moveTo>
                  <a:cubicBezTo>
                    <a:pt x="281586" y="205451"/>
                    <a:pt x="305363" y="225831"/>
                    <a:pt x="305363" y="253005"/>
                  </a:cubicBezTo>
                  <a:cubicBezTo>
                    <a:pt x="305363" y="280178"/>
                    <a:pt x="281586" y="303955"/>
                    <a:pt x="254413" y="303955"/>
                  </a:cubicBezTo>
                  <a:cubicBezTo>
                    <a:pt x="227239" y="303955"/>
                    <a:pt x="206859" y="280178"/>
                    <a:pt x="206859" y="253005"/>
                  </a:cubicBezTo>
                  <a:cubicBezTo>
                    <a:pt x="206859" y="225831"/>
                    <a:pt x="227239" y="205451"/>
                    <a:pt x="254413" y="205451"/>
                  </a:cubicBezTo>
                  <a:close/>
                  <a:moveTo>
                    <a:pt x="254000" y="175618"/>
                  </a:moveTo>
                  <a:cubicBezTo>
                    <a:pt x="209974" y="175618"/>
                    <a:pt x="176106" y="209392"/>
                    <a:pt x="176106" y="253296"/>
                  </a:cubicBezTo>
                  <a:cubicBezTo>
                    <a:pt x="176106" y="297201"/>
                    <a:pt x="209974" y="330974"/>
                    <a:pt x="254000" y="330974"/>
                  </a:cubicBezTo>
                  <a:cubicBezTo>
                    <a:pt x="298027" y="330974"/>
                    <a:pt x="331894" y="297201"/>
                    <a:pt x="331894" y="253296"/>
                  </a:cubicBezTo>
                  <a:cubicBezTo>
                    <a:pt x="331894" y="209392"/>
                    <a:pt x="298027" y="175618"/>
                    <a:pt x="254000" y="175618"/>
                  </a:cubicBezTo>
                  <a:close/>
                  <a:moveTo>
                    <a:pt x="233680" y="77677"/>
                  </a:moveTo>
                  <a:cubicBezTo>
                    <a:pt x="165946" y="87809"/>
                    <a:pt x="104986" y="138468"/>
                    <a:pt x="84666" y="202637"/>
                  </a:cubicBezTo>
                  <a:cubicBezTo>
                    <a:pt x="125306" y="172241"/>
                    <a:pt x="186266" y="138468"/>
                    <a:pt x="254000" y="138468"/>
                  </a:cubicBezTo>
                  <a:cubicBezTo>
                    <a:pt x="325120" y="138468"/>
                    <a:pt x="386080" y="172241"/>
                    <a:pt x="423334" y="202637"/>
                  </a:cubicBezTo>
                  <a:cubicBezTo>
                    <a:pt x="403014" y="138468"/>
                    <a:pt x="345440" y="87809"/>
                    <a:pt x="274320" y="77677"/>
                  </a:cubicBezTo>
                  <a:cubicBezTo>
                    <a:pt x="274320" y="77677"/>
                    <a:pt x="274320" y="77677"/>
                    <a:pt x="274320" y="97941"/>
                  </a:cubicBezTo>
                  <a:cubicBezTo>
                    <a:pt x="274320" y="108073"/>
                    <a:pt x="264160" y="118205"/>
                    <a:pt x="254000" y="118205"/>
                  </a:cubicBezTo>
                  <a:cubicBezTo>
                    <a:pt x="243840" y="118205"/>
                    <a:pt x="233680" y="108073"/>
                    <a:pt x="233680" y="97941"/>
                  </a:cubicBezTo>
                  <a:cubicBezTo>
                    <a:pt x="233680" y="97941"/>
                    <a:pt x="233680" y="97941"/>
                    <a:pt x="233680" y="77677"/>
                  </a:cubicBezTo>
                  <a:close/>
                  <a:moveTo>
                    <a:pt x="254000" y="0"/>
                  </a:moveTo>
                  <a:cubicBezTo>
                    <a:pt x="264160" y="0"/>
                    <a:pt x="274320" y="10132"/>
                    <a:pt x="274320" y="20264"/>
                  </a:cubicBezTo>
                  <a:cubicBezTo>
                    <a:pt x="274320" y="20264"/>
                    <a:pt x="274320" y="20264"/>
                    <a:pt x="274320" y="40527"/>
                  </a:cubicBezTo>
                  <a:cubicBezTo>
                    <a:pt x="375920" y="50659"/>
                    <a:pt x="460587" y="131714"/>
                    <a:pt x="470747" y="233033"/>
                  </a:cubicBezTo>
                  <a:cubicBezTo>
                    <a:pt x="470747" y="233033"/>
                    <a:pt x="470747" y="233033"/>
                    <a:pt x="491067" y="233033"/>
                  </a:cubicBezTo>
                  <a:cubicBezTo>
                    <a:pt x="501227" y="233033"/>
                    <a:pt x="508000" y="243164"/>
                    <a:pt x="508000" y="253296"/>
                  </a:cubicBezTo>
                  <a:cubicBezTo>
                    <a:pt x="508000" y="263428"/>
                    <a:pt x="501227" y="273560"/>
                    <a:pt x="491067" y="273560"/>
                  </a:cubicBezTo>
                  <a:cubicBezTo>
                    <a:pt x="491067" y="273560"/>
                    <a:pt x="491067" y="273560"/>
                    <a:pt x="470747" y="273560"/>
                  </a:cubicBezTo>
                  <a:cubicBezTo>
                    <a:pt x="460587" y="374878"/>
                    <a:pt x="375920" y="459310"/>
                    <a:pt x="274320" y="469442"/>
                  </a:cubicBezTo>
                  <a:cubicBezTo>
                    <a:pt x="274320" y="469442"/>
                    <a:pt x="274320" y="469442"/>
                    <a:pt x="274320" y="489706"/>
                  </a:cubicBezTo>
                  <a:cubicBezTo>
                    <a:pt x="274320" y="499838"/>
                    <a:pt x="264160" y="506592"/>
                    <a:pt x="254000" y="506592"/>
                  </a:cubicBezTo>
                  <a:cubicBezTo>
                    <a:pt x="243840" y="506592"/>
                    <a:pt x="233680" y="499838"/>
                    <a:pt x="233680" y="489706"/>
                  </a:cubicBezTo>
                  <a:cubicBezTo>
                    <a:pt x="233680" y="489706"/>
                    <a:pt x="233680" y="489706"/>
                    <a:pt x="233680" y="469442"/>
                  </a:cubicBezTo>
                  <a:cubicBezTo>
                    <a:pt x="132080" y="459310"/>
                    <a:pt x="50800" y="374878"/>
                    <a:pt x="40640" y="273560"/>
                  </a:cubicBezTo>
                  <a:cubicBezTo>
                    <a:pt x="40640" y="273560"/>
                    <a:pt x="40640" y="273560"/>
                    <a:pt x="20320" y="273560"/>
                  </a:cubicBezTo>
                  <a:cubicBezTo>
                    <a:pt x="10160" y="273560"/>
                    <a:pt x="0" y="263428"/>
                    <a:pt x="0" y="253296"/>
                  </a:cubicBezTo>
                  <a:cubicBezTo>
                    <a:pt x="0" y="243164"/>
                    <a:pt x="10160" y="233033"/>
                    <a:pt x="20320" y="233033"/>
                  </a:cubicBezTo>
                  <a:cubicBezTo>
                    <a:pt x="20320" y="233033"/>
                    <a:pt x="20320" y="233033"/>
                    <a:pt x="40640" y="233033"/>
                  </a:cubicBezTo>
                  <a:cubicBezTo>
                    <a:pt x="50800" y="131714"/>
                    <a:pt x="132080" y="50659"/>
                    <a:pt x="233680" y="40527"/>
                  </a:cubicBezTo>
                  <a:cubicBezTo>
                    <a:pt x="233680" y="40527"/>
                    <a:pt x="233680" y="40527"/>
                    <a:pt x="233680" y="20264"/>
                  </a:cubicBezTo>
                  <a:cubicBezTo>
                    <a:pt x="233680" y="10132"/>
                    <a:pt x="243840" y="0"/>
                    <a:pt x="254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869500" y="3052963"/>
            <a:ext cx="1404993" cy="583967"/>
            <a:chOff x="3869500" y="3052963"/>
            <a:chExt cx="1404993" cy="583967"/>
          </a:xfrm>
        </p:grpSpPr>
        <p:sp>
          <p:nvSpPr>
            <p:cNvPr id="8" name="Freeform: Shape 7"/>
            <p:cNvSpPr/>
            <p:nvPr/>
          </p:nvSpPr>
          <p:spPr>
            <a:xfrm>
              <a:off x="3869500" y="3052963"/>
              <a:ext cx="1404993" cy="583967"/>
            </a:xfrm>
            <a:custGeom>
              <a:avLst/>
              <a:gdLst>
                <a:gd name="connsiteX0" fmla="*/ 936665 w 1873324"/>
                <a:gd name="connsiteY0" fmla="*/ 0 h 778623"/>
                <a:gd name="connsiteX1" fmla="*/ 1873324 w 1873324"/>
                <a:gd name="connsiteY1" fmla="*/ 516199 h 778623"/>
                <a:gd name="connsiteX2" fmla="*/ 1802046 w 1873324"/>
                <a:gd name="connsiteY2" fmla="*/ 559501 h 778623"/>
                <a:gd name="connsiteX3" fmla="*/ 936666 w 1873324"/>
                <a:gd name="connsiteY3" fmla="*/ 778623 h 778623"/>
                <a:gd name="connsiteX4" fmla="*/ 71286 w 1873324"/>
                <a:gd name="connsiteY4" fmla="*/ 559501 h 778623"/>
                <a:gd name="connsiteX5" fmla="*/ 0 w 1873324"/>
                <a:gd name="connsiteY5" fmla="*/ 516193 h 778623"/>
                <a:gd name="connsiteX6" fmla="*/ 936665 w 1873324"/>
                <a:gd name="connsiteY6" fmla="*/ 0 h 778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73324" h="778623">
                  <a:moveTo>
                    <a:pt x="936665" y="0"/>
                  </a:moveTo>
                  <a:lnTo>
                    <a:pt x="1873324" y="516199"/>
                  </a:lnTo>
                  <a:lnTo>
                    <a:pt x="1802046" y="559501"/>
                  </a:lnTo>
                  <a:cubicBezTo>
                    <a:pt x="1544800" y="699245"/>
                    <a:pt x="1250003" y="778623"/>
                    <a:pt x="936666" y="778623"/>
                  </a:cubicBezTo>
                  <a:cubicBezTo>
                    <a:pt x="623329" y="778623"/>
                    <a:pt x="328532" y="699245"/>
                    <a:pt x="71286" y="559501"/>
                  </a:cubicBezTo>
                  <a:lnTo>
                    <a:pt x="0" y="516193"/>
                  </a:lnTo>
                  <a:lnTo>
                    <a:pt x="9366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" name="Freeform: Shape 21"/>
            <p:cNvSpPr>
              <a:spLocks noChangeAspect="1"/>
            </p:cNvSpPr>
            <p:nvPr/>
          </p:nvSpPr>
          <p:spPr bwMode="auto">
            <a:xfrm>
              <a:off x="4495424" y="3238823"/>
              <a:ext cx="171509" cy="212246"/>
            </a:xfrm>
            <a:custGeom>
              <a:avLst/>
              <a:gdLst>
                <a:gd name="connsiteX0" fmla="*/ 206056 w 410498"/>
                <a:gd name="connsiteY0" fmla="*/ 251527 h 508000"/>
                <a:gd name="connsiteX1" fmla="*/ 216200 w 410498"/>
                <a:gd name="connsiteY1" fmla="*/ 253219 h 508000"/>
                <a:gd name="connsiteX2" fmla="*/ 211128 w 410498"/>
                <a:gd name="connsiteY2" fmla="*/ 283675 h 508000"/>
                <a:gd name="connsiteX3" fmla="*/ 184078 w 410498"/>
                <a:gd name="connsiteY3" fmla="*/ 315822 h 508000"/>
                <a:gd name="connsiteX4" fmla="*/ 168862 w 410498"/>
                <a:gd name="connsiteY4" fmla="*/ 297210 h 508000"/>
                <a:gd name="connsiteX5" fmla="*/ 206056 w 410498"/>
                <a:gd name="connsiteY5" fmla="*/ 251527 h 508000"/>
                <a:gd name="connsiteX6" fmla="*/ 206094 w 410498"/>
                <a:gd name="connsiteY6" fmla="*/ 175521 h 508000"/>
                <a:gd name="connsiteX7" fmla="*/ 87843 w 410498"/>
                <a:gd name="connsiteY7" fmla="*/ 295349 h 508000"/>
                <a:gd name="connsiteX8" fmla="*/ 185822 w 410498"/>
                <a:gd name="connsiteY8" fmla="*/ 394924 h 508000"/>
                <a:gd name="connsiteX9" fmla="*/ 244947 w 410498"/>
                <a:gd name="connsiteY9" fmla="*/ 383110 h 508000"/>
                <a:gd name="connsiteX10" fmla="*/ 238190 w 410498"/>
                <a:gd name="connsiteY10" fmla="*/ 364545 h 508000"/>
                <a:gd name="connsiteX11" fmla="*/ 192579 w 410498"/>
                <a:gd name="connsiteY11" fmla="*/ 374671 h 508000"/>
                <a:gd name="connsiteX12" fmla="*/ 111493 w 410498"/>
                <a:gd name="connsiteY12" fmla="*/ 291974 h 508000"/>
                <a:gd name="connsiteX13" fmla="*/ 202715 w 410498"/>
                <a:gd name="connsiteY13" fmla="*/ 194086 h 508000"/>
                <a:gd name="connsiteX14" fmla="*/ 278733 w 410498"/>
                <a:gd name="connsiteY14" fmla="*/ 266658 h 508000"/>
                <a:gd name="connsiteX15" fmla="*/ 246637 w 410498"/>
                <a:gd name="connsiteY15" fmla="*/ 320665 h 508000"/>
                <a:gd name="connsiteX16" fmla="*/ 239879 w 410498"/>
                <a:gd name="connsiteY16" fmla="*/ 293661 h 508000"/>
                <a:gd name="connsiteX17" fmla="*/ 248326 w 410498"/>
                <a:gd name="connsiteY17" fmla="*/ 234591 h 508000"/>
                <a:gd name="connsiteX18" fmla="*/ 211162 w 410498"/>
                <a:gd name="connsiteY18" fmla="*/ 226153 h 508000"/>
                <a:gd name="connsiteX19" fmla="*/ 136833 w 410498"/>
                <a:gd name="connsiteY19" fmla="*/ 300412 h 508000"/>
                <a:gd name="connsiteX20" fmla="*/ 172308 w 410498"/>
                <a:gd name="connsiteY20" fmla="*/ 340917 h 508000"/>
                <a:gd name="connsiteX21" fmla="*/ 212851 w 410498"/>
                <a:gd name="connsiteY21" fmla="*/ 317289 h 508000"/>
                <a:gd name="connsiteX22" fmla="*/ 214540 w 410498"/>
                <a:gd name="connsiteY22" fmla="*/ 317289 h 508000"/>
                <a:gd name="connsiteX23" fmla="*/ 241569 w 410498"/>
                <a:gd name="connsiteY23" fmla="*/ 340917 h 508000"/>
                <a:gd name="connsiteX24" fmla="*/ 300694 w 410498"/>
                <a:gd name="connsiteY24" fmla="*/ 266658 h 508000"/>
                <a:gd name="connsiteX25" fmla="*/ 206094 w 410498"/>
                <a:gd name="connsiteY25" fmla="*/ 175521 h 508000"/>
                <a:gd name="connsiteX26" fmla="*/ 59125 w 410498"/>
                <a:gd name="connsiteY26" fmla="*/ 21940 h 508000"/>
                <a:gd name="connsiteX27" fmla="*/ 25339 w 410498"/>
                <a:gd name="connsiteY27" fmla="*/ 47256 h 508000"/>
                <a:gd name="connsiteX28" fmla="*/ 363198 w 410498"/>
                <a:gd name="connsiteY28" fmla="*/ 47256 h 508000"/>
                <a:gd name="connsiteX29" fmla="*/ 363198 w 410498"/>
                <a:gd name="connsiteY29" fmla="*/ 475934 h 508000"/>
                <a:gd name="connsiteX30" fmla="*/ 388537 w 410498"/>
                <a:gd name="connsiteY30" fmla="*/ 455681 h 508000"/>
                <a:gd name="connsiteX31" fmla="*/ 388537 w 410498"/>
                <a:gd name="connsiteY31" fmla="*/ 21940 h 508000"/>
                <a:gd name="connsiteX32" fmla="*/ 59125 w 410498"/>
                <a:gd name="connsiteY32" fmla="*/ 21940 h 508000"/>
                <a:gd name="connsiteX33" fmla="*/ 48989 w 410498"/>
                <a:gd name="connsiteY33" fmla="*/ 0 h 508000"/>
                <a:gd name="connsiteX34" fmla="*/ 402052 w 410498"/>
                <a:gd name="connsiteY34" fmla="*/ 0 h 508000"/>
                <a:gd name="connsiteX35" fmla="*/ 410498 w 410498"/>
                <a:gd name="connsiteY35" fmla="*/ 8438 h 508000"/>
                <a:gd name="connsiteX36" fmla="*/ 410498 w 410498"/>
                <a:gd name="connsiteY36" fmla="*/ 462432 h 508000"/>
                <a:gd name="connsiteX37" fmla="*/ 405430 w 410498"/>
                <a:gd name="connsiteY37" fmla="*/ 477621 h 508000"/>
                <a:gd name="connsiteX38" fmla="*/ 363198 w 410498"/>
                <a:gd name="connsiteY38" fmla="*/ 508000 h 508000"/>
                <a:gd name="connsiteX39" fmla="*/ 0 w 410498"/>
                <a:gd name="connsiteY39" fmla="*/ 508000 h 508000"/>
                <a:gd name="connsiteX40" fmla="*/ 0 w 410498"/>
                <a:gd name="connsiteY40" fmla="*/ 55694 h 508000"/>
                <a:gd name="connsiteX41" fmla="*/ 48989 w 410498"/>
                <a:gd name="connsiteY41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10498" h="508000">
                  <a:moveTo>
                    <a:pt x="206056" y="251527"/>
                  </a:moveTo>
                  <a:cubicBezTo>
                    <a:pt x="211128" y="251527"/>
                    <a:pt x="212819" y="251527"/>
                    <a:pt x="216200" y="253219"/>
                  </a:cubicBezTo>
                  <a:cubicBezTo>
                    <a:pt x="216200" y="253219"/>
                    <a:pt x="216200" y="253219"/>
                    <a:pt x="211128" y="283675"/>
                  </a:cubicBezTo>
                  <a:cubicBezTo>
                    <a:pt x="209437" y="300594"/>
                    <a:pt x="195912" y="315822"/>
                    <a:pt x="184078" y="315822"/>
                  </a:cubicBezTo>
                  <a:cubicBezTo>
                    <a:pt x="173934" y="315822"/>
                    <a:pt x="168862" y="309054"/>
                    <a:pt x="168862" y="297210"/>
                  </a:cubicBezTo>
                  <a:cubicBezTo>
                    <a:pt x="168862" y="271831"/>
                    <a:pt x="185768" y="251527"/>
                    <a:pt x="206056" y="251527"/>
                  </a:cubicBezTo>
                  <a:close/>
                  <a:moveTo>
                    <a:pt x="206094" y="175521"/>
                  </a:moveTo>
                  <a:cubicBezTo>
                    <a:pt x="135143" y="175521"/>
                    <a:pt x="87843" y="231216"/>
                    <a:pt x="87843" y="295349"/>
                  </a:cubicBezTo>
                  <a:cubicBezTo>
                    <a:pt x="87843" y="357794"/>
                    <a:pt x="133454" y="394924"/>
                    <a:pt x="185822" y="394924"/>
                  </a:cubicBezTo>
                  <a:cubicBezTo>
                    <a:pt x="209472" y="394924"/>
                    <a:pt x="224676" y="391548"/>
                    <a:pt x="244947" y="383110"/>
                  </a:cubicBezTo>
                  <a:cubicBezTo>
                    <a:pt x="244947" y="383110"/>
                    <a:pt x="244947" y="383110"/>
                    <a:pt x="238190" y="364545"/>
                  </a:cubicBezTo>
                  <a:cubicBezTo>
                    <a:pt x="226365" y="371296"/>
                    <a:pt x="209472" y="374671"/>
                    <a:pt x="192579" y="374671"/>
                  </a:cubicBezTo>
                  <a:cubicBezTo>
                    <a:pt x="145279" y="374671"/>
                    <a:pt x="111493" y="344292"/>
                    <a:pt x="111493" y="291974"/>
                  </a:cubicBezTo>
                  <a:cubicBezTo>
                    <a:pt x="111493" y="231216"/>
                    <a:pt x="153726" y="194086"/>
                    <a:pt x="202715" y="194086"/>
                  </a:cubicBezTo>
                  <a:cubicBezTo>
                    <a:pt x="251705" y="194086"/>
                    <a:pt x="278733" y="226153"/>
                    <a:pt x="278733" y="266658"/>
                  </a:cubicBezTo>
                  <a:cubicBezTo>
                    <a:pt x="278733" y="303788"/>
                    <a:pt x="260151" y="320665"/>
                    <a:pt x="246637" y="320665"/>
                  </a:cubicBezTo>
                  <a:cubicBezTo>
                    <a:pt x="238190" y="320665"/>
                    <a:pt x="236501" y="312226"/>
                    <a:pt x="239879" y="293661"/>
                  </a:cubicBezTo>
                  <a:cubicBezTo>
                    <a:pt x="239879" y="293661"/>
                    <a:pt x="239879" y="293661"/>
                    <a:pt x="248326" y="234591"/>
                  </a:cubicBezTo>
                  <a:cubicBezTo>
                    <a:pt x="241569" y="229528"/>
                    <a:pt x="224676" y="226153"/>
                    <a:pt x="211162" y="226153"/>
                  </a:cubicBezTo>
                  <a:cubicBezTo>
                    <a:pt x="165551" y="226153"/>
                    <a:pt x="136833" y="261595"/>
                    <a:pt x="136833" y="300412"/>
                  </a:cubicBezTo>
                  <a:cubicBezTo>
                    <a:pt x="136833" y="325728"/>
                    <a:pt x="152036" y="340917"/>
                    <a:pt x="172308" y="340917"/>
                  </a:cubicBezTo>
                  <a:cubicBezTo>
                    <a:pt x="189201" y="340917"/>
                    <a:pt x="204404" y="332479"/>
                    <a:pt x="212851" y="317289"/>
                  </a:cubicBezTo>
                  <a:cubicBezTo>
                    <a:pt x="212851" y="317289"/>
                    <a:pt x="212851" y="317289"/>
                    <a:pt x="214540" y="317289"/>
                  </a:cubicBezTo>
                  <a:cubicBezTo>
                    <a:pt x="216229" y="334166"/>
                    <a:pt x="226365" y="340917"/>
                    <a:pt x="241569" y="340917"/>
                  </a:cubicBezTo>
                  <a:cubicBezTo>
                    <a:pt x="275355" y="340917"/>
                    <a:pt x="300694" y="312226"/>
                    <a:pt x="300694" y="266658"/>
                  </a:cubicBezTo>
                  <a:cubicBezTo>
                    <a:pt x="300694" y="212651"/>
                    <a:pt x="261840" y="175521"/>
                    <a:pt x="206094" y="175521"/>
                  </a:cubicBezTo>
                  <a:close/>
                  <a:moveTo>
                    <a:pt x="59125" y="21940"/>
                  </a:moveTo>
                  <a:cubicBezTo>
                    <a:pt x="40543" y="21940"/>
                    <a:pt x="27029" y="30379"/>
                    <a:pt x="25339" y="47256"/>
                  </a:cubicBezTo>
                  <a:cubicBezTo>
                    <a:pt x="25339" y="47256"/>
                    <a:pt x="25339" y="47256"/>
                    <a:pt x="363198" y="47256"/>
                  </a:cubicBezTo>
                  <a:cubicBezTo>
                    <a:pt x="363198" y="47256"/>
                    <a:pt x="363198" y="47256"/>
                    <a:pt x="363198" y="475934"/>
                  </a:cubicBezTo>
                  <a:lnTo>
                    <a:pt x="388537" y="455681"/>
                  </a:lnTo>
                  <a:cubicBezTo>
                    <a:pt x="388537" y="455681"/>
                    <a:pt x="388537" y="455681"/>
                    <a:pt x="388537" y="21940"/>
                  </a:cubicBezTo>
                  <a:cubicBezTo>
                    <a:pt x="388537" y="21940"/>
                    <a:pt x="388537" y="21940"/>
                    <a:pt x="59125" y="21940"/>
                  </a:cubicBezTo>
                  <a:close/>
                  <a:moveTo>
                    <a:pt x="48989" y="0"/>
                  </a:moveTo>
                  <a:cubicBezTo>
                    <a:pt x="48989" y="0"/>
                    <a:pt x="48989" y="0"/>
                    <a:pt x="402052" y="0"/>
                  </a:cubicBezTo>
                  <a:cubicBezTo>
                    <a:pt x="407119" y="0"/>
                    <a:pt x="410498" y="3375"/>
                    <a:pt x="410498" y="8438"/>
                  </a:cubicBezTo>
                  <a:lnTo>
                    <a:pt x="410498" y="462432"/>
                  </a:lnTo>
                  <a:cubicBezTo>
                    <a:pt x="410498" y="462432"/>
                    <a:pt x="410498" y="472558"/>
                    <a:pt x="405430" y="477621"/>
                  </a:cubicBezTo>
                  <a:cubicBezTo>
                    <a:pt x="400362" y="482685"/>
                    <a:pt x="363198" y="508000"/>
                    <a:pt x="363198" y="508000"/>
                  </a:cubicBezTo>
                  <a:cubicBezTo>
                    <a:pt x="363198" y="508000"/>
                    <a:pt x="363198" y="508000"/>
                    <a:pt x="0" y="508000"/>
                  </a:cubicBezTo>
                  <a:cubicBezTo>
                    <a:pt x="0" y="508000"/>
                    <a:pt x="0" y="508000"/>
                    <a:pt x="0" y="55694"/>
                  </a:cubicBezTo>
                  <a:cubicBezTo>
                    <a:pt x="0" y="20252"/>
                    <a:pt x="21961" y="0"/>
                    <a:pt x="4898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51463" y="927160"/>
            <a:ext cx="1183445" cy="869266"/>
            <a:chOff x="3301995" y="918036"/>
            <a:chExt cx="1183445" cy="869266"/>
          </a:xfrm>
        </p:grpSpPr>
        <p:sp>
          <p:nvSpPr>
            <p:cNvPr id="5" name="Freeform: Shape 4"/>
            <p:cNvSpPr/>
            <p:nvPr/>
          </p:nvSpPr>
          <p:spPr>
            <a:xfrm>
              <a:off x="3301995" y="918036"/>
              <a:ext cx="1183445" cy="869266"/>
            </a:xfrm>
            <a:custGeom>
              <a:avLst/>
              <a:gdLst>
                <a:gd name="connsiteX0" fmla="*/ 1577927 w 1577927"/>
                <a:gd name="connsiteY0" fmla="*/ 0 h 1159021"/>
                <a:gd name="connsiteX1" fmla="*/ 1115133 w 1577927"/>
                <a:gd name="connsiteY1" fmla="*/ 981301 h 1159021"/>
                <a:gd name="connsiteX2" fmla="*/ 55775 w 1577927"/>
                <a:gd name="connsiteY2" fmla="*/ 1142818 h 1159021"/>
                <a:gd name="connsiteX3" fmla="*/ 4070 w 1577927"/>
                <a:gd name="connsiteY3" fmla="*/ 1156643 h 1159021"/>
                <a:gd name="connsiteX4" fmla="*/ 0 w 1577927"/>
                <a:gd name="connsiteY4" fmla="*/ 1159021 h 1159021"/>
                <a:gd name="connsiteX5" fmla="*/ 20502 w 1577927"/>
                <a:gd name="connsiteY5" fmla="*/ 1103004 h 1159021"/>
                <a:gd name="connsiteX6" fmla="*/ 1507715 w 1577927"/>
                <a:gd name="connsiteY6" fmla="*/ 3545 h 1159021"/>
                <a:gd name="connsiteX7" fmla="*/ 1577927 w 1577927"/>
                <a:gd name="connsiteY7" fmla="*/ 0 h 115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7927" h="1159021">
                  <a:moveTo>
                    <a:pt x="1577927" y="0"/>
                  </a:moveTo>
                  <a:lnTo>
                    <a:pt x="1115133" y="981301"/>
                  </a:lnTo>
                  <a:lnTo>
                    <a:pt x="55775" y="1142818"/>
                  </a:lnTo>
                  <a:cubicBezTo>
                    <a:pt x="36077" y="1146135"/>
                    <a:pt x="18842" y="1150744"/>
                    <a:pt x="4070" y="1156643"/>
                  </a:cubicBezTo>
                  <a:lnTo>
                    <a:pt x="0" y="1159021"/>
                  </a:lnTo>
                  <a:lnTo>
                    <a:pt x="20502" y="1103004"/>
                  </a:lnTo>
                  <a:cubicBezTo>
                    <a:pt x="273144" y="505691"/>
                    <a:pt x="836362" y="71725"/>
                    <a:pt x="1507715" y="3545"/>
                  </a:cubicBezTo>
                  <a:lnTo>
                    <a:pt x="1577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Freeform: Shape 25"/>
            <p:cNvSpPr>
              <a:spLocks noChangeAspect="1"/>
            </p:cNvSpPr>
            <p:nvPr/>
          </p:nvSpPr>
          <p:spPr bwMode="auto">
            <a:xfrm>
              <a:off x="3805428" y="1300300"/>
              <a:ext cx="212160" cy="212247"/>
            </a:xfrm>
            <a:custGeom>
              <a:avLst/>
              <a:gdLst>
                <a:gd name="connsiteX0" fmla="*/ 185778 w 502142"/>
                <a:gd name="connsiteY0" fmla="*/ 245107 h 502347"/>
                <a:gd name="connsiteX1" fmla="*/ 181850 w 502142"/>
                <a:gd name="connsiteY1" fmla="*/ 247726 h 502347"/>
                <a:gd name="connsiteX2" fmla="*/ 196252 w 502142"/>
                <a:gd name="connsiteY2" fmla="*/ 262134 h 502347"/>
                <a:gd name="connsiteX3" fmla="*/ 198871 w 502142"/>
                <a:gd name="connsiteY3" fmla="*/ 259515 h 502347"/>
                <a:gd name="connsiteX4" fmla="*/ 198871 w 502142"/>
                <a:gd name="connsiteY4" fmla="*/ 258205 h 502347"/>
                <a:gd name="connsiteX5" fmla="*/ 197562 w 502142"/>
                <a:gd name="connsiteY5" fmla="*/ 256895 h 502347"/>
                <a:gd name="connsiteX6" fmla="*/ 196252 w 502142"/>
                <a:gd name="connsiteY6" fmla="*/ 255585 h 502347"/>
                <a:gd name="connsiteX7" fmla="*/ 187087 w 502142"/>
                <a:gd name="connsiteY7" fmla="*/ 245107 h 502347"/>
                <a:gd name="connsiteX8" fmla="*/ 185778 w 502142"/>
                <a:gd name="connsiteY8" fmla="*/ 245107 h 502347"/>
                <a:gd name="connsiteX9" fmla="*/ 300657 w 502142"/>
                <a:gd name="connsiteY9" fmla="*/ 124890 h 502347"/>
                <a:gd name="connsiteX10" fmla="*/ 333369 w 502142"/>
                <a:gd name="connsiteY10" fmla="*/ 157500 h 502347"/>
                <a:gd name="connsiteX11" fmla="*/ 300657 w 502142"/>
                <a:gd name="connsiteY11" fmla="*/ 191414 h 502347"/>
                <a:gd name="connsiteX12" fmla="*/ 267945 w 502142"/>
                <a:gd name="connsiteY12" fmla="*/ 157500 h 502347"/>
                <a:gd name="connsiteX13" fmla="*/ 300657 w 502142"/>
                <a:gd name="connsiteY13" fmla="*/ 124890 h 502347"/>
                <a:gd name="connsiteX14" fmla="*/ 251242 w 502142"/>
                <a:gd name="connsiteY14" fmla="*/ 83999 h 502347"/>
                <a:gd name="connsiteX15" fmla="*/ 180541 w 502142"/>
                <a:gd name="connsiteY15" fmla="*/ 99717 h 502347"/>
                <a:gd name="connsiteX16" fmla="*/ 99366 w 502142"/>
                <a:gd name="connsiteY16" fmla="*/ 321076 h 502347"/>
                <a:gd name="connsiteX17" fmla="*/ 251242 w 502142"/>
                <a:gd name="connsiteY17" fmla="*/ 419313 h 502347"/>
                <a:gd name="connsiteX18" fmla="*/ 268263 w 502142"/>
                <a:gd name="connsiteY18" fmla="*/ 418003 h 502347"/>
                <a:gd name="connsiteX19" fmla="*/ 264335 w 502142"/>
                <a:gd name="connsiteY19" fmla="*/ 418003 h 502347"/>
                <a:gd name="connsiteX20" fmla="*/ 253861 w 502142"/>
                <a:gd name="connsiteY20" fmla="*/ 399665 h 502347"/>
                <a:gd name="connsiteX21" fmla="*/ 270881 w 502142"/>
                <a:gd name="connsiteY21" fmla="*/ 336794 h 502347"/>
                <a:gd name="connsiteX22" fmla="*/ 251242 w 502142"/>
                <a:gd name="connsiteY22" fmla="*/ 307978 h 502347"/>
                <a:gd name="connsiteX23" fmla="*/ 247314 w 502142"/>
                <a:gd name="connsiteY23" fmla="*/ 306668 h 502347"/>
                <a:gd name="connsiteX24" fmla="*/ 236840 w 502142"/>
                <a:gd name="connsiteY24" fmla="*/ 335484 h 502347"/>
                <a:gd name="connsiteX25" fmla="*/ 222438 w 502142"/>
                <a:gd name="connsiteY25" fmla="*/ 345963 h 502347"/>
                <a:gd name="connsiteX26" fmla="*/ 173995 w 502142"/>
                <a:gd name="connsiteY26" fmla="*/ 348582 h 502347"/>
                <a:gd name="connsiteX27" fmla="*/ 158283 w 502142"/>
                <a:gd name="connsiteY27" fmla="*/ 334174 h 502347"/>
                <a:gd name="connsiteX28" fmla="*/ 172685 w 502142"/>
                <a:gd name="connsiteY28" fmla="*/ 318457 h 502347"/>
                <a:gd name="connsiteX29" fmla="*/ 211964 w 502142"/>
                <a:gd name="connsiteY29" fmla="*/ 315837 h 502347"/>
                <a:gd name="connsiteX30" fmla="*/ 223747 w 502142"/>
                <a:gd name="connsiteY30" fmla="*/ 283092 h 502347"/>
                <a:gd name="connsiteX31" fmla="*/ 225056 w 502142"/>
                <a:gd name="connsiteY31" fmla="*/ 272613 h 502347"/>
                <a:gd name="connsiteX32" fmla="*/ 242077 w 502142"/>
                <a:gd name="connsiteY32" fmla="*/ 217601 h 502347"/>
                <a:gd name="connsiteX33" fmla="*/ 234221 w 502142"/>
                <a:gd name="connsiteY33" fmla="*/ 221530 h 502347"/>
                <a:gd name="connsiteX34" fmla="*/ 211964 w 502142"/>
                <a:gd name="connsiteY34" fmla="*/ 247726 h 502347"/>
                <a:gd name="connsiteX35" fmla="*/ 201489 w 502142"/>
                <a:gd name="connsiteY35" fmla="*/ 256895 h 502347"/>
                <a:gd name="connsiteX36" fmla="*/ 201489 w 502142"/>
                <a:gd name="connsiteY36" fmla="*/ 262134 h 502347"/>
                <a:gd name="connsiteX37" fmla="*/ 197562 w 502142"/>
                <a:gd name="connsiteY37" fmla="*/ 264754 h 502347"/>
                <a:gd name="connsiteX38" fmla="*/ 211964 w 502142"/>
                <a:gd name="connsiteY38" fmla="*/ 279162 h 502347"/>
                <a:gd name="connsiteX39" fmla="*/ 175304 w 502142"/>
                <a:gd name="connsiteY39" fmla="*/ 311908 h 502347"/>
                <a:gd name="connsiteX40" fmla="*/ 130788 w 502142"/>
                <a:gd name="connsiteY40" fmla="*/ 264754 h 502347"/>
                <a:gd name="connsiteX41" fmla="*/ 166139 w 502142"/>
                <a:gd name="connsiteY41" fmla="*/ 230699 h 502347"/>
                <a:gd name="connsiteX42" fmla="*/ 179232 w 502142"/>
                <a:gd name="connsiteY42" fmla="*/ 245107 h 502347"/>
                <a:gd name="connsiteX43" fmla="*/ 183159 w 502142"/>
                <a:gd name="connsiteY43" fmla="*/ 242487 h 502347"/>
                <a:gd name="connsiteX44" fmla="*/ 187087 w 502142"/>
                <a:gd name="connsiteY44" fmla="*/ 241177 h 502347"/>
                <a:gd name="connsiteX45" fmla="*/ 187087 w 502142"/>
                <a:gd name="connsiteY45" fmla="*/ 239867 h 502347"/>
                <a:gd name="connsiteX46" fmla="*/ 222438 w 502142"/>
                <a:gd name="connsiteY46" fmla="*/ 199263 h 502347"/>
                <a:gd name="connsiteX47" fmla="*/ 270881 w 502142"/>
                <a:gd name="connsiteY47" fmla="*/ 186165 h 502347"/>
                <a:gd name="connsiteX48" fmla="*/ 276118 w 502142"/>
                <a:gd name="connsiteY48" fmla="*/ 186165 h 502347"/>
                <a:gd name="connsiteX49" fmla="*/ 283974 w 502142"/>
                <a:gd name="connsiteY49" fmla="*/ 187475 h 502347"/>
                <a:gd name="connsiteX50" fmla="*/ 286592 w 502142"/>
                <a:gd name="connsiteY50" fmla="*/ 188785 h 502347"/>
                <a:gd name="connsiteX51" fmla="*/ 291830 w 502142"/>
                <a:gd name="connsiteY51" fmla="*/ 191404 h 502347"/>
                <a:gd name="connsiteX52" fmla="*/ 304922 w 502142"/>
                <a:gd name="connsiteY52" fmla="*/ 208432 h 502347"/>
                <a:gd name="connsiteX53" fmla="*/ 304922 w 502142"/>
                <a:gd name="connsiteY53" fmla="*/ 209742 h 502347"/>
                <a:gd name="connsiteX54" fmla="*/ 321943 w 502142"/>
                <a:gd name="connsiteY54" fmla="*/ 222840 h 502347"/>
                <a:gd name="connsiteX55" fmla="*/ 350747 w 502142"/>
                <a:gd name="connsiteY55" fmla="*/ 218910 h 502347"/>
                <a:gd name="connsiteX56" fmla="*/ 367768 w 502142"/>
                <a:gd name="connsiteY56" fmla="*/ 220220 h 502347"/>
                <a:gd name="connsiteX57" fmla="*/ 366458 w 502142"/>
                <a:gd name="connsiteY57" fmla="*/ 238558 h 502347"/>
                <a:gd name="connsiteX58" fmla="*/ 332417 w 502142"/>
                <a:gd name="connsiteY58" fmla="*/ 250346 h 502347"/>
                <a:gd name="connsiteX59" fmla="*/ 315397 w 502142"/>
                <a:gd name="connsiteY59" fmla="*/ 247726 h 502347"/>
                <a:gd name="connsiteX60" fmla="*/ 298376 w 502142"/>
                <a:gd name="connsiteY60" fmla="*/ 239867 h 502347"/>
                <a:gd name="connsiteX61" fmla="*/ 282665 w 502142"/>
                <a:gd name="connsiteY61" fmla="*/ 290950 h 502347"/>
                <a:gd name="connsiteX62" fmla="*/ 280046 w 502142"/>
                <a:gd name="connsiteY62" fmla="*/ 296190 h 502347"/>
                <a:gd name="connsiteX63" fmla="*/ 299685 w 502142"/>
                <a:gd name="connsiteY63" fmla="*/ 325006 h 502347"/>
                <a:gd name="connsiteX64" fmla="*/ 302304 w 502142"/>
                <a:gd name="connsiteY64" fmla="*/ 336794 h 502347"/>
                <a:gd name="connsiteX65" fmla="*/ 282665 w 502142"/>
                <a:gd name="connsiteY65" fmla="*/ 407524 h 502347"/>
                <a:gd name="connsiteX66" fmla="*/ 272190 w 502142"/>
                <a:gd name="connsiteY66" fmla="*/ 418003 h 502347"/>
                <a:gd name="connsiteX67" fmla="*/ 320634 w 502142"/>
                <a:gd name="connsiteY67" fmla="*/ 403595 h 502347"/>
                <a:gd name="connsiteX68" fmla="*/ 403118 w 502142"/>
                <a:gd name="connsiteY68" fmla="*/ 180926 h 502347"/>
                <a:gd name="connsiteX69" fmla="*/ 251242 w 502142"/>
                <a:gd name="connsiteY69" fmla="*/ 83999 h 502347"/>
                <a:gd name="connsiteX70" fmla="*/ 324562 w 502142"/>
                <a:gd name="connsiteY70" fmla="*/ 1480 h 502347"/>
                <a:gd name="connsiteX71" fmla="*/ 357294 w 502142"/>
                <a:gd name="connsiteY71" fmla="*/ 14579 h 502347"/>
                <a:gd name="connsiteX72" fmla="*/ 376933 w 502142"/>
                <a:gd name="connsiteY72" fmla="*/ 56493 h 502347"/>
                <a:gd name="connsiteX73" fmla="*/ 366458 w 502142"/>
                <a:gd name="connsiteY73" fmla="*/ 82689 h 502347"/>
                <a:gd name="connsiteX74" fmla="*/ 410974 w 502142"/>
                <a:gd name="connsiteY74" fmla="*/ 123294 h 502347"/>
                <a:gd name="connsiteX75" fmla="*/ 435850 w 502142"/>
                <a:gd name="connsiteY75" fmla="*/ 110195 h 502347"/>
                <a:gd name="connsiteX76" fmla="*/ 479056 w 502142"/>
                <a:gd name="connsiteY76" fmla="*/ 127223 h 502347"/>
                <a:gd name="connsiteX77" fmla="*/ 493458 w 502142"/>
                <a:gd name="connsiteY77" fmla="*/ 159969 h 502347"/>
                <a:gd name="connsiteX78" fmla="*/ 477747 w 502142"/>
                <a:gd name="connsiteY78" fmla="*/ 201883 h 502347"/>
                <a:gd name="connsiteX79" fmla="*/ 452871 w 502142"/>
                <a:gd name="connsiteY79" fmla="*/ 213671 h 502347"/>
                <a:gd name="connsiteX80" fmla="*/ 454180 w 502142"/>
                <a:gd name="connsiteY80" fmla="*/ 272613 h 502347"/>
                <a:gd name="connsiteX81" fmla="*/ 481675 w 502142"/>
                <a:gd name="connsiteY81" fmla="*/ 283092 h 502347"/>
                <a:gd name="connsiteX82" fmla="*/ 500005 w 502142"/>
                <a:gd name="connsiteY82" fmla="*/ 323696 h 502347"/>
                <a:gd name="connsiteX83" fmla="*/ 488221 w 502142"/>
                <a:gd name="connsiteY83" fmla="*/ 357751 h 502347"/>
                <a:gd name="connsiteX84" fmla="*/ 471201 w 502142"/>
                <a:gd name="connsiteY84" fmla="*/ 376089 h 502347"/>
                <a:gd name="connsiteX85" fmla="*/ 446324 w 502142"/>
                <a:gd name="connsiteY85" fmla="*/ 377399 h 502347"/>
                <a:gd name="connsiteX86" fmla="*/ 420139 w 502142"/>
                <a:gd name="connsiteY86" fmla="*/ 366920 h 502347"/>
                <a:gd name="connsiteX87" fmla="*/ 379551 w 502142"/>
                <a:gd name="connsiteY87" fmla="*/ 410144 h 502347"/>
                <a:gd name="connsiteX88" fmla="*/ 391335 w 502142"/>
                <a:gd name="connsiteY88" fmla="*/ 436340 h 502347"/>
                <a:gd name="connsiteX89" fmla="*/ 375623 w 502142"/>
                <a:gd name="connsiteY89" fmla="*/ 479564 h 502347"/>
                <a:gd name="connsiteX90" fmla="*/ 342891 w 502142"/>
                <a:gd name="connsiteY90" fmla="*/ 493972 h 502347"/>
                <a:gd name="connsiteX91" fmla="*/ 300995 w 502142"/>
                <a:gd name="connsiteY91" fmla="*/ 478255 h 502347"/>
                <a:gd name="connsiteX92" fmla="*/ 289211 w 502142"/>
                <a:gd name="connsiteY92" fmla="*/ 453368 h 502347"/>
                <a:gd name="connsiteX93" fmla="*/ 228984 w 502142"/>
                <a:gd name="connsiteY93" fmla="*/ 454678 h 502347"/>
                <a:gd name="connsiteX94" fmla="*/ 219819 w 502142"/>
                <a:gd name="connsiteY94" fmla="*/ 482184 h 502347"/>
                <a:gd name="connsiteX95" fmla="*/ 202799 w 502142"/>
                <a:gd name="connsiteY95" fmla="*/ 499212 h 502347"/>
                <a:gd name="connsiteX96" fmla="*/ 177922 w 502142"/>
                <a:gd name="connsiteY96" fmla="*/ 500522 h 502347"/>
                <a:gd name="connsiteX97" fmla="*/ 143881 w 502142"/>
                <a:gd name="connsiteY97" fmla="*/ 488733 h 502347"/>
                <a:gd name="connsiteX98" fmla="*/ 126861 w 502142"/>
                <a:gd name="connsiteY98" fmla="*/ 471705 h 502347"/>
                <a:gd name="connsiteX99" fmla="*/ 125551 w 502142"/>
                <a:gd name="connsiteY99" fmla="*/ 446819 h 502347"/>
                <a:gd name="connsiteX100" fmla="*/ 134716 w 502142"/>
                <a:gd name="connsiteY100" fmla="*/ 420623 h 502347"/>
                <a:gd name="connsiteX101" fmla="*/ 91510 w 502142"/>
                <a:gd name="connsiteY101" fmla="*/ 380018 h 502347"/>
                <a:gd name="connsiteX102" fmla="*/ 66634 w 502142"/>
                <a:gd name="connsiteY102" fmla="*/ 391807 h 502347"/>
                <a:gd name="connsiteX103" fmla="*/ 23428 w 502142"/>
                <a:gd name="connsiteY103" fmla="*/ 376089 h 502347"/>
                <a:gd name="connsiteX104" fmla="*/ 7716 w 502142"/>
                <a:gd name="connsiteY104" fmla="*/ 343343 h 502347"/>
                <a:gd name="connsiteX105" fmla="*/ 23428 w 502142"/>
                <a:gd name="connsiteY105" fmla="*/ 300119 h 502347"/>
                <a:gd name="connsiteX106" fmla="*/ 49613 w 502142"/>
                <a:gd name="connsiteY106" fmla="*/ 288331 h 502347"/>
                <a:gd name="connsiteX107" fmla="*/ 48304 w 502142"/>
                <a:gd name="connsiteY107" fmla="*/ 229389 h 502347"/>
                <a:gd name="connsiteX108" fmla="*/ 20809 w 502142"/>
                <a:gd name="connsiteY108" fmla="*/ 220220 h 502347"/>
                <a:gd name="connsiteX109" fmla="*/ 2479 w 502142"/>
                <a:gd name="connsiteY109" fmla="*/ 203193 h 502347"/>
                <a:gd name="connsiteX110" fmla="*/ 2479 w 502142"/>
                <a:gd name="connsiteY110" fmla="*/ 178306 h 502347"/>
                <a:gd name="connsiteX111" fmla="*/ 14263 w 502142"/>
                <a:gd name="connsiteY111" fmla="*/ 144251 h 502347"/>
                <a:gd name="connsiteX112" fmla="*/ 56159 w 502142"/>
                <a:gd name="connsiteY112" fmla="*/ 125913 h 502347"/>
                <a:gd name="connsiteX113" fmla="*/ 82345 w 502142"/>
                <a:gd name="connsiteY113" fmla="*/ 135082 h 502347"/>
                <a:gd name="connsiteX114" fmla="*/ 122933 w 502142"/>
                <a:gd name="connsiteY114" fmla="*/ 91858 h 502347"/>
                <a:gd name="connsiteX115" fmla="*/ 111149 w 502142"/>
                <a:gd name="connsiteY115" fmla="*/ 65662 h 502347"/>
                <a:gd name="connsiteX116" fmla="*/ 126861 w 502142"/>
                <a:gd name="connsiteY116" fmla="*/ 23747 h 502347"/>
                <a:gd name="connsiteX117" fmla="*/ 159592 w 502142"/>
                <a:gd name="connsiteY117" fmla="*/ 8029 h 502347"/>
                <a:gd name="connsiteX118" fmla="*/ 201489 w 502142"/>
                <a:gd name="connsiteY118" fmla="*/ 23747 h 502347"/>
                <a:gd name="connsiteX119" fmla="*/ 213273 w 502142"/>
                <a:gd name="connsiteY119" fmla="*/ 49944 h 502347"/>
                <a:gd name="connsiteX120" fmla="*/ 272190 w 502142"/>
                <a:gd name="connsiteY120" fmla="*/ 47324 h 502347"/>
                <a:gd name="connsiteX121" fmla="*/ 282665 w 502142"/>
                <a:gd name="connsiteY121" fmla="*/ 21128 h 502347"/>
                <a:gd name="connsiteX122" fmla="*/ 324562 w 502142"/>
                <a:gd name="connsiteY122" fmla="*/ 1480 h 50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02142" h="502347">
                  <a:moveTo>
                    <a:pt x="185778" y="245107"/>
                  </a:moveTo>
                  <a:cubicBezTo>
                    <a:pt x="185778" y="245107"/>
                    <a:pt x="185778" y="245107"/>
                    <a:pt x="181850" y="247726"/>
                  </a:cubicBezTo>
                  <a:cubicBezTo>
                    <a:pt x="181850" y="247726"/>
                    <a:pt x="181850" y="247726"/>
                    <a:pt x="196252" y="262134"/>
                  </a:cubicBezTo>
                  <a:cubicBezTo>
                    <a:pt x="196252" y="262134"/>
                    <a:pt x="196252" y="262134"/>
                    <a:pt x="198871" y="259515"/>
                  </a:cubicBezTo>
                  <a:cubicBezTo>
                    <a:pt x="198871" y="259515"/>
                    <a:pt x="198871" y="258205"/>
                    <a:pt x="198871" y="258205"/>
                  </a:cubicBezTo>
                  <a:cubicBezTo>
                    <a:pt x="198871" y="258205"/>
                    <a:pt x="198871" y="258205"/>
                    <a:pt x="197562" y="256895"/>
                  </a:cubicBezTo>
                  <a:cubicBezTo>
                    <a:pt x="197562" y="256895"/>
                    <a:pt x="196252" y="256895"/>
                    <a:pt x="196252" y="255585"/>
                  </a:cubicBezTo>
                  <a:cubicBezTo>
                    <a:pt x="191015" y="254275"/>
                    <a:pt x="187087" y="250346"/>
                    <a:pt x="187087" y="245107"/>
                  </a:cubicBezTo>
                  <a:cubicBezTo>
                    <a:pt x="187087" y="245107"/>
                    <a:pt x="187087" y="245107"/>
                    <a:pt x="185778" y="245107"/>
                  </a:cubicBezTo>
                  <a:close/>
                  <a:moveTo>
                    <a:pt x="300657" y="124890"/>
                  </a:moveTo>
                  <a:cubicBezTo>
                    <a:pt x="318976" y="124890"/>
                    <a:pt x="333369" y="140543"/>
                    <a:pt x="333369" y="157500"/>
                  </a:cubicBezTo>
                  <a:cubicBezTo>
                    <a:pt x="333369" y="175761"/>
                    <a:pt x="318976" y="191414"/>
                    <a:pt x="300657" y="191414"/>
                  </a:cubicBezTo>
                  <a:cubicBezTo>
                    <a:pt x="282339" y="191414"/>
                    <a:pt x="267945" y="175761"/>
                    <a:pt x="267945" y="157500"/>
                  </a:cubicBezTo>
                  <a:cubicBezTo>
                    <a:pt x="267945" y="140543"/>
                    <a:pt x="282339" y="124890"/>
                    <a:pt x="300657" y="124890"/>
                  </a:cubicBezTo>
                  <a:close/>
                  <a:moveTo>
                    <a:pt x="251242" y="83999"/>
                  </a:moveTo>
                  <a:cubicBezTo>
                    <a:pt x="226366" y="83999"/>
                    <a:pt x="202799" y="89238"/>
                    <a:pt x="180541" y="99717"/>
                  </a:cubicBezTo>
                  <a:cubicBezTo>
                    <a:pt x="96747" y="137702"/>
                    <a:pt x="60087" y="237248"/>
                    <a:pt x="99366" y="321076"/>
                  </a:cubicBezTo>
                  <a:cubicBezTo>
                    <a:pt x="125551" y="381328"/>
                    <a:pt x="185778" y="419313"/>
                    <a:pt x="251242" y="419313"/>
                  </a:cubicBezTo>
                  <a:cubicBezTo>
                    <a:pt x="256479" y="419313"/>
                    <a:pt x="263025" y="419313"/>
                    <a:pt x="268263" y="418003"/>
                  </a:cubicBezTo>
                  <a:cubicBezTo>
                    <a:pt x="266953" y="418003"/>
                    <a:pt x="265644" y="418003"/>
                    <a:pt x="264335" y="418003"/>
                  </a:cubicBezTo>
                  <a:cubicBezTo>
                    <a:pt x="256479" y="415383"/>
                    <a:pt x="252551" y="407524"/>
                    <a:pt x="253861" y="399665"/>
                  </a:cubicBezTo>
                  <a:cubicBezTo>
                    <a:pt x="253861" y="399665"/>
                    <a:pt x="253861" y="399665"/>
                    <a:pt x="270881" y="336794"/>
                  </a:cubicBezTo>
                  <a:cubicBezTo>
                    <a:pt x="270881" y="336794"/>
                    <a:pt x="270881" y="336794"/>
                    <a:pt x="251242" y="307978"/>
                  </a:cubicBezTo>
                  <a:cubicBezTo>
                    <a:pt x="249933" y="307978"/>
                    <a:pt x="248623" y="306668"/>
                    <a:pt x="247314" y="306668"/>
                  </a:cubicBezTo>
                  <a:cubicBezTo>
                    <a:pt x="247314" y="306668"/>
                    <a:pt x="247314" y="306668"/>
                    <a:pt x="236840" y="335484"/>
                  </a:cubicBezTo>
                  <a:cubicBezTo>
                    <a:pt x="234221" y="342033"/>
                    <a:pt x="228984" y="345963"/>
                    <a:pt x="222438" y="345963"/>
                  </a:cubicBezTo>
                  <a:cubicBezTo>
                    <a:pt x="222438" y="345963"/>
                    <a:pt x="222438" y="345963"/>
                    <a:pt x="173995" y="348582"/>
                  </a:cubicBezTo>
                  <a:cubicBezTo>
                    <a:pt x="166139" y="348582"/>
                    <a:pt x="159592" y="342033"/>
                    <a:pt x="158283" y="334174"/>
                  </a:cubicBezTo>
                  <a:cubicBezTo>
                    <a:pt x="158283" y="325006"/>
                    <a:pt x="164830" y="318457"/>
                    <a:pt x="172685" y="318457"/>
                  </a:cubicBezTo>
                  <a:cubicBezTo>
                    <a:pt x="172685" y="318457"/>
                    <a:pt x="172685" y="318457"/>
                    <a:pt x="211964" y="315837"/>
                  </a:cubicBezTo>
                  <a:cubicBezTo>
                    <a:pt x="211964" y="315837"/>
                    <a:pt x="211964" y="315837"/>
                    <a:pt x="223747" y="283092"/>
                  </a:cubicBezTo>
                  <a:cubicBezTo>
                    <a:pt x="223747" y="279162"/>
                    <a:pt x="223747" y="276542"/>
                    <a:pt x="225056" y="272613"/>
                  </a:cubicBezTo>
                  <a:cubicBezTo>
                    <a:pt x="225056" y="272613"/>
                    <a:pt x="225056" y="272613"/>
                    <a:pt x="242077" y="217601"/>
                  </a:cubicBezTo>
                  <a:cubicBezTo>
                    <a:pt x="239458" y="218910"/>
                    <a:pt x="236840" y="220220"/>
                    <a:pt x="234221" y="221530"/>
                  </a:cubicBezTo>
                  <a:cubicBezTo>
                    <a:pt x="222438" y="228079"/>
                    <a:pt x="214582" y="237248"/>
                    <a:pt x="211964" y="247726"/>
                  </a:cubicBezTo>
                  <a:cubicBezTo>
                    <a:pt x="210654" y="251656"/>
                    <a:pt x="206726" y="255585"/>
                    <a:pt x="201489" y="256895"/>
                  </a:cubicBezTo>
                  <a:cubicBezTo>
                    <a:pt x="202799" y="258205"/>
                    <a:pt x="202799" y="260825"/>
                    <a:pt x="201489" y="262134"/>
                  </a:cubicBezTo>
                  <a:cubicBezTo>
                    <a:pt x="201489" y="262134"/>
                    <a:pt x="201489" y="262134"/>
                    <a:pt x="197562" y="264754"/>
                  </a:cubicBezTo>
                  <a:cubicBezTo>
                    <a:pt x="197562" y="264754"/>
                    <a:pt x="197562" y="264754"/>
                    <a:pt x="211964" y="279162"/>
                  </a:cubicBezTo>
                  <a:cubicBezTo>
                    <a:pt x="211964" y="279162"/>
                    <a:pt x="211964" y="279162"/>
                    <a:pt x="175304" y="311908"/>
                  </a:cubicBezTo>
                  <a:cubicBezTo>
                    <a:pt x="175304" y="311908"/>
                    <a:pt x="175304" y="311908"/>
                    <a:pt x="130788" y="264754"/>
                  </a:cubicBezTo>
                  <a:cubicBezTo>
                    <a:pt x="130788" y="264754"/>
                    <a:pt x="130788" y="264754"/>
                    <a:pt x="166139" y="230699"/>
                  </a:cubicBezTo>
                  <a:cubicBezTo>
                    <a:pt x="166139" y="230699"/>
                    <a:pt x="166139" y="230699"/>
                    <a:pt x="179232" y="245107"/>
                  </a:cubicBezTo>
                  <a:cubicBezTo>
                    <a:pt x="179232" y="245107"/>
                    <a:pt x="179232" y="245107"/>
                    <a:pt x="183159" y="242487"/>
                  </a:cubicBezTo>
                  <a:cubicBezTo>
                    <a:pt x="184469" y="241177"/>
                    <a:pt x="185778" y="241177"/>
                    <a:pt x="187087" y="241177"/>
                  </a:cubicBezTo>
                  <a:cubicBezTo>
                    <a:pt x="187087" y="241177"/>
                    <a:pt x="187087" y="241177"/>
                    <a:pt x="187087" y="239867"/>
                  </a:cubicBezTo>
                  <a:cubicBezTo>
                    <a:pt x="191015" y="224150"/>
                    <a:pt x="204108" y="209742"/>
                    <a:pt x="222438" y="199263"/>
                  </a:cubicBezTo>
                  <a:cubicBezTo>
                    <a:pt x="238149" y="190094"/>
                    <a:pt x="255170" y="186165"/>
                    <a:pt x="270881" y="186165"/>
                  </a:cubicBezTo>
                  <a:cubicBezTo>
                    <a:pt x="273500" y="186165"/>
                    <a:pt x="274809" y="186165"/>
                    <a:pt x="276118" y="186165"/>
                  </a:cubicBezTo>
                  <a:cubicBezTo>
                    <a:pt x="276118" y="186165"/>
                    <a:pt x="280046" y="187475"/>
                    <a:pt x="283974" y="187475"/>
                  </a:cubicBezTo>
                  <a:cubicBezTo>
                    <a:pt x="285283" y="188785"/>
                    <a:pt x="285283" y="188785"/>
                    <a:pt x="286592" y="188785"/>
                  </a:cubicBezTo>
                  <a:cubicBezTo>
                    <a:pt x="287902" y="190094"/>
                    <a:pt x="289211" y="190094"/>
                    <a:pt x="291830" y="191404"/>
                  </a:cubicBezTo>
                  <a:cubicBezTo>
                    <a:pt x="297067" y="195334"/>
                    <a:pt x="302304" y="201883"/>
                    <a:pt x="304922" y="208432"/>
                  </a:cubicBezTo>
                  <a:cubicBezTo>
                    <a:pt x="304922" y="208432"/>
                    <a:pt x="304922" y="209742"/>
                    <a:pt x="304922" y="209742"/>
                  </a:cubicBezTo>
                  <a:cubicBezTo>
                    <a:pt x="307541" y="214981"/>
                    <a:pt x="312778" y="220220"/>
                    <a:pt x="321943" y="222840"/>
                  </a:cubicBezTo>
                  <a:cubicBezTo>
                    <a:pt x="332417" y="225459"/>
                    <a:pt x="344201" y="224150"/>
                    <a:pt x="350747" y="218910"/>
                  </a:cubicBezTo>
                  <a:cubicBezTo>
                    <a:pt x="355984" y="214981"/>
                    <a:pt x="363840" y="214981"/>
                    <a:pt x="367768" y="220220"/>
                  </a:cubicBezTo>
                  <a:cubicBezTo>
                    <a:pt x="373005" y="225459"/>
                    <a:pt x="371696" y="233318"/>
                    <a:pt x="366458" y="238558"/>
                  </a:cubicBezTo>
                  <a:cubicBezTo>
                    <a:pt x="358603" y="246417"/>
                    <a:pt x="345510" y="250346"/>
                    <a:pt x="332417" y="250346"/>
                  </a:cubicBezTo>
                  <a:cubicBezTo>
                    <a:pt x="327180" y="250346"/>
                    <a:pt x="320634" y="249036"/>
                    <a:pt x="315397" y="247726"/>
                  </a:cubicBezTo>
                  <a:cubicBezTo>
                    <a:pt x="308850" y="245107"/>
                    <a:pt x="303613" y="243797"/>
                    <a:pt x="298376" y="239867"/>
                  </a:cubicBezTo>
                  <a:cubicBezTo>
                    <a:pt x="298376" y="239867"/>
                    <a:pt x="298376" y="239867"/>
                    <a:pt x="282665" y="290950"/>
                  </a:cubicBezTo>
                  <a:cubicBezTo>
                    <a:pt x="281355" y="293570"/>
                    <a:pt x="281355" y="294880"/>
                    <a:pt x="280046" y="296190"/>
                  </a:cubicBezTo>
                  <a:cubicBezTo>
                    <a:pt x="280046" y="296190"/>
                    <a:pt x="280046" y="296190"/>
                    <a:pt x="299685" y="325006"/>
                  </a:cubicBezTo>
                  <a:cubicBezTo>
                    <a:pt x="302304" y="328935"/>
                    <a:pt x="303613" y="332865"/>
                    <a:pt x="302304" y="336794"/>
                  </a:cubicBezTo>
                  <a:cubicBezTo>
                    <a:pt x="302304" y="336794"/>
                    <a:pt x="302304" y="336794"/>
                    <a:pt x="282665" y="407524"/>
                  </a:cubicBezTo>
                  <a:cubicBezTo>
                    <a:pt x="281355" y="412764"/>
                    <a:pt x="277428" y="416693"/>
                    <a:pt x="272190" y="418003"/>
                  </a:cubicBezTo>
                  <a:cubicBezTo>
                    <a:pt x="289211" y="415383"/>
                    <a:pt x="304922" y="411454"/>
                    <a:pt x="320634" y="403595"/>
                  </a:cubicBezTo>
                  <a:cubicBezTo>
                    <a:pt x="405737" y="365610"/>
                    <a:pt x="442397" y="264754"/>
                    <a:pt x="403118" y="180926"/>
                  </a:cubicBezTo>
                  <a:cubicBezTo>
                    <a:pt x="375623" y="121984"/>
                    <a:pt x="316706" y="83999"/>
                    <a:pt x="251242" y="83999"/>
                  </a:cubicBezTo>
                  <a:close/>
                  <a:moveTo>
                    <a:pt x="324562" y="1480"/>
                  </a:moveTo>
                  <a:cubicBezTo>
                    <a:pt x="324562" y="1480"/>
                    <a:pt x="324562" y="1480"/>
                    <a:pt x="357294" y="14579"/>
                  </a:cubicBezTo>
                  <a:cubicBezTo>
                    <a:pt x="374314" y="21128"/>
                    <a:pt x="383479" y="39465"/>
                    <a:pt x="376933" y="56493"/>
                  </a:cubicBezTo>
                  <a:cubicBezTo>
                    <a:pt x="376933" y="56493"/>
                    <a:pt x="376933" y="56493"/>
                    <a:pt x="366458" y="82689"/>
                  </a:cubicBezTo>
                  <a:cubicBezTo>
                    <a:pt x="383479" y="93168"/>
                    <a:pt x="397881" y="107576"/>
                    <a:pt x="410974" y="123294"/>
                  </a:cubicBezTo>
                  <a:cubicBezTo>
                    <a:pt x="410974" y="123294"/>
                    <a:pt x="410974" y="123294"/>
                    <a:pt x="435850" y="110195"/>
                  </a:cubicBezTo>
                  <a:cubicBezTo>
                    <a:pt x="452871" y="103646"/>
                    <a:pt x="471201" y="110195"/>
                    <a:pt x="479056" y="127223"/>
                  </a:cubicBezTo>
                  <a:cubicBezTo>
                    <a:pt x="479056" y="127223"/>
                    <a:pt x="479056" y="127223"/>
                    <a:pt x="493458" y="159969"/>
                  </a:cubicBezTo>
                  <a:cubicBezTo>
                    <a:pt x="501314" y="175686"/>
                    <a:pt x="494768" y="194024"/>
                    <a:pt x="477747" y="201883"/>
                  </a:cubicBezTo>
                  <a:cubicBezTo>
                    <a:pt x="477747" y="201883"/>
                    <a:pt x="477747" y="201883"/>
                    <a:pt x="452871" y="213671"/>
                  </a:cubicBezTo>
                  <a:cubicBezTo>
                    <a:pt x="455489" y="233318"/>
                    <a:pt x="456799" y="252966"/>
                    <a:pt x="454180" y="272613"/>
                  </a:cubicBezTo>
                  <a:cubicBezTo>
                    <a:pt x="454180" y="272613"/>
                    <a:pt x="454180" y="272613"/>
                    <a:pt x="481675" y="283092"/>
                  </a:cubicBezTo>
                  <a:cubicBezTo>
                    <a:pt x="497386" y="289641"/>
                    <a:pt x="506551" y="307978"/>
                    <a:pt x="500005" y="323696"/>
                  </a:cubicBezTo>
                  <a:cubicBezTo>
                    <a:pt x="500005" y="323696"/>
                    <a:pt x="500005" y="323696"/>
                    <a:pt x="488221" y="357751"/>
                  </a:cubicBezTo>
                  <a:cubicBezTo>
                    <a:pt x="485603" y="365610"/>
                    <a:pt x="479056" y="372159"/>
                    <a:pt x="471201" y="376089"/>
                  </a:cubicBezTo>
                  <a:cubicBezTo>
                    <a:pt x="463345" y="380018"/>
                    <a:pt x="454180" y="380018"/>
                    <a:pt x="446324" y="377399"/>
                  </a:cubicBezTo>
                  <a:cubicBezTo>
                    <a:pt x="446324" y="377399"/>
                    <a:pt x="446324" y="377399"/>
                    <a:pt x="420139" y="366920"/>
                  </a:cubicBezTo>
                  <a:cubicBezTo>
                    <a:pt x="408355" y="383948"/>
                    <a:pt x="395263" y="398356"/>
                    <a:pt x="379551" y="410144"/>
                  </a:cubicBezTo>
                  <a:cubicBezTo>
                    <a:pt x="379551" y="410144"/>
                    <a:pt x="379551" y="410144"/>
                    <a:pt x="391335" y="436340"/>
                  </a:cubicBezTo>
                  <a:cubicBezTo>
                    <a:pt x="399190" y="452058"/>
                    <a:pt x="392644" y="471705"/>
                    <a:pt x="375623" y="479564"/>
                  </a:cubicBezTo>
                  <a:cubicBezTo>
                    <a:pt x="375623" y="479564"/>
                    <a:pt x="375623" y="479564"/>
                    <a:pt x="342891" y="493972"/>
                  </a:cubicBezTo>
                  <a:cubicBezTo>
                    <a:pt x="327180" y="501831"/>
                    <a:pt x="307541" y="495282"/>
                    <a:pt x="300995" y="478255"/>
                  </a:cubicBezTo>
                  <a:cubicBezTo>
                    <a:pt x="300995" y="478255"/>
                    <a:pt x="300995" y="478255"/>
                    <a:pt x="289211" y="453368"/>
                  </a:cubicBezTo>
                  <a:cubicBezTo>
                    <a:pt x="268263" y="455988"/>
                    <a:pt x="248623" y="457297"/>
                    <a:pt x="228984" y="454678"/>
                  </a:cubicBezTo>
                  <a:cubicBezTo>
                    <a:pt x="228984" y="454678"/>
                    <a:pt x="228984" y="454678"/>
                    <a:pt x="219819" y="482184"/>
                  </a:cubicBezTo>
                  <a:cubicBezTo>
                    <a:pt x="217201" y="490043"/>
                    <a:pt x="210654" y="496592"/>
                    <a:pt x="202799" y="499212"/>
                  </a:cubicBezTo>
                  <a:cubicBezTo>
                    <a:pt x="194943" y="503141"/>
                    <a:pt x="185778" y="503141"/>
                    <a:pt x="177922" y="500522"/>
                  </a:cubicBezTo>
                  <a:cubicBezTo>
                    <a:pt x="177922" y="500522"/>
                    <a:pt x="177922" y="500522"/>
                    <a:pt x="143881" y="488733"/>
                  </a:cubicBezTo>
                  <a:cubicBezTo>
                    <a:pt x="136025" y="484804"/>
                    <a:pt x="129479" y="479564"/>
                    <a:pt x="126861" y="471705"/>
                  </a:cubicBezTo>
                  <a:cubicBezTo>
                    <a:pt x="122933" y="463847"/>
                    <a:pt x="122933" y="454678"/>
                    <a:pt x="125551" y="446819"/>
                  </a:cubicBezTo>
                  <a:cubicBezTo>
                    <a:pt x="125551" y="446819"/>
                    <a:pt x="125551" y="446819"/>
                    <a:pt x="134716" y="420623"/>
                  </a:cubicBezTo>
                  <a:cubicBezTo>
                    <a:pt x="119005" y="408834"/>
                    <a:pt x="104603" y="395736"/>
                    <a:pt x="91510" y="380018"/>
                  </a:cubicBezTo>
                  <a:cubicBezTo>
                    <a:pt x="91510" y="380018"/>
                    <a:pt x="91510" y="380018"/>
                    <a:pt x="66634" y="391807"/>
                  </a:cubicBezTo>
                  <a:cubicBezTo>
                    <a:pt x="49613" y="399665"/>
                    <a:pt x="31283" y="391807"/>
                    <a:pt x="23428" y="376089"/>
                  </a:cubicBezTo>
                  <a:cubicBezTo>
                    <a:pt x="23428" y="376089"/>
                    <a:pt x="23428" y="376089"/>
                    <a:pt x="7716" y="343343"/>
                  </a:cubicBezTo>
                  <a:cubicBezTo>
                    <a:pt x="1170" y="327625"/>
                    <a:pt x="7716" y="307978"/>
                    <a:pt x="23428" y="300119"/>
                  </a:cubicBezTo>
                  <a:cubicBezTo>
                    <a:pt x="23428" y="300119"/>
                    <a:pt x="23428" y="300119"/>
                    <a:pt x="49613" y="288331"/>
                  </a:cubicBezTo>
                  <a:cubicBezTo>
                    <a:pt x="45685" y="268684"/>
                    <a:pt x="45685" y="249036"/>
                    <a:pt x="48304" y="229389"/>
                  </a:cubicBezTo>
                  <a:cubicBezTo>
                    <a:pt x="48304" y="229389"/>
                    <a:pt x="48304" y="229389"/>
                    <a:pt x="20809" y="220220"/>
                  </a:cubicBezTo>
                  <a:cubicBezTo>
                    <a:pt x="12953" y="216291"/>
                    <a:pt x="6407" y="211051"/>
                    <a:pt x="2479" y="203193"/>
                  </a:cubicBezTo>
                  <a:cubicBezTo>
                    <a:pt x="-139" y="195334"/>
                    <a:pt x="-1449" y="186165"/>
                    <a:pt x="2479" y="178306"/>
                  </a:cubicBezTo>
                  <a:cubicBezTo>
                    <a:pt x="2479" y="178306"/>
                    <a:pt x="2479" y="178306"/>
                    <a:pt x="14263" y="144251"/>
                  </a:cubicBezTo>
                  <a:cubicBezTo>
                    <a:pt x="20809" y="128533"/>
                    <a:pt x="39139" y="119364"/>
                    <a:pt x="56159" y="125913"/>
                  </a:cubicBezTo>
                  <a:cubicBezTo>
                    <a:pt x="56159" y="125913"/>
                    <a:pt x="56159" y="125913"/>
                    <a:pt x="82345" y="135082"/>
                  </a:cubicBezTo>
                  <a:cubicBezTo>
                    <a:pt x="92819" y="119364"/>
                    <a:pt x="107221" y="104956"/>
                    <a:pt x="122933" y="91858"/>
                  </a:cubicBezTo>
                  <a:cubicBezTo>
                    <a:pt x="122933" y="91858"/>
                    <a:pt x="122933" y="91858"/>
                    <a:pt x="111149" y="65662"/>
                  </a:cubicBezTo>
                  <a:cubicBezTo>
                    <a:pt x="103294" y="49944"/>
                    <a:pt x="109840" y="30296"/>
                    <a:pt x="126861" y="23747"/>
                  </a:cubicBezTo>
                  <a:cubicBezTo>
                    <a:pt x="126861" y="23747"/>
                    <a:pt x="126861" y="23747"/>
                    <a:pt x="159592" y="8029"/>
                  </a:cubicBezTo>
                  <a:cubicBezTo>
                    <a:pt x="175304" y="1480"/>
                    <a:pt x="194943" y="8029"/>
                    <a:pt x="201489" y="23747"/>
                  </a:cubicBezTo>
                  <a:cubicBezTo>
                    <a:pt x="201489" y="23747"/>
                    <a:pt x="201489" y="23747"/>
                    <a:pt x="213273" y="49944"/>
                  </a:cubicBezTo>
                  <a:cubicBezTo>
                    <a:pt x="232912" y="46014"/>
                    <a:pt x="253861" y="46014"/>
                    <a:pt x="272190" y="47324"/>
                  </a:cubicBezTo>
                  <a:cubicBezTo>
                    <a:pt x="272190" y="47324"/>
                    <a:pt x="272190" y="47324"/>
                    <a:pt x="282665" y="21128"/>
                  </a:cubicBezTo>
                  <a:cubicBezTo>
                    <a:pt x="289211" y="5410"/>
                    <a:pt x="307541" y="-3759"/>
                    <a:pt x="324562" y="14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210367" y="1890660"/>
            <a:ext cx="660499" cy="1457016"/>
            <a:chOff x="3210367" y="1890660"/>
            <a:chExt cx="660499" cy="1457016"/>
          </a:xfrm>
        </p:grpSpPr>
        <p:sp>
          <p:nvSpPr>
            <p:cNvPr id="6" name="Freeform: Shape 5"/>
            <p:cNvSpPr/>
            <p:nvPr/>
          </p:nvSpPr>
          <p:spPr>
            <a:xfrm>
              <a:off x="3210367" y="1890660"/>
              <a:ext cx="660499" cy="1457016"/>
            </a:xfrm>
            <a:custGeom>
              <a:avLst/>
              <a:gdLst>
                <a:gd name="connsiteX0" fmla="*/ 74673 w 880665"/>
                <a:gd name="connsiteY0" fmla="*/ 0 h 1942688"/>
                <a:gd name="connsiteX1" fmla="*/ 112520 w 880665"/>
                <a:gd name="connsiteY1" fmla="*/ 53970 h 1942688"/>
                <a:gd name="connsiteX2" fmla="*/ 880665 w 880665"/>
                <a:gd name="connsiteY2" fmla="*/ 837255 h 1942688"/>
                <a:gd name="connsiteX3" fmla="*/ 699327 w 880665"/>
                <a:gd name="connsiteY3" fmla="*/ 1942688 h 1942688"/>
                <a:gd name="connsiteX4" fmla="*/ 660677 w 880665"/>
                <a:gd name="connsiteY4" fmla="*/ 1913786 h 1942688"/>
                <a:gd name="connsiteX5" fmla="*/ 0 w 880665"/>
                <a:gd name="connsiteY5" fmla="*/ 512850 h 1942688"/>
                <a:gd name="connsiteX6" fmla="*/ 36885 w 880665"/>
                <a:gd name="connsiteY6" fmla="*/ 146962 h 1942688"/>
                <a:gd name="connsiteX7" fmla="*/ 74673 w 880665"/>
                <a:gd name="connsiteY7" fmla="*/ 0 h 194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665" h="1942688">
                  <a:moveTo>
                    <a:pt x="74673" y="0"/>
                  </a:moveTo>
                  <a:lnTo>
                    <a:pt x="112520" y="53970"/>
                  </a:lnTo>
                  <a:lnTo>
                    <a:pt x="880665" y="837255"/>
                  </a:lnTo>
                  <a:lnTo>
                    <a:pt x="699327" y="1942688"/>
                  </a:lnTo>
                  <a:lnTo>
                    <a:pt x="660677" y="1913786"/>
                  </a:lnTo>
                  <a:cubicBezTo>
                    <a:pt x="257185" y="1580795"/>
                    <a:pt x="0" y="1076857"/>
                    <a:pt x="0" y="512850"/>
                  </a:cubicBezTo>
                  <a:cubicBezTo>
                    <a:pt x="0" y="387515"/>
                    <a:pt x="12701" y="265147"/>
                    <a:pt x="36885" y="146962"/>
                  </a:cubicBezTo>
                  <a:lnTo>
                    <a:pt x="746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Freeform: Shape 26"/>
            <p:cNvSpPr>
              <a:spLocks noChangeAspect="1"/>
            </p:cNvSpPr>
            <p:nvPr/>
          </p:nvSpPr>
          <p:spPr bwMode="auto">
            <a:xfrm>
              <a:off x="3463437" y="2479350"/>
              <a:ext cx="158202" cy="212247"/>
            </a:xfrm>
            <a:custGeom>
              <a:avLst/>
              <a:gdLst>
                <a:gd name="T0" fmla="*/ 0 w 1224"/>
                <a:gd name="T1" fmla="*/ 0 h 1643"/>
                <a:gd name="T2" fmla="*/ 0 w 1224"/>
                <a:gd name="T3" fmla="*/ 1643 h 1643"/>
                <a:gd name="T4" fmla="*/ 1224 w 1224"/>
                <a:gd name="T5" fmla="*/ 1643 h 1643"/>
                <a:gd name="T6" fmla="*/ 1224 w 1224"/>
                <a:gd name="T7" fmla="*/ 0 h 1643"/>
                <a:gd name="T8" fmla="*/ 0 w 1224"/>
                <a:gd name="T9" fmla="*/ 0 h 1643"/>
                <a:gd name="T10" fmla="*/ 1126 w 1224"/>
                <a:gd name="T11" fmla="*/ 1515 h 1643"/>
                <a:gd name="T12" fmla="*/ 98 w 1224"/>
                <a:gd name="T13" fmla="*/ 1515 h 1643"/>
                <a:gd name="T14" fmla="*/ 98 w 1224"/>
                <a:gd name="T15" fmla="*/ 935 h 1643"/>
                <a:gd name="T16" fmla="*/ 1126 w 1224"/>
                <a:gd name="T17" fmla="*/ 935 h 1643"/>
                <a:gd name="T18" fmla="*/ 1126 w 1224"/>
                <a:gd name="T19" fmla="*/ 1515 h 1643"/>
                <a:gd name="T20" fmla="*/ 1126 w 1224"/>
                <a:gd name="T21" fmla="*/ 838 h 1643"/>
                <a:gd name="T22" fmla="*/ 98 w 1224"/>
                <a:gd name="T23" fmla="*/ 838 h 1643"/>
                <a:gd name="T24" fmla="*/ 98 w 1224"/>
                <a:gd name="T25" fmla="*/ 258 h 1643"/>
                <a:gd name="T26" fmla="*/ 1126 w 1224"/>
                <a:gd name="T27" fmla="*/ 258 h 1643"/>
                <a:gd name="T28" fmla="*/ 1126 w 1224"/>
                <a:gd name="T29" fmla="*/ 838 h 1643"/>
                <a:gd name="T30" fmla="*/ 1113 w 1224"/>
                <a:gd name="T31" fmla="*/ 164 h 1643"/>
                <a:gd name="T32" fmla="*/ 1080 w 1224"/>
                <a:gd name="T33" fmla="*/ 178 h 1643"/>
                <a:gd name="T34" fmla="*/ 1045 w 1224"/>
                <a:gd name="T35" fmla="*/ 164 h 1643"/>
                <a:gd name="T36" fmla="*/ 1031 w 1224"/>
                <a:gd name="T37" fmla="*/ 129 h 1643"/>
                <a:gd name="T38" fmla="*/ 1045 w 1224"/>
                <a:gd name="T39" fmla="*/ 96 h 1643"/>
                <a:gd name="T40" fmla="*/ 1080 w 1224"/>
                <a:gd name="T41" fmla="*/ 82 h 1643"/>
                <a:gd name="T42" fmla="*/ 1113 w 1224"/>
                <a:gd name="T43" fmla="*/ 96 h 1643"/>
                <a:gd name="T44" fmla="*/ 1126 w 1224"/>
                <a:gd name="T45" fmla="*/ 129 h 1643"/>
                <a:gd name="T46" fmla="*/ 1113 w 1224"/>
                <a:gd name="T47" fmla="*/ 164 h 1643"/>
                <a:gd name="T48" fmla="*/ 1063 w 1224"/>
                <a:gd name="T49" fmla="*/ 323 h 1643"/>
                <a:gd name="T50" fmla="*/ 161 w 1224"/>
                <a:gd name="T51" fmla="*/ 323 h 1643"/>
                <a:gd name="T52" fmla="*/ 161 w 1224"/>
                <a:gd name="T53" fmla="*/ 775 h 1643"/>
                <a:gd name="T54" fmla="*/ 1063 w 1224"/>
                <a:gd name="T55" fmla="*/ 775 h 1643"/>
                <a:gd name="T56" fmla="*/ 1063 w 1224"/>
                <a:gd name="T57" fmla="*/ 323 h 1643"/>
                <a:gd name="T58" fmla="*/ 773 w 1224"/>
                <a:gd name="T59" fmla="*/ 581 h 1643"/>
                <a:gd name="T60" fmla="*/ 763 w 1224"/>
                <a:gd name="T61" fmla="*/ 604 h 1643"/>
                <a:gd name="T62" fmla="*/ 740 w 1224"/>
                <a:gd name="T63" fmla="*/ 614 h 1643"/>
                <a:gd name="T64" fmla="*/ 484 w 1224"/>
                <a:gd name="T65" fmla="*/ 614 h 1643"/>
                <a:gd name="T66" fmla="*/ 461 w 1224"/>
                <a:gd name="T67" fmla="*/ 604 h 1643"/>
                <a:gd name="T68" fmla="*/ 451 w 1224"/>
                <a:gd name="T69" fmla="*/ 581 h 1643"/>
                <a:gd name="T70" fmla="*/ 451 w 1224"/>
                <a:gd name="T71" fmla="*/ 451 h 1643"/>
                <a:gd name="T72" fmla="*/ 461 w 1224"/>
                <a:gd name="T73" fmla="*/ 428 h 1643"/>
                <a:gd name="T74" fmla="*/ 484 w 1224"/>
                <a:gd name="T75" fmla="*/ 419 h 1643"/>
                <a:gd name="T76" fmla="*/ 740 w 1224"/>
                <a:gd name="T77" fmla="*/ 419 h 1643"/>
                <a:gd name="T78" fmla="*/ 763 w 1224"/>
                <a:gd name="T79" fmla="*/ 428 h 1643"/>
                <a:gd name="T80" fmla="*/ 773 w 1224"/>
                <a:gd name="T81" fmla="*/ 451 h 1643"/>
                <a:gd name="T82" fmla="*/ 773 w 1224"/>
                <a:gd name="T83" fmla="*/ 581 h 1643"/>
                <a:gd name="T84" fmla="*/ 1063 w 1224"/>
                <a:gd name="T85" fmla="*/ 1000 h 1643"/>
                <a:gd name="T86" fmla="*/ 161 w 1224"/>
                <a:gd name="T87" fmla="*/ 1000 h 1643"/>
                <a:gd name="T88" fmla="*/ 161 w 1224"/>
                <a:gd name="T89" fmla="*/ 1450 h 1643"/>
                <a:gd name="T90" fmla="*/ 1063 w 1224"/>
                <a:gd name="T91" fmla="*/ 1450 h 1643"/>
                <a:gd name="T92" fmla="*/ 1063 w 1224"/>
                <a:gd name="T93" fmla="*/ 1000 h 1643"/>
                <a:gd name="T94" fmla="*/ 773 w 1224"/>
                <a:gd name="T95" fmla="*/ 1257 h 1643"/>
                <a:gd name="T96" fmla="*/ 763 w 1224"/>
                <a:gd name="T97" fmla="*/ 1279 h 1643"/>
                <a:gd name="T98" fmla="*/ 740 w 1224"/>
                <a:gd name="T99" fmla="*/ 1289 h 1643"/>
                <a:gd name="T100" fmla="*/ 484 w 1224"/>
                <a:gd name="T101" fmla="*/ 1289 h 1643"/>
                <a:gd name="T102" fmla="*/ 461 w 1224"/>
                <a:gd name="T103" fmla="*/ 1279 h 1643"/>
                <a:gd name="T104" fmla="*/ 451 w 1224"/>
                <a:gd name="T105" fmla="*/ 1257 h 1643"/>
                <a:gd name="T106" fmla="*/ 451 w 1224"/>
                <a:gd name="T107" fmla="*/ 1128 h 1643"/>
                <a:gd name="T108" fmla="*/ 461 w 1224"/>
                <a:gd name="T109" fmla="*/ 1105 h 1643"/>
                <a:gd name="T110" fmla="*/ 484 w 1224"/>
                <a:gd name="T111" fmla="*/ 1096 h 1643"/>
                <a:gd name="T112" fmla="*/ 740 w 1224"/>
                <a:gd name="T113" fmla="*/ 1096 h 1643"/>
                <a:gd name="T114" fmla="*/ 763 w 1224"/>
                <a:gd name="T115" fmla="*/ 1105 h 1643"/>
                <a:gd name="T116" fmla="*/ 773 w 1224"/>
                <a:gd name="T117" fmla="*/ 1128 h 1643"/>
                <a:gd name="T118" fmla="*/ 773 w 1224"/>
                <a:gd name="T119" fmla="*/ 1257 h 1643"/>
                <a:gd name="T120" fmla="*/ 773 w 1224"/>
                <a:gd name="T121" fmla="*/ 1257 h 1643"/>
                <a:gd name="T122" fmla="*/ 773 w 1224"/>
                <a:gd name="T123" fmla="*/ 1257 h 1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24" h="1643">
                  <a:moveTo>
                    <a:pt x="0" y="0"/>
                  </a:moveTo>
                  <a:cubicBezTo>
                    <a:pt x="0" y="1643"/>
                    <a:pt x="0" y="1643"/>
                    <a:pt x="0" y="1643"/>
                  </a:cubicBezTo>
                  <a:cubicBezTo>
                    <a:pt x="1224" y="1643"/>
                    <a:pt x="1224" y="1643"/>
                    <a:pt x="1224" y="1643"/>
                  </a:cubicBezTo>
                  <a:cubicBezTo>
                    <a:pt x="1224" y="0"/>
                    <a:pt x="1224" y="0"/>
                    <a:pt x="1224" y="0"/>
                  </a:cubicBezTo>
                  <a:lnTo>
                    <a:pt x="0" y="0"/>
                  </a:lnTo>
                  <a:close/>
                  <a:moveTo>
                    <a:pt x="1126" y="1515"/>
                  </a:moveTo>
                  <a:cubicBezTo>
                    <a:pt x="98" y="1515"/>
                    <a:pt x="98" y="1515"/>
                    <a:pt x="98" y="1515"/>
                  </a:cubicBezTo>
                  <a:cubicBezTo>
                    <a:pt x="98" y="935"/>
                    <a:pt x="98" y="935"/>
                    <a:pt x="98" y="935"/>
                  </a:cubicBezTo>
                  <a:cubicBezTo>
                    <a:pt x="1126" y="935"/>
                    <a:pt x="1126" y="935"/>
                    <a:pt x="1126" y="935"/>
                  </a:cubicBezTo>
                  <a:lnTo>
                    <a:pt x="1126" y="1515"/>
                  </a:lnTo>
                  <a:close/>
                  <a:moveTo>
                    <a:pt x="1126" y="838"/>
                  </a:moveTo>
                  <a:cubicBezTo>
                    <a:pt x="98" y="838"/>
                    <a:pt x="98" y="838"/>
                    <a:pt x="98" y="838"/>
                  </a:cubicBezTo>
                  <a:cubicBezTo>
                    <a:pt x="98" y="258"/>
                    <a:pt x="98" y="258"/>
                    <a:pt x="98" y="258"/>
                  </a:cubicBezTo>
                  <a:cubicBezTo>
                    <a:pt x="1126" y="258"/>
                    <a:pt x="1126" y="258"/>
                    <a:pt x="1126" y="258"/>
                  </a:cubicBezTo>
                  <a:lnTo>
                    <a:pt x="1126" y="838"/>
                  </a:lnTo>
                  <a:close/>
                  <a:moveTo>
                    <a:pt x="1113" y="164"/>
                  </a:moveTo>
                  <a:cubicBezTo>
                    <a:pt x="1104" y="173"/>
                    <a:pt x="1093" y="178"/>
                    <a:pt x="1080" y="178"/>
                  </a:cubicBezTo>
                  <a:cubicBezTo>
                    <a:pt x="1066" y="178"/>
                    <a:pt x="1055" y="173"/>
                    <a:pt x="1045" y="164"/>
                  </a:cubicBezTo>
                  <a:cubicBezTo>
                    <a:pt x="1036" y="154"/>
                    <a:pt x="1031" y="142"/>
                    <a:pt x="1031" y="129"/>
                  </a:cubicBezTo>
                  <a:cubicBezTo>
                    <a:pt x="1031" y="116"/>
                    <a:pt x="1036" y="105"/>
                    <a:pt x="1045" y="96"/>
                  </a:cubicBezTo>
                  <a:cubicBezTo>
                    <a:pt x="1055" y="87"/>
                    <a:pt x="1066" y="82"/>
                    <a:pt x="1080" y="82"/>
                  </a:cubicBezTo>
                  <a:cubicBezTo>
                    <a:pt x="1093" y="82"/>
                    <a:pt x="1104" y="87"/>
                    <a:pt x="1113" y="96"/>
                  </a:cubicBezTo>
                  <a:cubicBezTo>
                    <a:pt x="1122" y="105"/>
                    <a:pt x="1126" y="116"/>
                    <a:pt x="1126" y="129"/>
                  </a:cubicBezTo>
                  <a:cubicBezTo>
                    <a:pt x="1126" y="142"/>
                    <a:pt x="1122" y="154"/>
                    <a:pt x="1113" y="164"/>
                  </a:cubicBezTo>
                  <a:close/>
                  <a:moveTo>
                    <a:pt x="1063" y="323"/>
                  </a:moveTo>
                  <a:cubicBezTo>
                    <a:pt x="161" y="323"/>
                    <a:pt x="161" y="323"/>
                    <a:pt x="161" y="323"/>
                  </a:cubicBezTo>
                  <a:cubicBezTo>
                    <a:pt x="161" y="775"/>
                    <a:pt x="161" y="775"/>
                    <a:pt x="161" y="775"/>
                  </a:cubicBezTo>
                  <a:cubicBezTo>
                    <a:pt x="1063" y="775"/>
                    <a:pt x="1063" y="775"/>
                    <a:pt x="1063" y="775"/>
                  </a:cubicBezTo>
                  <a:lnTo>
                    <a:pt x="1063" y="323"/>
                  </a:lnTo>
                  <a:close/>
                  <a:moveTo>
                    <a:pt x="773" y="581"/>
                  </a:moveTo>
                  <a:cubicBezTo>
                    <a:pt x="773" y="590"/>
                    <a:pt x="769" y="598"/>
                    <a:pt x="763" y="604"/>
                  </a:cubicBezTo>
                  <a:cubicBezTo>
                    <a:pt x="757" y="611"/>
                    <a:pt x="749" y="614"/>
                    <a:pt x="740" y="614"/>
                  </a:cubicBezTo>
                  <a:cubicBezTo>
                    <a:pt x="484" y="614"/>
                    <a:pt x="484" y="614"/>
                    <a:pt x="484" y="614"/>
                  </a:cubicBezTo>
                  <a:cubicBezTo>
                    <a:pt x="475" y="614"/>
                    <a:pt x="467" y="611"/>
                    <a:pt x="461" y="604"/>
                  </a:cubicBezTo>
                  <a:cubicBezTo>
                    <a:pt x="455" y="598"/>
                    <a:pt x="451" y="590"/>
                    <a:pt x="451" y="581"/>
                  </a:cubicBezTo>
                  <a:cubicBezTo>
                    <a:pt x="451" y="451"/>
                    <a:pt x="451" y="451"/>
                    <a:pt x="451" y="451"/>
                  </a:cubicBezTo>
                  <a:cubicBezTo>
                    <a:pt x="451" y="442"/>
                    <a:pt x="455" y="435"/>
                    <a:pt x="461" y="428"/>
                  </a:cubicBezTo>
                  <a:cubicBezTo>
                    <a:pt x="467" y="422"/>
                    <a:pt x="475" y="419"/>
                    <a:pt x="484" y="419"/>
                  </a:cubicBezTo>
                  <a:cubicBezTo>
                    <a:pt x="740" y="419"/>
                    <a:pt x="740" y="419"/>
                    <a:pt x="740" y="419"/>
                  </a:cubicBezTo>
                  <a:cubicBezTo>
                    <a:pt x="749" y="419"/>
                    <a:pt x="757" y="422"/>
                    <a:pt x="763" y="428"/>
                  </a:cubicBezTo>
                  <a:cubicBezTo>
                    <a:pt x="769" y="435"/>
                    <a:pt x="773" y="442"/>
                    <a:pt x="773" y="451"/>
                  </a:cubicBezTo>
                  <a:lnTo>
                    <a:pt x="773" y="581"/>
                  </a:lnTo>
                  <a:close/>
                  <a:moveTo>
                    <a:pt x="1063" y="1000"/>
                  </a:moveTo>
                  <a:cubicBezTo>
                    <a:pt x="161" y="1000"/>
                    <a:pt x="161" y="1000"/>
                    <a:pt x="161" y="1000"/>
                  </a:cubicBezTo>
                  <a:cubicBezTo>
                    <a:pt x="161" y="1450"/>
                    <a:pt x="161" y="1450"/>
                    <a:pt x="161" y="1450"/>
                  </a:cubicBezTo>
                  <a:cubicBezTo>
                    <a:pt x="1063" y="1450"/>
                    <a:pt x="1063" y="1450"/>
                    <a:pt x="1063" y="1450"/>
                  </a:cubicBezTo>
                  <a:lnTo>
                    <a:pt x="1063" y="1000"/>
                  </a:lnTo>
                  <a:close/>
                  <a:moveTo>
                    <a:pt x="773" y="1257"/>
                  </a:moveTo>
                  <a:cubicBezTo>
                    <a:pt x="773" y="1265"/>
                    <a:pt x="769" y="1273"/>
                    <a:pt x="763" y="1279"/>
                  </a:cubicBezTo>
                  <a:cubicBezTo>
                    <a:pt x="757" y="1286"/>
                    <a:pt x="749" y="1289"/>
                    <a:pt x="740" y="1289"/>
                  </a:cubicBezTo>
                  <a:cubicBezTo>
                    <a:pt x="484" y="1289"/>
                    <a:pt x="484" y="1289"/>
                    <a:pt x="484" y="1289"/>
                  </a:cubicBezTo>
                  <a:cubicBezTo>
                    <a:pt x="475" y="1289"/>
                    <a:pt x="467" y="1286"/>
                    <a:pt x="461" y="1279"/>
                  </a:cubicBezTo>
                  <a:cubicBezTo>
                    <a:pt x="455" y="1273"/>
                    <a:pt x="451" y="1265"/>
                    <a:pt x="451" y="1257"/>
                  </a:cubicBezTo>
                  <a:cubicBezTo>
                    <a:pt x="451" y="1128"/>
                    <a:pt x="451" y="1128"/>
                    <a:pt x="451" y="1128"/>
                  </a:cubicBezTo>
                  <a:cubicBezTo>
                    <a:pt x="451" y="1119"/>
                    <a:pt x="455" y="1112"/>
                    <a:pt x="461" y="1105"/>
                  </a:cubicBezTo>
                  <a:cubicBezTo>
                    <a:pt x="467" y="1099"/>
                    <a:pt x="475" y="1096"/>
                    <a:pt x="484" y="1096"/>
                  </a:cubicBezTo>
                  <a:cubicBezTo>
                    <a:pt x="740" y="1096"/>
                    <a:pt x="740" y="1096"/>
                    <a:pt x="740" y="1096"/>
                  </a:cubicBezTo>
                  <a:cubicBezTo>
                    <a:pt x="749" y="1096"/>
                    <a:pt x="757" y="1099"/>
                    <a:pt x="763" y="1105"/>
                  </a:cubicBezTo>
                  <a:cubicBezTo>
                    <a:pt x="769" y="1112"/>
                    <a:pt x="773" y="1119"/>
                    <a:pt x="773" y="1128"/>
                  </a:cubicBezTo>
                  <a:lnTo>
                    <a:pt x="773" y="1257"/>
                  </a:lnTo>
                  <a:close/>
                  <a:moveTo>
                    <a:pt x="773" y="1257"/>
                  </a:moveTo>
                  <a:cubicBezTo>
                    <a:pt x="773" y="1257"/>
                    <a:pt x="773" y="1257"/>
                    <a:pt x="773" y="125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Group 1"/>
          <p:cNvGrpSpPr/>
          <p:nvPr/>
        </p:nvGrpSpPr>
        <p:grpSpPr>
          <a:xfrm>
            <a:off x="1250975" y="937274"/>
            <a:ext cx="1913435" cy="917559"/>
            <a:chOff x="1667967" y="1249699"/>
            <a:chExt cx="2551246" cy="1223412"/>
          </a:xfrm>
        </p:grpSpPr>
        <p:sp>
          <p:nvSpPr>
            <p:cNvPr id="28" name="TextBox 23"/>
            <p:cNvSpPr txBox="1"/>
            <p:nvPr/>
          </p:nvSpPr>
          <p:spPr>
            <a:xfrm>
              <a:off x="1667967" y="1849863"/>
              <a:ext cx="2551246" cy="6232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r" rtl="1">
                <a:lnSpc>
                  <a:spcPct val="120000"/>
                </a:lnSpc>
              </a:pPr>
              <a:r>
                <a:rPr lang="fa-IR" altLang="en-US" sz="900" dirty="0">
                  <a:cs typeface="+mn-ea"/>
                  <a:sym typeface="+mn-lt"/>
                </a:rPr>
                <a:t>فازها، خلوص و ردپای CA</a:t>
              </a:r>
              <a:endParaRPr lang="fa-IR" altLang="en-US" sz="900" dirty="0">
                <a:cs typeface="+mn-ea"/>
                <a:sym typeface="+mn-lt"/>
              </a:endParaRPr>
            </a:p>
          </p:txBody>
        </p:sp>
        <p:sp>
          <p:nvSpPr>
            <p:cNvPr id="29" name="Rectangle 27"/>
            <p:cNvSpPr/>
            <p:nvPr/>
          </p:nvSpPr>
          <p:spPr>
            <a:xfrm>
              <a:off x="1667967" y="1249699"/>
              <a:ext cx="2551246" cy="600164"/>
            </a:xfrm>
            <a:prstGeom prst="rect">
              <a:avLst/>
            </a:prstGeom>
          </p:spPr>
          <p:txBody>
            <a:bodyPr wrap="square" lIns="0" tIns="0" rIns="0" bIns="0" anchor="ctr" anchorCtr="0">
              <a:normAutofit fontScale="85000"/>
            </a:bodyPr>
            <a:lstStyle/>
            <a:p>
              <a:pPr algn="r" rtl="1"/>
              <a:r>
                <a:rPr lang="fa-IR" altLang="en-US" sz="2600" b="1" dirty="0">
                  <a:solidFill>
                    <a:schemeClr val="accent1"/>
                  </a:solidFill>
                  <a:cs typeface="+mn-ea"/>
                  <a:sym typeface="+mn-lt"/>
                </a:rPr>
                <a:t>XRD</a:t>
              </a:r>
              <a:endParaRPr lang="fa-IR" altLang="en-US" sz="26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8" name="Group 9"/>
          <p:cNvGrpSpPr/>
          <p:nvPr/>
        </p:nvGrpSpPr>
        <p:grpSpPr>
          <a:xfrm>
            <a:off x="1250975" y="2241474"/>
            <a:ext cx="1913435" cy="917559"/>
            <a:chOff x="1667967" y="2988632"/>
            <a:chExt cx="2551246" cy="1223412"/>
          </a:xfrm>
        </p:grpSpPr>
        <p:sp>
          <p:nvSpPr>
            <p:cNvPr id="26" name="TextBox 28"/>
            <p:cNvSpPr txBox="1"/>
            <p:nvPr/>
          </p:nvSpPr>
          <p:spPr>
            <a:xfrm>
              <a:off x="1667967" y="3588796"/>
              <a:ext cx="2551246" cy="6232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r" rtl="1">
                <a:lnSpc>
                  <a:spcPct val="120000"/>
                </a:lnSpc>
              </a:pPr>
              <a:r>
                <a:rPr lang="fa-IR" altLang="en-US" sz="900" dirty="0">
                  <a:cs typeface="+mn-ea"/>
                  <a:sym typeface="+mn-lt"/>
                </a:rPr>
                <a:t>توزیع اندازه پیش از افزودن</a:t>
              </a:r>
              <a:endParaRPr lang="fa-IR" altLang="en-US" sz="900" dirty="0">
                <a:cs typeface="+mn-ea"/>
                <a:sym typeface="+mn-lt"/>
              </a:endParaRPr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667967" y="2988632"/>
              <a:ext cx="2551246" cy="600164"/>
            </a:xfrm>
            <a:prstGeom prst="rect">
              <a:avLst/>
            </a:prstGeom>
          </p:spPr>
          <p:txBody>
            <a:bodyPr wrap="square" lIns="0" tIns="0" rIns="0" bIns="0" anchor="ctr" anchorCtr="0">
              <a:normAutofit fontScale="85000"/>
            </a:bodyPr>
            <a:lstStyle/>
            <a:p>
              <a:pPr algn="r" rtl="1"/>
              <a:r>
                <a:rPr lang="fa-IR" altLang="en-US" sz="2600" b="1" dirty="0">
                  <a:solidFill>
                    <a:schemeClr val="accent5">
                      <a:lumMod val="100000"/>
                    </a:schemeClr>
                  </a:solidFill>
                  <a:cs typeface="+mn-ea"/>
                  <a:sym typeface="+mn-lt"/>
                </a:rPr>
                <a:t>اندازهٔ ذرات</a:t>
              </a:r>
              <a:endParaRPr lang="fa-IR" altLang="en-US" sz="2600" b="1" dirty="0">
                <a:solidFill>
                  <a:schemeClr val="accent5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9" name="TextBox 30"/>
          <p:cNvSpPr txBox="1"/>
          <p:nvPr/>
        </p:nvSpPr>
        <p:spPr>
          <a:xfrm>
            <a:off x="6015125" y="1387397"/>
            <a:ext cx="1913435" cy="467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900" dirty="0">
                <a:cs typeface="+mn-ea"/>
                <a:sym typeface="+mn-lt"/>
              </a:rPr>
              <a:t>ریخت‌شناسی و اندازهٔ ذرات</a:t>
            </a:r>
            <a:endParaRPr lang="fa-IR" altLang="en-US" sz="900" dirty="0">
              <a:cs typeface="+mn-ea"/>
              <a:sym typeface="+mn-lt"/>
            </a:endParaRPr>
          </a:p>
        </p:txBody>
      </p:sp>
      <p:sp>
        <p:nvSpPr>
          <p:cNvPr id="20" name="Rectangle 31"/>
          <p:cNvSpPr/>
          <p:nvPr/>
        </p:nvSpPr>
        <p:spPr>
          <a:xfrm>
            <a:off x="6015125" y="937274"/>
            <a:ext cx="1913435" cy="450123"/>
          </a:xfrm>
          <a:prstGeom prst="rect">
            <a:avLst/>
          </a:prstGeom>
        </p:spPr>
        <p:txBody>
          <a:bodyPr wrap="square" lIns="0" tIns="0" rIns="0" bIns="0" anchor="ctr" anchorCtr="0">
            <a:normAutofit fontScale="85000"/>
          </a:bodyPr>
          <a:lstStyle/>
          <a:p>
            <a:pPr rtl="1" algn="r"/>
            <a:r>
              <a:rPr lang="fa-IR" altLang="en-US" sz="2600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rPr>
              <a:t>SEM</a:t>
            </a:r>
            <a:endParaRPr lang="fa-IR" altLang="en-US" sz="2600" b="1" dirty="0">
              <a:solidFill>
                <a:schemeClr val="accent2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TextBox 32"/>
          <p:cNvSpPr txBox="1"/>
          <p:nvPr/>
        </p:nvSpPr>
        <p:spPr>
          <a:xfrm>
            <a:off x="6015125" y="2691597"/>
            <a:ext cx="1913435" cy="467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rtl="1" algn="r">
              <a:lnSpc>
                <a:spcPct val="120000"/>
              </a:lnSpc>
            </a:pPr>
            <a:r>
              <a:rPr lang="fa-IR" altLang="en-US" sz="900" dirty="0">
                <a:cs typeface="+mn-ea"/>
                <a:sym typeface="+mn-lt"/>
              </a:rPr>
              <a:t>ترکیب موضعی</a:t>
            </a:r>
            <a:endParaRPr lang="fa-IR" altLang="en-US" sz="900" dirty="0">
              <a:cs typeface="+mn-ea"/>
              <a:sym typeface="+mn-lt"/>
            </a:endParaRPr>
          </a:p>
        </p:txBody>
      </p:sp>
      <p:sp>
        <p:nvSpPr>
          <p:cNvPr id="22" name="Rectangle 33"/>
          <p:cNvSpPr/>
          <p:nvPr/>
        </p:nvSpPr>
        <p:spPr>
          <a:xfrm>
            <a:off x="6015125" y="2241474"/>
            <a:ext cx="1913435" cy="450123"/>
          </a:xfrm>
          <a:prstGeom prst="rect">
            <a:avLst/>
          </a:prstGeom>
        </p:spPr>
        <p:txBody>
          <a:bodyPr wrap="square" lIns="0" tIns="0" rIns="0" bIns="0" anchor="ctr" anchorCtr="0">
            <a:normAutofit fontScale="85000"/>
          </a:bodyPr>
          <a:lstStyle/>
          <a:p>
            <a:pPr rtl="1" algn="r"/>
            <a:r>
              <a:rPr lang="fa-IR" altLang="en-US" sz="2600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rPr>
              <a:t>EDS</a:t>
            </a:r>
            <a:endParaRPr lang="fa-IR" altLang="en-US" sz="2600" b="1" dirty="0">
              <a:solidFill>
                <a:schemeClr val="accent3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TextBox 34"/>
          <p:cNvSpPr txBox="1"/>
          <p:nvPr/>
        </p:nvSpPr>
        <p:spPr>
          <a:xfrm>
            <a:off x="3615283" y="4120043"/>
            <a:ext cx="1913435" cy="4674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 rtl="1">
              <a:lnSpc>
                <a:spcPct val="120000"/>
              </a:lnSpc>
            </a:pPr>
            <a:r>
              <a:rPr lang="fa-IR" altLang="en-US" sz="900" dirty="0">
                <a:cs typeface="+mn-ea"/>
                <a:sym typeface="+mn-lt"/>
              </a:rPr>
              <a:t>آب پیوندی و تجزیهٔ هیدرات‌ها</a:t>
            </a:r>
            <a:endParaRPr lang="fa-IR" altLang="en-US" sz="900" dirty="0">
              <a:cs typeface="+mn-ea"/>
              <a:sym typeface="+mn-lt"/>
            </a:endParaRPr>
          </a:p>
        </p:txBody>
      </p:sp>
      <p:sp>
        <p:nvSpPr>
          <p:cNvPr id="24" name="Rectangle 35"/>
          <p:cNvSpPr/>
          <p:nvPr/>
        </p:nvSpPr>
        <p:spPr>
          <a:xfrm>
            <a:off x="3615283" y="3669920"/>
            <a:ext cx="1913435" cy="450123"/>
          </a:xfrm>
          <a:prstGeom prst="rect">
            <a:avLst/>
          </a:prstGeom>
        </p:spPr>
        <p:txBody>
          <a:bodyPr wrap="square" lIns="0" tIns="0" rIns="0" bIns="0" anchor="ctr" anchorCtr="0">
            <a:normAutofit fontScale="85000"/>
          </a:bodyPr>
          <a:lstStyle/>
          <a:p>
            <a:pPr algn="ctr" rtl="1"/>
            <a:r>
              <a:rPr lang="fa-IR" altLang="en-US" sz="2600" b="1" dirty="0">
                <a:solidFill>
                  <a:schemeClr val="accent4">
                    <a:lumMod val="100000"/>
                  </a:schemeClr>
                </a:solidFill>
                <a:cs typeface="+mn-ea"/>
                <a:sym typeface="+mn-lt"/>
              </a:rPr>
              <a:t>TG/DSC</a:t>
            </a:r>
            <a:endParaRPr lang="fa-IR" altLang="en-US" sz="2600" b="1" dirty="0">
              <a:solidFill>
                <a:schemeClr val="accent4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TextBox 36"/>
          <p:cNvSpPr txBox="1"/>
          <p:nvPr/>
        </p:nvSpPr>
        <p:spPr>
          <a:xfrm>
            <a:off x="3825969" y="2296061"/>
            <a:ext cx="1447163" cy="358223"/>
          </a:xfrm>
          <a:prstGeom prst="rect">
            <a:avLst/>
          </a:prstGeom>
          <a:noFill/>
        </p:spPr>
        <p:txBody>
          <a:bodyPr wrap="square" lIns="0" tIns="0" rIns="0" bIns="0">
            <a:normAutofit fontScale="62500"/>
          </a:bodyPr>
          <a:lstStyle/>
          <a:p>
            <a:pPr algn="ctr" defTabSz="1219170" rtl="1">
              <a:lnSpc>
                <a:spcPct val="120000"/>
              </a:lnSpc>
              <a:spcBef>
                <a:spcPct val="0"/>
              </a:spcBef>
              <a:defRPr/>
            </a:pPr>
            <a:r>
              <a:rPr lang="fa-IR" altLang="en-US" sz="1100" dirty="0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rPr>
              <a:t>پیش از افزودن به جرم</a:t>
            </a:r>
            <a:endParaRPr lang="fa-IR" altLang="en-US" sz="1100" dirty="0">
              <a:solidFill>
                <a:schemeClr val="dk1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شناسایی ماینیت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651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410804" y="1470850"/>
            <a:ext cx="3907265" cy="2209051"/>
            <a:chOff x="2410804" y="1470850"/>
            <a:chExt cx="3907265" cy="2209051"/>
          </a:xfrm>
        </p:grpSpPr>
        <p:sp>
          <p:nvSpPr>
            <p:cNvPr id="12" name="Arrow: Chevron 63"/>
            <p:cNvSpPr/>
            <p:nvPr/>
          </p:nvSpPr>
          <p:spPr>
            <a:xfrm>
              <a:off x="4209078" y="1470850"/>
              <a:ext cx="289435" cy="289434"/>
            </a:xfrm>
            <a:prstGeom prst="chevron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Arrow: Chevron 64"/>
            <p:cNvSpPr/>
            <p:nvPr/>
          </p:nvSpPr>
          <p:spPr>
            <a:xfrm flipH="1">
              <a:off x="4209078" y="3390467"/>
              <a:ext cx="289435" cy="289434"/>
            </a:xfrm>
            <a:prstGeom prst="chevron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Arrow: Chevron 65"/>
            <p:cNvSpPr/>
            <p:nvPr/>
          </p:nvSpPr>
          <p:spPr>
            <a:xfrm rot="16200000" flipH="1" flipV="1">
              <a:off x="6028634" y="2426369"/>
              <a:ext cx="289435" cy="289434"/>
            </a:xfrm>
            <a:prstGeom prst="chevron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Arrow: Chevron 66"/>
            <p:cNvSpPr/>
            <p:nvPr/>
          </p:nvSpPr>
          <p:spPr>
            <a:xfrm rot="5400000" flipH="1">
              <a:off x="2410803" y="2426369"/>
              <a:ext cx="289435" cy="289434"/>
            </a:xfrm>
            <a:prstGeom prst="chevron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574666" y="2853943"/>
            <a:ext cx="1949232" cy="1362482"/>
            <a:chOff x="1574666" y="2853943"/>
            <a:chExt cx="1949232" cy="1362482"/>
          </a:xfrm>
        </p:grpSpPr>
        <p:sp>
          <p:nvSpPr>
            <p:cNvPr id="8" name="Freeform: Shape 59"/>
            <p:cNvSpPr/>
            <p:nvPr/>
          </p:nvSpPr>
          <p:spPr>
            <a:xfrm>
              <a:off x="1574667" y="2853943"/>
              <a:ext cx="1949231" cy="1362482"/>
            </a:xfrm>
            <a:custGeom>
              <a:avLst/>
              <a:gdLst>
                <a:gd name="connsiteX0" fmla="*/ 452455 w 5867139"/>
                <a:gd name="connsiteY0" fmla="*/ 0 h 4678308"/>
                <a:gd name="connsiteX1" fmla="*/ 2204838 w 5867139"/>
                <a:gd name="connsiteY1" fmla="*/ 0 h 4678308"/>
                <a:gd name="connsiteX2" fmla="*/ 2553973 w 5867139"/>
                <a:gd name="connsiteY2" fmla="*/ 177619 h 4678308"/>
                <a:gd name="connsiteX3" fmla="*/ 2573676 w 5867139"/>
                <a:gd name="connsiteY3" fmla="*/ 212652 h 4678308"/>
                <a:gd name="connsiteX4" fmla="*/ 2575413 w 5867139"/>
                <a:gd name="connsiteY4" fmla="*/ 212652 h 4678308"/>
                <a:gd name="connsiteX5" fmla="*/ 2599727 w 5867139"/>
                <a:gd name="connsiteY5" fmla="*/ 257448 h 4678308"/>
                <a:gd name="connsiteX6" fmla="*/ 2822014 w 5867139"/>
                <a:gd name="connsiteY6" fmla="*/ 406389 h 4678308"/>
                <a:gd name="connsiteX7" fmla="*/ 2876745 w 5867139"/>
                <a:gd name="connsiteY7" fmla="*/ 411907 h 4678308"/>
                <a:gd name="connsiteX8" fmla="*/ 5287549 w 5867139"/>
                <a:gd name="connsiteY8" fmla="*/ 411907 h 4678308"/>
                <a:gd name="connsiteX9" fmla="*/ 5867139 w 5867139"/>
                <a:gd name="connsiteY9" fmla="*/ 991497 h 4678308"/>
                <a:gd name="connsiteX10" fmla="*/ 5867139 w 5867139"/>
                <a:gd name="connsiteY10" fmla="*/ 4098718 h 4678308"/>
                <a:gd name="connsiteX11" fmla="*/ 5287549 w 5867139"/>
                <a:gd name="connsiteY11" fmla="*/ 4678308 h 4678308"/>
                <a:gd name="connsiteX12" fmla="*/ 579590 w 5867139"/>
                <a:gd name="connsiteY12" fmla="*/ 4678308 h 4678308"/>
                <a:gd name="connsiteX13" fmla="*/ 0 w 5867139"/>
                <a:gd name="connsiteY13" fmla="*/ 4098718 h 4678308"/>
                <a:gd name="connsiteX14" fmla="*/ 0 w 5867139"/>
                <a:gd name="connsiteY14" fmla="*/ 991497 h 4678308"/>
                <a:gd name="connsiteX15" fmla="*/ 2 w 5867139"/>
                <a:gd name="connsiteY15" fmla="*/ 991476 h 4678308"/>
                <a:gd name="connsiteX16" fmla="*/ 2 w 5867139"/>
                <a:gd name="connsiteY16" fmla="*/ 488091 h 4678308"/>
                <a:gd name="connsiteX17" fmla="*/ 2 w 5867139"/>
                <a:gd name="connsiteY17" fmla="*/ 473012 h 4678308"/>
                <a:gd name="connsiteX18" fmla="*/ 24092 w 5867139"/>
                <a:gd name="connsiteY18" fmla="*/ 344295 h 4678308"/>
                <a:gd name="connsiteX19" fmla="*/ 28119 w 5867139"/>
                <a:gd name="connsiteY19" fmla="*/ 337849 h 4678308"/>
                <a:gd name="connsiteX20" fmla="*/ 35560 w 5867139"/>
                <a:gd name="connsiteY20" fmla="*/ 298103 h 4678308"/>
                <a:gd name="connsiteX21" fmla="*/ 452455 w 5867139"/>
                <a:gd name="connsiteY21" fmla="*/ 0 h 467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67139" h="4678308">
                  <a:moveTo>
                    <a:pt x="452455" y="0"/>
                  </a:moveTo>
                  <a:lnTo>
                    <a:pt x="2204838" y="0"/>
                  </a:lnTo>
                  <a:cubicBezTo>
                    <a:pt x="2345397" y="0"/>
                    <a:pt x="2470986" y="69143"/>
                    <a:pt x="2553973" y="177619"/>
                  </a:cubicBezTo>
                  <a:lnTo>
                    <a:pt x="2573676" y="212652"/>
                  </a:lnTo>
                  <a:lnTo>
                    <a:pt x="2575413" y="212652"/>
                  </a:lnTo>
                  <a:lnTo>
                    <a:pt x="2599727" y="257448"/>
                  </a:lnTo>
                  <a:cubicBezTo>
                    <a:pt x="2650641" y="332809"/>
                    <a:pt x="2729799" y="387519"/>
                    <a:pt x="2822014" y="406389"/>
                  </a:cubicBezTo>
                  <a:lnTo>
                    <a:pt x="2876745" y="411907"/>
                  </a:lnTo>
                  <a:lnTo>
                    <a:pt x="5287549" y="411907"/>
                  </a:lnTo>
                  <a:cubicBezTo>
                    <a:pt x="5607648" y="411907"/>
                    <a:pt x="5867139" y="671398"/>
                    <a:pt x="5867139" y="991497"/>
                  </a:cubicBezTo>
                  <a:lnTo>
                    <a:pt x="5867139" y="4098718"/>
                  </a:lnTo>
                  <a:cubicBezTo>
                    <a:pt x="5867139" y="4418817"/>
                    <a:pt x="5607648" y="4678308"/>
                    <a:pt x="5287549" y="4678308"/>
                  </a:cubicBezTo>
                  <a:lnTo>
                    <a:pt x="579590" y="4678308"/>
                  </a:lnTo>
                  <a:cubicBezTo>
                    <a:pt x="259491" y="4678308"/>
                    <a:pt x="0" y="4418817"/>
                    <a:pt x="0" y="4098718"/>
                  </a:cubicBezTo>
                  <a:lnTo>
                    <a:pt x="0" y="991497"/>
                  </a:lnTo>
                  <a:lnTo>
                    <a:pt x="2" y="991476"/>
                  </a:lnTo>
                  <a:lnTo>
                    <a:pt x="2" y="488091"/>
                  </a:lnTo>
                  <a:lnTo>
                    <a:pt x="2" y="473012"/>
                  </a:lnTo>
                  <a:cubicBezTo>
                    <a:pt x="2" y="427354"/>
                    <a:pt x="8581" y="383857"/>
                    <a:pt x="24092" y="344295"/>
                  </a:cubicBezTo>
                  <a:lnTo>
                    <a:pt x="28119" y="337849"/>
                  </a:lnTo>
                  <a:lnTo>
                    <a:pt x="35560" y="298103"/>
                  </a:lnTo>
                  <a:cubicBezTo>
                    <a:pt x="104245" y="122920"/>
                    <a:pt x="265043" y="0"/>
                    <a:pt x="45245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tIns="144000" anchor="t" anchorCtr="0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۰۴</a:t>
              </a:r>
            </a:p>
          </p:txBody>
        </p:sp>
        <p:grpSp>
          <p:nvGrpSpPr>
            <p:cNvPr id="9" name="Group 60"/>
            <p:cNvGrpSpPr/>
            <p:nvPr/>
          </p:nvGrpSpPr>
          <p:grpSpPr>
            <a:xfrm>
              <a:off x="1574667" y="3019743"/>
              <a:ext cx="1949231" cy="1196682"/>
              <a:chOff x="4131798" y="2120910"/>
              <a:chExt cx="5867141" cy="4109008"/>
            </a:xfrm>
            <a:solidFill>
              <a:schemeClr val="accent6"/>
            </a:solidFill>
          </p:grpSpPr>
          <p:sp>
            <p:nvSpPr>
              <p:cNvPr id="30" name="Freeform: Shape 81"/>
              <p:cNvSpPr/>
              <p:nvPr/>
            </p:nvSpPr>
            <p:spPr>
              <a:xfrm>
                <a:off x="4131798" y="2120910"/>
                <a:ext cx="5867141" cy="4109008"/>
              </a:xfrm>
              <a:custGeom>
                <a:avLst/>
                <a:gdLst>
                  <a:gd name="connsiteX0" fmla="*/ 952500 w 2781301"/>
                  <a:gd name="connsiteY0" fmla="*/ 223837 h 1947863"/>
                  <a:gd name="connsiteX1" fmla="*/ 952500 w 2781301"/>
                  <a:gd name="connsiteY1" fmla="*/ 223838 h 1947863"/>
                  <a:gd name="connsiteX2" fmla="*/ 952500 w 2781301"/>
                  <a:gd name="connsiteY2" fmla="*/ 223838 h 1947863"/>
                  <a:gd name="connsiteX3" fmla="*/ 1176338 w 2781301"/>
                  <a:gd name="connsiteY3" fmla="*/ 0 h 1947863"/>
                  <a:gd name="connsiteX4" fmla="*/ 2557463 w 2781301"/>
                  <a:gd name="connsiteY4" fmla="*/ 0 h 1947863"/>
                  <a:gd name="connsiteX5" fmla="*/ 2781301 w 2781301"/>
                  <a:gd name="connsiteY5" fmla="*/ 223838 h 1947863"/>
                  <a:gd name="connsiteX6" fmla="*/ 2781300 w 2781301"/>
                  <a:gd name="connsiteY6" fmla="*/ 223838 h 1947863"/>
                  <a:gd name="connsiteX7" fmla="*/ 2778489 w 2781301"/>
                  <a:gd name="connsiteY7" fmla="*/ 237762 h 1947863"/>
                  <a:gd name="connsiteX8" fmla="*/ 2781300 w 2781301"/>
                  <a:gd name="connsiteY8" fmla="*/ 265648 h 1947863"/>
                  <a:gd name="connsiteX9" fmla="*/ 2781300 w 2781301"/>
                  <a:gd name="connsiteY9" fmla="*/ 511181 h 1947863"/>
                  <a:gd name="connsiteX10" fmla="*/ 2781300 w 2781301"/>
                  <a:gd name="connsiteY10" fmla="*/ 1660520 h 1947863"/>
                  <a:gd name="connsiteX11" fmla="*/ 2781300 w 2781301"/>
                  <a:gd name="connsiteY11" fmla="*/ 1682216 h 1947863"/>
                  <a:gd name="connsiteX12" fmla="*/ 2515653 w 2781301"/>
                  <a:gd name="connsiteY12" fmla="*/ 1947863 h 1947863"/>
                  <a:gd name="connsiteX13" fmla="*/ 2493957 w 2781301"/>
                  <a:gd name="connsiteY13" fmla="*/ 1947863 h 1947863"/>
                  <a:gd name="connsiteX14" fmla="*/ 1453097 w 2781301"/>
                  <a:gd name="connsiteY14" fmla="*/ 1947863 h 1947863"/>
                  <a:gd name="connsiteX15" fmla="*/ 287343 w 2781301"/>
                  <a:gd name="connsiteY15" fmla="*/ 1947863 h 1947863"/>
                  <a:gd name="connsiteX16" fmla="*/ 0 w 2781301"/>
                  <a:gd name="connsiteY16" fmla="*/ 1660520 h 1947863"/>
                  <a:gd name="connsiteX17" fmla="*/ 0 w 2781301"/>
                  <a:gd name="connsiteY17" fmla="*/ 511181 h 1947863"/>
                  <a:gd name="connsiteX18" fmla="*/ 287343 w 2781301"/>
                  <a:gd name="connsiteY18" fmla="*/ 223838 h 1947863"/>
                  <a:gd name="connsiteX19" fmla="*/ 952500 w 2781301"/>
                  <a:gd name="connsiteY19" fmla="*/ 223838 h 1947863"/>
                  <a:gd name="connsiteX20" fmla="*/ 952500 w 2781301"/>
                  <a:gd name="connsiteY20" fmla="*/ 223838 h 1947863"/>
                  <a:gd name="connsiteX21" fmla="*/ 952500 w 2781301"/>
                  <a:gd name="connsiteY21" fmla="*/ 223838 h 1947863"/>
                  <a:gd name="connsiteX22" fmla="*/ 970090 w 2781301"/>
                  <a:gd name="connsiteY22" fmla="*/ 136710 h 1947863"/>
                  <a:gd name="connsiteX23" fmla="*/ 1176338 w 2781301"/>
                  <a:gd name="connsiteY23" fmla="*/ 0 h 1947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81301" h="1947863">
                    <a:moveTo>
                      <a:pt x="952500" y="223837"/>
                    </a:moveTo>
                    <a:lnTo>
                      <a:pt x="952500" y="223838"/>
                    </a:lnTo>
                    <a:lnTo>
                      <a:pt x="952500" y="223838"/>
                    </a:lnTo>
                    <a:close/>
                    <a:moveTo>
                      <a:pt x="1176338" y="0"/>
                    </a:moveTo>
                    <a:lnTo>
                      <a:pt x="2557463" y="0"/>
                    </a:lnTo>
                    <a:cubicBezTo>
                      <a:pt x="2681085" y="0"/>
                      <a:pt x="2781301" y="100216"/>
                      <a:pt x="2781301" y="223838"/>
                    </a:cubicBezTo>
                    <a:lnTo>
                      <a:pt x="2781300" y="223838"/>
                    </a:lnTo>
                    <a:lnTo>
                      <a:pt x="2778489" y="237762"/>
                    </a:lnTo>
                    <a:lnTo>
                      <a:pt x="2781300" y="265648"/>
                    </a:lnTo>
                    <a:lnTo>
                      <a:pt x="2781300" y="511181"/>
                    </a:lnTo>
                    <a:lnTo>
                      <a:pt x="2781300" y="1660520"/>
                    </a:lnTo>
                    <a:lnTo>
                      <a:pt x="2781300" y="1682216"/>
                    </a:lnTo>
                    <a:cubicBezTo>
                      <a:pt x="2781300" y="1828929"/>
                      <a:pt x="2662366" y="1947863"/>
                      <a:pt x="2515653" y="1947863"/>
                    </a:cubicBezTo>
                    <a:lnTo>
                      <a:pt x="2493957" y="1947863"/>
                    </a:lnTo>
                    <a:lnTo>
                      <a:pt x="1453097" y="1947863"/>
                    </a:lnTo>
                    <a:lnTo>
                      <a:pt x="287343" y="1947863"/>
                    </a:lnTo>
                    <a:cubicBezTo>
                      <a:pt x="128648" y="1947863"/>
                      <a:pt x="0" y="1819215"/>
                      <a:pt x="0" y="1660520"/>
                    </a:cubicBezTo>
                    <a:lnTo>
                      <a:pt x="0" y="511181"/>
                    </a:lnTo>
                    <a:cubicBezTo>
                      <a:pt x="0" y="352486"/>
                      <a:pt x="128648" y="223838"/>
                      <a:pt x="287343" y="223838"/>
                    </a:cubicBezTo>
                    <a:lnTo>
                      <a:pt x="952500" y="223838"/>
                    </a:lnTo>
                    <a:lnTo>
                      <a:pt x="952500" y="223838"/>
                    </a:lnTo>
                    <a:lnTo>
                      <a:pt x="952500" y="223838"/>
                    </a:lnTo>
                    <a:lnTo>
                      <a:pt x="970090" y="136710"/>
                    </a:lnTo>
                    <a:cubicBezTo>
                      <a:pt x="1004071" y="56372"/>
                      <a:pt x="1083621" y="0"/>
                      <a:pt x="1176338" y="0"/>
                    </a:cubicBezTo>
                    <a:close/>
                  </a:path>
                </a:pathLst>
              </a:cu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1" name="Freeform: Shape 82"/>
              <p:cNvSpPr/>
              <p:nvPr/>
            </p:nvSpPr>
            <p:spPr>
              <a:xfrm>
                <a:off x="5864817" y="2390775"/>
                <a:ext cx="666158" cy="625475"/>
              </a:xfrm>
              <a:custGeom>
                <a:avLst/>
                <a:gdLst>
                  <a:gd name="connsiteX0" fmla="*/ 318728 w 666158"/>
                  <a:gd name="connsiteY0" fmla="*/ 0 h 625475"/>
                  <a:gd name="connsiteX1" fmla="*/ 666158 w 666158"/>
                  <a:gd name="connsiteY1" fmla="*/ 0 h 625475"/>
                  <a:gd name="connsiteX2" fmla="*/ 666158 w 666158"/>
                  <a:gd name="connsiteY2" fmla="*/ 625475 h 625475"/>
                  <a:gd name="connsiteX3" fmla="*/ 0 w 666158"/>
                  <a:gd name="connsiteY3" fmla="*/ 625475 h 625475"/>
                  <a:gd name="connsiteX4" fmla="*/ 0 w 666158"/>
                  <a:gd name="connsiteY4" fmla="*/ 202325 h 625475"/>
                  <a:gd name="connsiteX5" fmla="*/ 293658 w 666158"/>
                  <a:gd name="connsiteY5" fmla="*/ 46189 h 625475"/>
                  <a:gd name="connsiteX6" fmla="*/ 318728 w 666158"/>
                  <a:gd name="connsiteY6" fmla="*/ 0 h 625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158" h="625475">
                    <a:moveTo>
                      <a:pt x="318728" y="0"/>
                    </a:moveTo>
                    <a:lnTo>
                      <a:pt x="666158" y="0"/>
                    </a:lnTo>
                    <a:lnTo>
                      <a:pt x="666158" y="625475"/>
                    </a:lnTo>
                    <a:lnTo>
                      <a:pt x="0" y="625475"/>
                    </a:lnTo>
                    <a:lnTo>
                      <a:pt x="0" y="202325"/>
                    </a:lnTo>
                    <a:cubicBezTo>
                      <a:pt x="122241" y="202325"/>
                      <a:pt x="230017" y="140390"/>
                      <a:pt x="293658" y="46189"/>
                    </a:cubicBezTo>
                    <a:lnTo>
                      <a:pt x="318728" y="0"/>
                    </a:lnTo>
                    <a:close/>
                  </a:path>
                </a:pathLst>
              </a:cu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16" name="TextBox 67"/>
            <p:cNvSpPr txBox="1"/>
            <p:nvPr/>
          </p:nvSpPr>
          <p:spPr>
            <a:xfrm>
              <a:off x="1574666" y="3770726"/>
              <a:ext cx="1949232" cy="418329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/>
            </a:bodyPr>
            <a:lstStyle/>
            <a:p>
              <a:pPr lvl="0" algn="ctr" defTabSz="914378" rtl="1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ماینیت با آب سریع‌تر از CA واکنش می‌دهد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Rectangle 68"/>
            <p:cNvSpPr/>
            <p:nvPr/>
          </p:nvSpPr>
          <p:spPr>
            <a:xfrm>
              <a:off x="1780303" y="3534337"/>
              <a:ext cx="1537957" cy="236389"/>
            </a:xfrm>
            <a:prstGeom prst="rect">
              <a:avLst/>
            </a:prstGeom>
          </p:spPr>
          <p:txBody>
            <a:bodyPr wrap="square" lIns="72000" tIns="0" rIns="72000" bIns="0" anchor="ctr" anchorCtr="1">
              <a:normAutofit fontScale="92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واکنش‌پذیری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4" name="Freeform: Shape 75"/>
            <p:cNvSpPr>
              <a:spLocks/>
            </p:cNvSpPr>
            <p:nvPr/>
          </p:nvSpPr>
          <p:spPr bwMode="auto">
            <a:xfrm>
              <a:off x="2468895" y="3131266"/>
              <a:ext cx="239467" cy="376051"/>
            </a:xfrm>
            <a:custGeom>
              <a:avLst/>
              <a:gdLst>
                <a:gd name="connsiteX0" fmla="*/ 107157 w 214313"/>
                <a:gd name="connsiteY0" fmla="*/ 288925 h 336550"/>
                <a:gd name="connsiteX1" fmla="*/ 92075 w 214313"/>
                <a:gd name="connsiteY1" fmla="*/ 303213 h 336550"/>
                <a:gd name="connsiteX2" fmla="*/ 107157 w 214313"/>
                <a:gd name="connsiteY2" fmla="*/ 317501 h 336550"/>
                <a:gd name="connsiteX3" fmla="*/ 122239 w 214313"/>
                <a:gd name="connsiteY3" fmla="*/ 303213 h 336550"/>
                <a:gd name="connsiteX4" fmla="*/ 107157 w 214313"/>
                <a:gd name="connsiteY4" fmla="*/ 288925 h 336550"/>
                <a:gd name="connsiteX5" fmla="*/ 30187 w 214313"/>
                <a:gd name="connsiteY5" fmla="*/ 41275 h 336550"/>
                <a:gd name="connsiteX6" fmla="*/ 22225 w 214313"/>
                <a:gd name="connsiteY6" fmla="*/ 50461 h 336550"/>
                <a:gd name="connsiteX7" fmla="*/ 22225 w 214313"/>
                <a:gd name="connsiteY7" fmla="*/ 259103 h 336550"/>
                <a:gd name="connsiteX8" fmla="*/ 30187 w 214313"/>
                <a:gd name="connsiteY8" fmla="*/ 268288 h 336550"/>
                <a:gd name="connsiteX9" fmla="*/ 184126 w 214313"/>
                <a:gd name="connsiteY9" fmla="*/ 268288 h 336550"/>
                <a:gd name="connsiteX10" fmla="*/ 192088 w 214313"/>
                <a:gd name="connsiteY10" fmla="*/ 259103 h 336550"/>
                <a:gd name="connsiteX11" fmla="*/ 192088 w 214313"/>
                <a:gd name="connsiteY11" fmla="*/ 50461 h 336550"/>
                <a:gd name="connsiteX12" fmla="*/ 184126 w 214313"/>
                <a:gd name="connsiteY12" fmla="*/ 41275 h 336550"/>
                <a:gd name="connsiteX13" fmla="*/ 30187 w 214313"/>
                <a:gd name="connsiteY13" fmla="*/ 41275 h 336550"/>
                <a:gd name="connsiteX14" fmla="*/ 92812 w 214313"/>
                <a:gd name="connsiteY14" fmla="*/ 15875 h 336550"/>
                <a:gd name="connsiteX15" fmla="*/ 88900 w 214313"/>
                <a:gd name="connsiteY15" fmla="*/ 21318 h 336550"/>
                <a:gd name="connsiteX16" fmla="*/ 92812 w 214313"/>
                <a:gd name="connsiteY16" fmla="*/ 25400 h 336550"/>
                <a:gd name="connsiteX17" fmla="*/ 121501 w 214313"/>
                <a:gd name="connsiteY17" fmla="*/ 25400 h 336550"/>
                <a:gd name="connsiteX18" fmla="*/ 125413 w 214313"/>
                <a:gd name="connsiteY18" fmla="*/ 21318 h 336550"/>
                <a:gd name="connsiteX19" fmla="*/ 121501 w 214313"/>
                <a:gd name="connsiteY19" fmla="*/ 15875 h 336550"/>
                <a:gd name="connsiteX20" fmla="*/ 92812 w 214313"/>
                <a:gd name="connsiteY20" fmla="*/ 15875 h 336550"/>
                <a:gd name="connsiteX21" fmla="*/ 48948 w 214313"/>
                <a:gd name="connsiteY21" fmla="*/ 0 h 336550"/>
                <a:gd name="connsiteX22" fmla="*/ 165365 w 214313"/>
                <a:gd name="connsiteY22" fmla="*/ 0 h 336550"/>
                <a:gd name="connsiteX23" fmla="*/ 214313 w 214313"/>
                <a:gd name="connsiteY23" fmla="*/ 48642 h 336550"/>
                <a:gd name="connsiteX24" fmla="*/ 214313 w 214313"/>
                <a:gd name="connsiteY24" fmla="*/ 287908 h 336550"/>
                <a:gd name="connsiteX25" fmla="*/ 165365 w 214313"/>
                <a:gd name="connsiteY25" fmla="*/ 336550 h 336550"/>
                <a:gd name="connsiteX26" fmla="*/ 48948 w 214313"/>
                <a:gd name="connsiteY26" fmla="*/ 336550 h 336550"/>
                <a:gd name="connsiteX27" fmla="*/ 0 w 214313"/>
                <a:gd name="connsiteY27" fmla="*/ 287908 h 336550"/>
                <a:gd name="connsiteX28" fmla="*/ 0 w 214313"/>
                <a:gd name="connsiteY28" fmla="*/ 48642 h 336550"/>
                <a:gd name="connsiteX29" fmla="*/ 48948 w 214313"/>
                <a:gd name="connsiteY2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4313" h="336550">
                  <a:moveTo>
                    <a:pt x="107157" y="288925"/>
                  </a:moveTo>
                  <a:cubicBezTo>
                    <a:pt x="98827" y="288925"/>
                    <a:pt x="92075" y="295322"/>
                    <a:pt x="92075" y="303213"/>
                  </a:cubicBezTo>
                  <a:cubicBezTo>
                    <a:pt x="92075" y="311104"/>
                    <a:pt x="98827" y="317501"/>
                    <a:pt x="107157" y="317501"/>
                  </a:cubicBezTo>
                  <a:cubicBezTo>
                    <a:pt x="115487" y="317501"/>
                    <a:pt x="122239" y="311104"/>
                    <a:pt x="122239" y="303213"/>
                  </a:cubicBezTo>
                  <a:cubicBezTo>
                    <a:pt x="122239" y="295322"/>
                    <a:pt x="115487" y="288925"/>
                    <a:pt x="107157" y="288925"/>
                  </a:cubicBezTo>
                  <a:close/>
                  <a:moveTo>
                    <a:pt x="30187" y="41275"/>
                  </a:moveTo>
                  <a:cubicBezTo>
                    <a:pt x="26206" y="41275"/>
                    <a:pt x="22225" y="45212"/>
                    <a:pt x="22225" y="50461"/>
                  </a:cubicBezTo>
                  <a:cubicBezTo>
                    <a:pt x="22225" y="50461"/>
                    <a:pt x="22225" y="50461"/>
                    <a:pt x="22225" y="259103"/>
                  </a:cubicBezTo>
                  <a:cubicBezTo>
                    <a:pt x="22225" y="264352"/>
                    <a:pt x="26206" y="268288"/>
                    <a:pt x="30187" y="268288"/>
                  </a:cubicBezTo>
                  <a:cubicBezTo>
                    <a:pt x="30187" y="268288"/>
                    <a:pt x="30187" y="268288"/>
                    <a:pt x="184126" y="268288"/>
                  </a:cubicBezTo>
                  <a:cubicBezTo>
                    <a:pt x="188107" y="268288"/>
                    <a:pt x="192088" y="264352"/>
                    <a:pt x="192088" y="259103"/>
                  </a:cubicBezTo>
                  <a:lnTo>
                    <a:pt x="192088" y="50461"/>
                  </a:lnTo>
                  <a:cubicBezTo>
                    <a:pt x="192088" y="45212"/>
                    <a:pt x="188107" y="41275"/>
                    <a:pt x="184126" y="41275"/>
                  </a:cubicBezTo>
                  <a:cubicBezTo>
                    <a:pt x="184126" y="41275"/>
                    <a:pt x="184126" y="41275"/>
                    <a:pt x="30187" y="41275"/>
                  </a:cubicBezTo>
                  <a:close/>
                  <a:moveTo>
                    <a:pt x="92812" y="15875"/>
                  </a:moveTo>
                  <a:cubicBezTo>
                    <a:pt x="90204" y="15875"/>
                    <a:pt x="88900" y="18596"/>
                    <a:pt x="88900" y="21318"/>
                  </a:cubicBezTo>
                  <a:cubicBezTo>
                    <a:pt x="88900" y="24039"/>
                    <a:pt x="90204" y="25400"/>
                    <a:pt x="92812" y="25400"/>
                  </a:cubicBezTo>
                  <a:cubicBezTo>
                    <a:pt x="92812" y="25400"/>
                    <a:pt x="92812" y="25400"/>
                    <a:pt x="121501" y="25400"/>
                  </a:cubicBezTo>
                  <a:cubicBezTo>
                    <a:pt x="124109" y="25400"/>
                    <a:pt x="125413" y="24039"/>
                    <a:pt x="125413" y="21318"/>
                  </a:cubicBezTo>
                  <a:cubicBezTo>
                    <a:pt x="125413" y="18596"/>
                    <a:pt x="124109" y="15875"/>
                    <a:pt x="121501" y="15875"/>
                  </a:cubicBezTo>
                  <a:cubicBezTo>
                    <a:pt x="121501" y="15875"/>
                    <a:pt x="121501" y="15875"/>
                    <a:pt x="92812" y="15875"/>
                  </a:cubicBezTo>
                  <a:close/>
                  <a:moveTo>
                    <a:pt x="48948" y="0"/>
                  </a:moveTo>
                  <a:cubicBezTo>
                    <a:pt x="48948" y="0"/>
                    <a:pt x="48948" y="0"/>
                    <a:pt x="165365" y="0"/>
                  </a:cubicBezTo>
                  <a:cubicBezTo>
                    <a:pt x="193146" y="0"/>
                    <a:pt x="214313" y="22349"/>
                    <a:pt x="214313" y="48642"/>
                  </a:cubicBezTo>
                  <a:cubicBezTo>
                    <a:pt x="214313" y="48642"/>
                    <a:pt x="214313" y="48642"/>
                    <a:pt x="214313" y="287908"/>
                  </a:cubicBezTo>
                  <a:cubicBezTo>
                    <a:pt x="214313" y="314201"/>
                    <a:pt x="193146" y="336550"/>
                    <a:pt x="165365" y="336550"/>
                  </a:cubicBezTo>
                  <a:cubicBezTo>
                    <a:pt x="165365" y="336550"/>
                    <a:pt x="165365" y="336550"/>
                    <a:pt x="48948" y="336550"/>
                  </a:cubicBezTo>
                  <a:cubicBezTo>
                    <a:pt x="21167" y="336550"/>
                    <a:pt x="0" y="314201"/>
                    <a:pt x="0" y="287908"/>
                  </a:cubicBezTo>
                  <a:cubicBezTo>
                    <a:pt x="0" y="287908"/>
                    <a:pt x="0" y="287908"/>
                    <a:pt x="0" y="48642"/>
                  </a:cubicBezTo>
                  <a:cubicBezTo>
                    <a:pt x="0" y="22349"/>
                    <a:pt x="21167" y="0"/>
                    <a:pt x="489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1574666" y="919053"/>
            <a:ext cx="1949232" cy="1362482"/>
            <a:chOff x="1574666" y="919053"/>
            <a:chExt cx="1949232" cy="1362482"/>
          </a:xfrm>
        </p:grpSpPr>
        <p:sp>
          <p:nvSpPr>
            <p:cNvPr id="4" name="Freeform: Shape 55"/>
            <p:cNvSpPr/>
            <p:nvPr/>
          </p:nvSpPr>
          <p:spPr>
            <a:xfrm>
              <a:off x="1574667" y="919053"/>
              <a:ext cx="1949231" cy="1362482"/>
            </a:xfrm>
            <a:custGeom>
              <a:avLst/>
              <a:gdLst>
                <a:gd name="connsiteX0" fmla="*/ 452455 w 5867139"/>
                <a:gd name="connsiteY0" fmla="*/ 0 h 4678308"/>
                <a:gd name="connsiteX1" fmla="*/ 2204838 w 5867139"/>
                <a:gd name="connsiteY1" fmla="*/ 0 h 4678308"/>
                <a:gd name="connsiteX2" fmla="*/ 2553973 w 5867139"/>
                <a:gd name="connsiteY2" fmla="*/ 177619 h 4678308"/>
                <a:gd name="connsiteX3" fmla="*/ 2573676 w 5867139"/>
                <a:gd name="connsiteY3" fmla="*/ 212652 h 4678308"/>
                <a:gd name="connsiteX4" fmla="*/ 2575413 w 5867139"/>
                <a:gd name="connsiteY4" fmla="*/ 212652 h 4678308"/>
                <a:gd name="connsiteX5" fmla="*/ 2599727 w 5867139"/>
                <a:gd name="connsiteY5" fmla="*/ 257448 h 4678308"/>
                <a:gd name="connsiteX6" fmla="*/ 2822014 w 5867139"/>
                <a:gd name="connsiteY6" fmla="*/ 406389 h 4678308"/>
                <a:gd name="connsiteX7" fmla="*/ 2876745 w 5867139"/>
                <a:gd name="connsiteY7" fmla="*/ 411907 h 4678308"/>
                <a:gd name="connsiteX8" fmla="*/ 5287549 w 5867139"/>
                <a:gd name="connsiteY8" fmla="*/ 411907 h 4678308"/>
                <a:gd name="connsiteX9" fmla="*/ 5867139 w 5867139"/>
                <a:gd name="connsiteY9" fmla="*/ 991497 h 4678308"/>
                <a:gd name="connsiteX10" fmla="*/ 5867139 w 5867139"/>
                <a:gd name="connsiteY10" fmla="*/ 4098718 h 4678308"/>
                <a:gd name="connsiteX11" fmla="*/ 5287549 w 5867139"/>
                <a:gd name="connsiteY11" fmla="*/ 4678308 h 4678308"/>
                <a:gd name="connsiteX12" fmla="*/ 579590 w 5867139"/>
                <a:gd name="connsiteY12" fmla="*/ 4678308 h 4678308"/>
                <a:gd name="connsiteX13" fmla="*/ 0 w 5867139"/>
                <a:gd name="connsiteY13" fmla="*/ 4098718 h 4678308"/>
                <a:gd name="connsiteX14" fmla="*/ 0 w 5867139"/>
                <a:gd name="connsiteY14" fmla="*/ 991497 h 4678308"/>
                <a:gd name="connsiteX15" fmla="*/ 2 w 5867139"/>
                <a:gd name="connsiteY15" fmla="*/ 991476 h 4678308"/>
                <a:gd name="connsiteX16" fmla="*/ 2 w 5867139"/>
                <a:gd name="connsiteY16" fmla="*/ 488091 h 4678308"/>
                <a:gd name="connsiteX17" fmla="*/ 2 w 5867139"/>
                <a:gd name="connsiteY17" fmla="*/ 473012 h 4678308"/>
                <a:gd name="connsiteX18" fmla="*/ 24092 w 5867139"/>
                <a:gd name="connsiteY18" fmla="*/ 344295 h 4678308"/>
                <a:gd name="connsiteX19" fmla="*/ 28119 w 5867139"/>
                <a:gd name="connsiteY19" fmla="*/ 337849 h 4678308"/>
                <a:gd name="connsiteX20" fmla="*/ 35560 w 5867139"/>
                <a:gd name="connsiteY20" fmla="*/ 298103 h 4678308"/>
                <a:gd name="connsiteX21" fmla="*/ 452455 w 5867139"/>
                <a:gd name="connsiteY21" fmla="*/ 0 h 467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67139" h="4678308">
                  <a:moveTo>
                    <a:pt x="452455" y="0"/>
                  </a:moveTo>
                  <a:lnTo>
                    <a:pt x="2204838" y="0"/>
                  </a:lnTo>
                  <a:cubicBezTo>
                    <a:pt x="2345397" y="0"/>
                    <a:pt x="2470986" y="69143"/>
                    <a:pt x="2553973" y="177619"/>
                  </a:cubicBezTo>
                  <a:lnTo>
                    <a:pt x="2573676" y="212652"/>
                  </a:lnTo>
                  <a:lnTo>
                    <a:pt x="2575413" y="212652"/>
                  </a:lnTo>
                  <a:lnTo>
                    <a:pt x="2599727" y="257448"/>
                  </a:lnTo>
                  <a:cubicBezTo>
                    <a:pt x="2650641" y="332809"/>
                    <a:pt x="2729799" y="387519"/>
                    <a:pt x="2822014" y="406389"/>
                  </a:cubicBezTo>
                  <a:lnTo>
                    <a:pt x="2876745" y="411907"/>
                  </a:lnTo>
                  <a:lnTo>
                    <a:pt x="5287549" y="411907"/>
                  </a:lnTo>
                  <a:cubicBezTo>
                    <a:pt x="5607648" y="411907"/>
                    <a:pt x="5867139" y="671398"/>
                    <a:pt x="5867139" y="991497"/>
                  </a:cubicBezTo>
                  <a:lnTo>
                    <a:pt x="5867139" y="4098718"/>
                  </a:lnTo>
                  <a:cubicBezTo>
                    <a:pt x="5867139" y="4418817"/>
                    <a:pt x="5607648" y="4678308"/>
                    <a:pt x="5287549" y="4678308"/>
                  </a:cubicBezTo>
                  <a:lnTo>
                    <a:pt x="579590" y="4678308"/>
                  </a:lnTo>
                  <a:cubicBezTo>
                    <a:pt x="259491" y="4678308"/>
                    <a:pt x="0" y="4418817"/>
                    <a:pt x="0" y="4098718"/>
                  </a:cubicBezTo>
                  <a:lnTo>
                    <a:pt x="0" y="991497"/>
                  </a:lnTo>
                  <a:lnTo>
                    <a:pt x="2" y="991476"/>
                  </a:lnTo>
                  <a:lnTo>
                    <a:pt x="2" y="488091"/>
                  </a:lnTo>
                  <a:lnTo>
                    <a:pt x="2" y="473012"/>
                  </a:lnTo>
                  <a:cubicBezTo>
                    <a:pt x="2" y="427354"/>
                    <a:pt x="8581" y="383857"/>
                    <a:pt x="24092" y="344295"/>
                  </a:cubicBezTo>
                  <a:lnTo>
                    <a:pt x="28119" y="337849"/>
                  </a:lnTo>
                  <a:lnTo>
                    <a:pt x="35560" y="298103"/>
                  </a:lnTo>
                  <a:cubicBezTo>
                    <a:pt x="104245" y="122920"/>
                    <a:pt x="265043" y="0"/>
                    <a:pt x="45245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tIns="144000" anchor="t" anchorCtr="0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۰۱</a:t>
              </a:r>
              <a:endParaRPr kumimoji="0" lang="fa-IR" altLang="zh-CN" sz="1800" b="1" i="0" u="none" strike="noStrike" kern="1200" cap="none" normalizeH="0" baseline="0" noProof="0">
                <a:ln>
                  <a:noFill/>
                </a:ln>
                <a:solidFill>
                  <a:srgbClr val="2A465C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5" name="Group 56"/>
            <p:cNvGrpSpPr/>
            <p:nvPr/>
          </p:nvGrpSpPr>
          <p:grpSpPr>
            <a:xfrm>
              <a:off x="1574667" y="1084852"/>
              <a:ext cx="1949231" cy="1196682"/>
              <a:chOff x="4131798" y="2120910"/>
              <a:chExt cx="5867141" cy="4109008"/>
            </a:xfrm>
          </p:grpSpPr>
          <p:sp>
            <p:nvSpPr>
              <p:cNvPr id="34" name="Freeform: Shape 85"/>
              <p:cNvSpPr/>
              <p:nvPr/>
            </p:nvSpPr>
            <p:spPr>
              <a:xfrm>
                <a:off x="4131798" y="2120910"/>
                <a:ext cx="5867141" cy="4109008"/>
              </a:xfrm>
              <a:custGeom>
                <a:avLst/>
                <a:gdLst>
                  <a:gd name="connsiteX0" fmla="*/ 952500 w 2781301"/>
                  <a:gd name="connsiteY0" fmla="*/ 223837 h 1947863"/>
                  <a:gd name="connsiteX1" fmla="*/ 952500 w 2781301"/>
                  <a:gd name="connsiteY1" fmla="*/ 223838 h 1947863"/>
                  <a:gd name="connsiteX2" fmla="*/ 952500 w 2781301"/>
                  <a:gd name="connsiteY2" fmla="*/ 223838 h 1947863"/>
                  <a:gd name="connsiteX3" fmla="*/ 1176338 w 2781301"/>
                  <a:gd name="connsiteY3" fmla="*/ 0 h 1947863"/>
                  <a:gd name="connsiteX4" fmla="*/ 2557463 w 2781301"/>
                  <a:gd name="connsiteY4" fmla="*/ 0 h 1947863"/>
                  <a:gd name="connsiteX5" fmla="*/ 2781301 w 2781301"/>
                  <a:gd name="connsiteY5" fmla="*/ 223838 h 1947863"/>
                  <a:gd name="connsiteX6" fmla="*/ 2781300 w 2781301"/>
                  <a:gd name="connsiteY6" fmla="*/ 223838 h 1947863"/>
                  <a:gd name="connsiteX7" fmla="*/ 2778489 w 2781301"/>
                  <a:gd name="connsiteY7" fmla="*/ 237762 h 1947863"/>
                  <a:gd name="connsiteX8" fmla="*/ 2781300 w 2781301"/>
                  <a:gd name="connsiteY8" fmla="*/ 265648 h 1947863"/>
                  <a:gd name="connsiteX9" fmla="*/ 2781300 w 2781301"/>
                  <a:gd name="connsiteY9" fmla="*/ 511181 h 1947863"/>
                  <a:gd name="connsiteX10" fmla="*/ 2781300 w 2781301"/>
                  <a:gd name="connsiteY10" fmla="*/ 1660520 h 1947863"/>
                  <a:gd name="connsiteX11" fmla="*/ 2781300 w 2781301"/>
                  <a:gd name="connsiteY11" fmla="*/ 1682216 h 1947863"/>
                  <a:gd name="connsiteX12" fmla="*/ 2515653 w 2781301"/>
                  <a:gd name="connsiteY12" fmla="*/ 1947863 h 1947863"/>
                  <a:gd name="connsiteX13" fmla="*/ 2493957 w 2781301"/>
                  <a:gd name="connsiteY13" fmla="*/ 1947863 h 1947863"/>
                  <a:gd name="connsiteX14" fmla="*/ 1453097 w 2781301"/>
                  <a:gd name="connsiteY14" fmla="*/ 1947863 h 1947863"/>
                  <a:gd name="connsiteX15" fmla="*/ 287343 w 2781301"/>
                  <a:gd name="connsiteY15" fmla="*/ 1947863 h 1947863"/>
                  <a:gd name="connsiteX16" fmla="*/ 0 w 2781301"/>
                  <a:gd name="connsiteY16" fmla="*/ 1660520 h 1947863"/>
                  <a:gd name="connsiteX17" fmla="*/ 0 w 2781301"/>
                  <a:gd name="connsiteY17" fmla="*/ 511181 h 1947863"/>
                  <a:gd name="connsiteX18" fmla="*/ 287343 w 2781301"/>
                  <a:gd name="connsiteY18" fmla="*/ 223838 h 1947863"/>
                  <a:gd name="connsiteX19" fmla="*/ 952500 w 2781301"/>
                  <a:gd name="connsiteY19" fmla="*/ 223838 h 1947863"/>
                  <a:gd name="connsiteX20" fmla="*/ 952500 w 2781301"/>
                  <a:gd name="connsiteY20" fmla="*/ 223838 h 1947863"/>
                  <a:gd name="connsiteX21" fmla="*/ 952500 w 2781301"/>
                  <a:gd name="connsiteY21" fmla="*/ 223838 h 1947863"/>
                  <a:gd name="connsiteX22" fmla="*/ 970090 w 2781301"/>
                  <a:gd name="connsiteY22" fmla="*/ 136710 h 1947863"/>
                  <a:gd name="connsiteX23" fmla="*/ 1176338 w 2781301"/>
                  <a:gd name="connsiteY23" fmla="*/ 0 h 1947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81301" h="1947863">
                    <a:moveTo>
                      <a:pt x="952500" y="223837"/>
                    </a:moveTo>
                    <a:lnTo>
                      <a:pt x="952500" y="223838"/>
                    </a:lnTo>
                    <a:lnTo>
                      <a:pt x="952500" y="223838"/>
                    </a:lnTo>
                    <a:close/>
                    <a:moveTo>
                      <a:pt x="1176338" y="0"/>
                    </a:moveTo>
                    <a:lnTo>
                      <a:pt x="2557463" y="0"/>
                    </a:lnTo>
                    <a:cubicBezTo>
                      <a:pt x="2681085" y="0"/>
                      <a:pt x="2781301" y="100216"/>
                      <a:pt x="2781301" y="223838"/>
                    </a:cubicBezTo>
                    <a:lnTo>
                      <a:pt x="2781300" y="223838"/>
                    </a:lnTo>
                    <a:lnTo>
                      <a:pt x="2778489" y="237762"/>
                    </a:lnTo>
                    <a:lnTo>
                      <a:pt x="2781300" y="265648"/>
                    </a:lnTo>
                    <a:lnTo>
                      <a:pt x="2781300" y="511181"/>
                    </a:lnTo>
                    <a:lnTo>
                      <a:pt x="2781300" y="1660520"/>
                    </a:lnTo>
                    <a:lnTo>
                      <a:pt x="2781300" y="1682216"/>
                    </a:lnTo>
                    <a:cubicBezTo>
                      <a:pt x="2781300" y="1828929"/>
                      <a:pt x="2662366" y="1947863"/>
                      <a:pt x="2515653" y="1947863"/>
                    </a:cubicBezTo>
                    <a:lnTo>
                      <a:pt x="2493957" y="1947863"/>
                    </a:lnTo>
                    <a:lnTo>
                      <a:pt x="1453097" y="1947863"/>
                    </a:lnTo>
                    <a:lnTo>
                      <a:pt x="287343" y="1947863"/>
                    </a:lnTo>
                    <a:cubicBezTo>
                      <a:pt x="128648" y="1947863"/>
                      <a:pt x="0" y="1819215"/>
                      <a:pt x="0" y="1660520"/>
                    </a:cubicBezTo>
                    <a:lnTo>
                      <a:pt x="0" y="511181"/>
                    </a:lnTo>
                    <a:cubicBezTo>
                      <a:pt x="0" y="352486"/>
                      <a:pt x="128648" y="223838"/>
                      <a:pt x="287343" y="223838"/>
                    </a:cubicBezTo>
                    <a:lnTo>
                      <a:pt x="952500" y="223838"/>
                    </a:lnTo>
                    <a:lnTo>
                      <a:pt x="952500" y="223838"/>
                    </a:lnTo>
                    <a:lnTo>
                      <a:pt x="952500" y="223838"/>
                    </a:lnTo>
                    <a:lnTo>
                      <a:pt x="970090" y="136710"/>
                    </a:lnTo>
                    <a:cubicBezTo>
                      <a:pt x="1004071" y="56372"/>
                      <a:pt x="1083621" y="0"/>
                      <a:pt x="11763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5" name="Freeform: Shape 86"/>
              <p:cNvSpPr/>
              <p:nvPr/>
            </p:nvSpPr>
            <p:spPr>
              <a:xfrm>
                <a:off x="5864817" y="2390775"/>
                <a:ext cx="666158" cy="625475"/>
              </a:xfrm>
              <a:custGeom>
                <a:avLst/>
                <a:gdLst>
                  <a:gd name="connsiteX0" fmla="*/ 318728 w 666158"/>
                  <a:gd name="connsiteY0" fmla="*/ 0 h 625475"/>
                  <a:gd name="connsiteX1" fmla="*/ 666158 w 666158"/>
                  <a:gd name="connsiteY1" fmla="*/ 0 h 625475"/>
                  <a:gd name="connsiteX2" fmla="*/ 666158 w 666158"/>
                  <a:gd name="connsiteY2" fmla="*/ 625475 h 625475"/>
                  <a:gd name="connsiteX3" fmla="*/ 0 w 666158"/>
                  <a:gd name="connsiteY3" fmla="*/ 625475 h 625475"/>
                  <a:gd name="connsiteX4" fmla="*/ 0 w 666158"/>
                  <a:gd name="connsiteY4" fmla="*/ 202325 h 625475"/>
                  <a:gd name="connsiteX5" fmla="*/ 293658 w 666158"/>
                  <a:gd name="connsiteY5" fmla="*/ 46189 h 625475"/>
                  <a:gd name="connsiteX6" fmla="*/ 318728 w 666158"/>
                  <a:gd name="connsiteY6" fmla="*/ 0 h 625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158" h="625475">
                    <a:moveTo>
                      <a:pt x="318728" y="0"/>
                    </a:moveTo>
                    <a:lnTo>
                      <a:pt x="666158" y="0"/>
                    </a:lnTo>
                    <a:lnTo>
                      <a:pt x="666158" y="625475"/>
                    </a:lnTo>
                    <a:lnTo>
                      <a:pt x="0" y="625475"/>
                    </a:lnTo>
                    <a:lnTo>
                      <a:pt x="0" y="202325"/>
                    </a:lnTo>
                    <a:cubicBezTo>
                      <a:pt x="122241" y="202325"/>
                      <a:pt x="230017" y="140390"/>
                      <a:pt x="293658" y="46189"/>
                    </a:cubicBezTo>
                    <a:lnTo>
                      <a:pt x="3187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20" name="TextBox 71"/>
            <p:cNvSpPr txBox="1"/>
            <p:nvPr/>
          </p:nvSpPr>
          <p:spPr>
            <a:xfrm>
              <a:off x="1574666" y="1838878"/>
              <a:ext cx="1949232" cy="418329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/>
            </a:bodyPr>
            <a:lstStyle/>
            <a:p>
              <a:pPr lvl="0" algn="ctr" defTabSz="914378" rtl="1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به‌تنهایی الکتراید را اثبات نمی‌کند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1" name="Rectangle 72"/>
            <p:cNvSpPr/>
            <p:nvPr/>
          </p:nvSpPr>
          <p:spPr>
            <a:xfrm>
              <a:off x="1780303" y="1602489"/>
              <a:ext cx="1537957" cy="236389"/>
            </a:xfrm>
            <a:prstGeom prst="rect">
              <a:avLst/>
            </a:prstGeom>
          </p:spPr>
          <p:txBody>
            <a:bodyPr wrap="square" lIns="72000" tIns="0" rIns="72000" bIns="0" anchor="ctr" anchorCtr="1">
              <a:normAutofit fontScale="92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محیط احیایی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5" name="Freeform: Shape 76"/>
            <p:cNvSpPr>
              <a:spLocks/>
            </p:cNvSpPr>
            <p:nvPr/>
          </p:nvSpPr>
          <p:spPr bwMode="auto">
            <a:xfrm>
              <a:off x="2468896" y="1191913"/>
              <a:ext cx="239467" cy="376051"/>
            </a:xfrm>
            <a:custGeom>
              <a:avLst/>
              <a:gdLst>
                <a:gd name="connsiteX0" fmla="*/ 107157 w 214313"/>
                <a:gd name="connsiteY0" fmla="*/ 288925 h 336550"/>
                <a:gd name="connsiteX1" fmla="*/ 92075 w 214313"/>
                <a:gd name="connsiteY1" fmla="*/ 303213 h 336550"/>
                <a:gd name="connsiteX2" fmla="*/ 107157 w 214313"/>
                <a:gd name="connsiteY2" fmla="*/ 317501 h 336550"/>
                <a:gd name="connsiteX3" fmla="*/ 122239 w 214313"/>
                <a:gd name="connsiteY3" fmla="*/ 303213 h 336550"/>
                <a:gd name="connsiteX4" fmla="*/ 107157 w 214313"/>
                <a:gd name="connsiteY4" fmla="*/ 288925 h 336550"/>
                <a:gd name="connsiteX5" fmla="*/ 30187 w 214313"/>
                <a:gd name="connsiteY5" fmla="*/ 41275 h 336550"/>
                <a:gd name="connsiteX6" fmla="*/ 22225 w 214313"/>
                <a:gd name="connsiteY6" fmla="*/ 50461 h 336550"/>
                <a:gd name="connsiteX7" fmla="*/ 22225 w 214313"/>
                <a:gd name="connsiteY7" fmla="*/ 259103 h 336550"/>
                <a:gd name="connsiteX8" fmla="*/ 30187 w 214313"/>
                <a:gd name="connsiteY8" fmla="*/ 268288 h 336550"/>
                <a:gd name="connsiteX9" fmla="*/ 184126 w 214313"/>
                <a:gd name="connsiteY9" fmla="*/ 268288 h 336550"/>
                <a:gd name="connsiteX10" fmla="*/ 192088 w 214313"/>
                <a:gd name="connsiteY10" fmla="*/ 259103 h 336550"/>
                <a:gd name="connsiteX11" fmla="*/ 192088 w 214313"/>
                <a:gd name="connsiteY11" fmla="*/ 50461 h 336550"/>
                <a:gd name="connsiteX12" fmla="*/ 184126 w 214313"/>
                <a:gd name="connsiteY12" fmla="*/ 41275 h 336550"/>
                <a:gd name="connsiteX13" fmla="*/ 30187 w 214313"/>
                <a:gd name="connsiteY13" fmla="*/ 41275 h 336550"/>
                <a:gd name="connsiteX14" fmla="*/ 92812 w 214313"/>
                <a:gd name="connsiteY14" fmla="*/ 15875 h 336550"/>
                <a:gd name="connsiteX15" fmla="*/ 88900 w 214313"/>
                <a:gd name="connsiteY15" fmla="*/ 21318 h 336550"/>
                <a:gd name="connsiteX16" fmla="*/ 92812 w 214313"/>
                <a:gd name="connsiteY16" fmla="*/ 25400 h 336550"/>
                <a:gd name="connsiteX17" fmla="*/ 121501 w 214313"/>
                <a:gd name="connsiteY17" fmla="*/ 25400 h 336550"/>
                <a:gd name="connsiteX18" fmla="*/ 125413 w 214313"/>
                <a:gd name="connsiteY18" fmla="*/ 21318 h 336550"/>
                <a:gd name="connsiteX19" fmla="*/ 121501 w 214313"/>
                <a:gd name="connsiteY19" fmla="*/ 15875 h 336550"/>
                <a:gd name="connsiteX20" fmla="*/ 92812 w 214313"/>
                <a:gd name="connsiteY20" fmla="*/ 15875 h 336550"/>
                <a:gd name="connsiteX21" fmla="*/ 48948 w 214313"/>
                <a:gd name="connsiteY21" fmla="*/ 0 h 336550"/>
                <a:gd name="connsiteX22" fmla="*/ 165365 w 214313"/>
                <a:gd name="connsiteY22" fmla="*/ 0 h 336550"/>
                <a:gd name="connsiteX23" fmla="*/ 214313 w 214313"/>
                <a:gd name="connsiteY23" fmla="*/ 48642 h 336550"/>
                <a:gd name="connsiteX24" fmla="*/ 214313 w 214313"/>
                <a:gd name="connsiteY24" fmla="*/ 287908 h 336550"/>
                <a:gd name="connsiteX25" fmla="*/ 165365 w 214313"/>
                <a:gd name="connsiteY25" fmla="*/ 336550 h 336550"/>
                <a:gd name="connsiteX26" fmla="*/ 48948 w 214313"/>
                <a:gd name="connsiteY26" fmla="*/ 336550 h 336550"/>
                <a:gd name="connsiteX27" fmla="*/ 0 w 214313"/>
                <a:gd name="connsiteY27" fmla="*/ 287908 h 336550"/>
                <a:gd name="connsiteX28" fmla="*/ 0 w 214313"/>
                <a:gd name="connsiteY28" fmla="*/ 48642 h 336550"/>
                <a:gd name="connsiteX29" fmla="*/ 48948 w 214313"/>
                <a:gd name="connsiteY2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4313" h="336550">
                  <a:moveTo>
                    <a:pt x="107157" y="288925"/>
                  </a:moveTo>
                  <a:cubicBezTo>
                    <a:pt x="98827" y="288925"/>
                    <a:pt x="92075" y="295322"/>
                    <a:pt x="92075" y="303213"/>
                  </a:cubicBezTo>
                  <a:cubicBezTo>
                    <a:pt x="92075" y="311104"/>
                    <a:pt x="98827" y="317501"/>
                    <a:pt x="107157" y="317501"/>
                  </a:cubicBezTo>
                  <a:cubicBezTo>
                    <a:pt x="115487" y="317501"/>
                    <a:pt x="122239" y="311104"/>
                    <a:pt x="122239" y="303213"/>
                  </a:cubicBezTo>
                  <a:cubicBezTo>
                    <a:pt x="122239" y="295322"/>
                    <a:pt x="115487" y="288925"/>
                    <a:pt x="107157" y="288925"/>
                  </a:cubicBezTo>
                  <a:close/>
                  <a:moveTo>
                    <a:pt x="30187" y="41275"/>
                  </a:moveTo>
                  <a:cubicBezTo>
                    <a:pt x="26206" y="41275"/>
                    <a:pt x="22225" y="45212"/>
                    <a:pt x="22225" y="50461"/>
                  </a:cubicBezTo>
                  <a:cubicBezTo>
                    <a:pt x="22225" y="50461"/>
                    <a:pt x="22225" y="50461"/>
                    <a:pt x="22225" y="259103"/>
                  </a:cubicBezTo>
                  <a:cubicBezTo>
                    <a:pt x="22225" y="264352"/>
                    <a:pt x="26206" y="268288"/>
                    <a:pt x="30187" y="268288"/>
                  </a:cubicBezTo>
                  <a:cubicBezTo>
                    <a:pt x="30187" y="268288"/>
                    <a:pt x="30187" y="268288"/>
                    <a:pt x="184126" y="268288"/>
                  </a:cubicBezTo>
                  <a:cubicBezTo>
                    <a:pt x="188107" y="268288"/>
                    <a:pt x="192088" y="264352"/>
                    <a:pt x="192088" y="259103"/>
                  </a:cubicBezTo>
                  <a:lnTo>
                    <a:pt x="192088" y="50461"/>
                  </a:lnTo>
                  <a:cubicBezTo>
                    <a:pt x="192088" y="45212"/>
                    <a:pt x="188107" y="41275"/>
                    <a:pt x="184126" y="41275"/>
                  </a:cubicBezTo>
                  <a:cubicBezTo>
                    <a:pt x="184126" y="41275"/>
                    <a:pt x="184126" y="41275"/>
                    <a:pt x="30187" y="41275"/>
                  </a:cubicBezTo>
                  <a:close/>
                  <a:moveTo>
                    <a:pt x="92812" y="15875"/>
                  </a:moveTo>
                  <a:cubicBezTo>
                    <a:pt x="90204" y="15875"/>
                    <a:pt x="88900" y="18596"/>
                    <a:pt x="88900" y="21318"/>
                  </a:cubicBezTo>
                  <a:cubicBezTo>
                    <a:pt x="88900" y="24039"/>
                    <a:pt x="90204" y="25400"/>
                    <a:pt x="92812" y="25400"/>
                  </a:cubicBezTo>
                  <a:cubicBezTo>
                    <a:pt x="92812" y="25400"/>
                    <a:pt x="92812" y="25400"/>
                    <a:pt x="121501" y="25400"/>
                  </a:cubicBezTo>
                  <a:cubicBezTo>
                    <a:pt x="124109" y="25400"/>
                    <a:pt x="125413" y="24039"/>
                    <a:pt x="125413" y="21318"/>
                  </a:cubicBezTo>
                  <a:cubicBezTo>
                    <a:pt x="125413" y="18596"/>
                    <a:pt x="124109" y="15875"/>
                    <a:pt x="121501" y="15875"/>
                  </a:cubicBezTo>
                  <a:cubicBezTo>
                    <a:pt x="121501" y="15875"/>
                    <a:pt x="121501" y="15875"/>
                    <a:pt x="92812" y="15875"/>
                  </a:cubicBezTo>
                  <a:close/>
                  <a:moveTo>
                    <a:pt x="48948" y="0"/>
                  </a:moveTo>
                  <a:cubicBezTo>
                    <a:pt x="48948" y="0"/>
                    <a:pt x="48948" y="0"/>
                    <a:pt x="165365" y="0"/>
                  </a:cubicBezTo>
                  <a:cubicBezTo>
                    <a:pt x="193146" y="0"/>
                    <a:pt x="214313" y="22349"/>
                    <a:pt x="214313" y="48642"/>
                  </a:cubicBezTo>
                  <a:cubicBezTo>
                    <a:pt x="214313" y="48642"/>
                    <a:pt x="214313" y="48642"/>
                    <a:pt x="214313" y="287908"/>
                  </a:cubicBezTo>
                  <a:cubicBezTo>
                    <a:pt x="214313" y="314201"/>
                    <a:pt x="193146" y="336550"/>
                    <a:pt x="165365" y="336550"/>
                  </a:cubicBezTo>
                  <a:cubicBezTo>
                    <a:pt x="165365" y="336550"/>
                    <a:pt x="165365" y="336550"/>
                    <a:pt x="48948" y="336550"/>
                  </a:cubicBezTo>
                  <a:cubicBezTo>
                    <a:pt x="21167" y="336550"/>
                    <a:pt x="0" y="314201"/>
                    <a:pt x="0" y="287908"/>
                  </a:cubicBezTo>
                  <a:cubicBezTo>
                    <a:pt x="0" y="287908"/>
                    <a:pt x="0" y="287908"/>
                    <a:pt x="0" y="48642"/>
                  </a:cubicBezTo>
                  <a:cubicBezTo>
                    <a:pt x="0" y="22349"/>
                    <a:pt x="21167" y="0"/>
                    <a:pt x="489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162689" y="2853943"/>
            <a:ext cx="1949232" cy="1362482"/>
            <a:chOff x="5162689" y="2853943"/>
            <a:chExt cx="1949232" cy="1362482"/>
          </a:xfrm>
        </p:grpSpPr>
        <p:sp>
          <p:nvSpPr>
            <p:cNvPr id="10" name="Freeform: Shape 61"/>
            <p:cNvSpPr/>
            <p:nvPr/>
          </p:nvSpPr>
          <p:spPr>
            <a:xfrm>
              <a:off x="5162690" y="2853943"/>
              <a:ext cx="1949231" cy="1362482"/>
            </a:xfrm>
            <a:custGeom>
              <a:avLst/>
              <a:gdLst>
                <a:gd name="connsiteX0" fmla="*/ 452455 w 5867139"/>
                <a:gd name="connsiteY0" fmla="*/ 0 h 4678308"/>
                <a:gd name="connsiteX1" fmla="*/ 2204838 w 5867139"/>
                <a:gd name="connsiteY1" fmla="*/ 0 h 4678308"/>
                <a:gd name="connsiteX2" fmla="*/ 2553973 w 5867139"/>
                <a:gd name="connsiteY2" fmla="*/ 177619 h 4678308"/>
                <a:gd name="connsiteX3" fmla="*/ 2573676 w 5867139"/>
                <a:gd name="connsiteY3" fmla="*/ 212652 h 4678308"/>
                <a:gd name="connsiteX4" fmla="*/ 2575413 w 5867139"/>
                <a:gd name="connsiteY4" fmla="*/ 212652 h 4678308"/>
                <a:gd name="connsiteX5" fmla="*/ 2599727 w 5867139"/>
                <a:gd name="connsiteY5" fmla="*/ 257448 h 4678308"/>
                <a:gd name="connsiteX6" fmla="*/ 2822014 w 5867139"/>
                <a:gd name="connsiteY6" fmla="*/ 406389 h 4678308"/>
                <a:gd name="connsiteX7" fmla="*/ 2876745 w 5867139"/>
                <a:gd name="connsiteY7" fmla="*/ 411907 h 4678308"/>
                <a:gd name="connsiteX8" fmla="*/ 5287549 w 5867139"/>
                <a:gd name="connsiteY8" fmla="*/ 411907 h 4678308"/>
                <a:gd name="connsiteX9" fmla="*/ 5867139 w 5867139"/>
                <a:gd name="connsiteY9" fmla="*/ 991497 h 4678308"/>
                <a:gd name="connsiteX10" fmla="*/ 5867139 w 5867139"/>
                <a:gd name="connsiteY10" fmla="*/ 4098718 h 4678308"/>
                <a:gd name="connsiteX11" fmla="*/ 5287549 w 5867139"/>
                <a:gd name="connsiteY11" fmla="*/ 4678308 h 4678308"/>
                <a:gd name="connsiteX12" fmla="*/ 579590 w 5867139"/>
                <a:gd name="connsiteY12" fmla="*/ 4678308 h 4678308"/>
                <a:gd name="connsiteX13" fmla="*/ 0 w 5867139"/>
                <a:gd name="connsiteY13" fmla="*/ 4098718 h 4678308"/>
                <a:gd name="connsiteX14" fmla="*/ 0 w 5867139"/>
                <a:gd name="connsiteY14" fmla="*/ 991497 h 4678308"/>
                <a:gd name="connsiteX15" fmla="*/ 2 w 5867139"/>
                <a:gd name="connsiteY15" fmla="*/ 991476 h 4678308"/>
                <a:gd name="connsiteX16" fmla="*/ 2 w 5867139"/>
                <a:gd name="connsiteY16" fmla="*/ 488091 h 4678308"/>
                <a:gd name="connsiteX17" fmla="*/ 2 w 5867139"/>
                <a:gd name="connsiteY17" fmla="*/ 473012 h 4678308"/>
                <a:gd name="connsiteX18" fmla="*/ 24092 w 5867139"/>
                <a:gd name="connsiteY18" fmla="*/ 344295 h 4678308"/>
                <a:gd name="connsiteX19" fmla="*/ 28119 w 5867139"/>
                <a:gd name="connsiteY19" fmla="*/ 337849 h 4678308"/>
                <a:gd name="connsiteX20" fmla="*/ 35560 w 5867139"/>
                <a:gd name="connsiteY20" fmla="*/ 298103 h 4678308"/>
                <a:gd name="connsiteX21" fmla="*/ 452455 w 5867139"/>
                <a:gd name="connsiteY21" fmla="*/ 0 h 467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67139" h="4678308">
                  <a:moveTo>
                    <a:pt x="452455" y="0"/>
                  </a:moveTo>
                  <a:lnTo>
                    <a:pt x="2204838" y="0"/>
                  </a:lnTo>
                  <a:cubicBezTo>
                    <a:pt x="2345397" y="0"/>
                    <a:pt x="2470986" y="69143"/>
                    <a:pt x="2553973" y="177619"/>
                  </a:cubicBezTo>
                  <a:lnTo>
                    <a:pt x="2573676" y="212652"/>
                  </a:lnTo>
                  <a:lnTo>
                    <a:pt x="2575413" y="212652"/>
                  </a:lnTo>
                  <a:lnTo>
                    <a:pt x="2599727" y="257448"/>
                  </a:lnTo>
                  <a:cubicBezTo>
                    <a:pt x="2650641" y="332809"/>
                    <a:pt x="2729799" y="387519"/>
                    <a:pt x="2822014" y="406389"/>
                  </a:cubicBezTo>
                  <a:lnTo>
                    <a:pt x="2876745" y="411907"/>
                  </a:lnTo>
                  <a:lnTo>
                    <a:pt x="5287549" y="411907"/>
                  </a:lnTo>
                  <a:cubicBezTo>
                    <a:pt x="5607648" y="411907"/>
                    <a:pt x="5867139" y="671398"/>
                    <a:pt x="5867139" y="991497"/>
                  </a:cubicBezTo>
                  <a:lnTo>
                    <a:pt x="5867139" y="4098718"/>
                  </a:lnTo>
                  <a:cubicBezTo>
                    <a:pt x="5867139" y="4418817"/>
                    <a:pt x="5607648" y="4678308"/>
                    <a:pt x="5287549" y="4678308"/>
                  </a:cubicBezTo>
                  <a:lnTo>
                    <a:pt x="579590" y="4678308"/>
                  </a:lnTo>
                  <a:cubicBezTo>
                    <a:pt x="259491" y="4678308"/>
                    <a:pt x="0" y="4418817"/>
                    <a:pt x="0" y="4098718"/>
                  </a:cubicBezTo>
                  <a:lnTo>
                    <a:pt x="0" y="991497"/>
                  </a:lnTo>
                  <a:lnTo>
                    <a:pt x="2" y="991476"/>
                  </a:lnTo>
                  <a:lnTo>
                    <a:pt x="2" y="488091"/>
                  </a:lnTo>
                  <a:lnTo>
                    <a:pt x="2" y="473012"/>
                  </a:lnTo>
                  <a:cubicBezTo>
                    <a:pt x="2" y="427354"/>
                    <a:pt x="8581" y="383857"/>
                    <a:pt x="24092" y="344295"/>
                  </a:cubicBezTo>
                  <a:lnTo>
                    <a:pt x="28119" y="337849"/>
                  </a:lnTo>
                  <a:lnTo>
                    <a:pt x="35560" y="298103"/>
                  </a:lnTo>
                  <a:cubicBezTo>
                    <a:pt x="104245" y="122920"/>
                    <a:pt x="265043" y="0"/>
                    <a:pt x="45245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tIns="144000" anchor="t" anchorCtr="0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۰۳</a:t>
              </a:r>
            </a:p>
          </p:txBody>
        </p:sp>
        <p:grpSp>
          <p:nvGrpSpPr>
            <p:cNvPr id="11" name="Group 62"/>
            <p:cNvGrpSpPr/>
            <p:nvPr/>
          </p:nvGrpSpPr>
          <p:grpSpPr>
            <a:xfrm>
              <a:off x="5162690" y="3019743"/>
              <a:ext cx="1949231" cy="1196682"/>
              <a:chOff x="4131798" y="2120910"/>
              <a:chExt cx="5867141" cy="4109008"/>
            </a:xfrm>
            <a:solidFill>
              <a:schemeClr val="accent4"/>
            </a:solidFill>
          </p:grpSpPr>
          <p:sp>
            <p:nvSpPr>
              <p:cNvPr id="28" name="Freeform: Shape 79"/>
              <p:cNvSpPr/>
              <p:nvPr/>
            </p:nvSpPr>
            <p:spPr>
              <a:xfrm>
                <a:off x="4131798" y="2120910"/>
                <a:ext cx="5867141" cy="4109008"/>
              </a:xfrm>
              <a:custGeom>
                <a:avLst/>
                <a:gdLst>
                  <a:gd name="connsiteX0" fmla="*/ 952500 w 2781301"/>
                  <a:gd name="connsiteY0" fmla="*/ 223837 h 1947863"/>
                  <a:gd name="connsiteX1" fmla="*/ 952500 w 2781301"/>
                  <a:gd name="connsiteY1" fmla="*/ 223838 h 1947863"/>
                  <a:gd name="connsiteX2" fmla="*/ 952500 w 2781301"/>
                  <a:gd name="connsiteY2" fmla="*/ 223838 h 1947863"/>
                  <a:gd name="connsiteX3" fmla="*/ 1176338 w 2781301"/>
                  <a:gd name="connsiteY3" fmla="*/ 0 h 1947863"/>
                  <a:gd name="connsiteX4" fmla="*/ 2557463 w 2781301"/>
                  <a:gd name="connsiteY4" fmla="*/ 0 h 1947863"/>
                  <a:gd name="connsiteX5" fmla="*/ 2781301 w 2781301"/>
                  <a:gd name="connsiteY5" fmla="*/ 223838 h 1947863"/>
                  <a:gd name="connsiteX6" fmla="*/ 2781300 w 2781301"/>
                  <a:gd name="connsiteY6" fmla="*/ 223838 h 1947863"/>
                  <a:gd name="connsiteX7" fmla="*/ 2778489 w 2781301"/>
                  <a:gd name="connsiteY7" fmla="*/ 237762 h 1947863"/>
                  <a:gd name="connsiteX8" fmla="*/ 2781300 w 2781301"/>
                  <a:gd name="connsiteY8" fmla="*/ 265648 h 1947863"/>
                  <a:gd name="connsiteX9" fmla="*/ 2781300 w 2781301"/>
                  <a:gd name="connsiteY9" fmla="*/ 511181 h 1947863"/>
                  <a:gd name="connsiteX10" fmla="*/ 2781300 w 2781301"/>
                  <a:gd name="connsiteY10" fmla="*/ 1660520 h 1947863"/>
                  <a:gd name="connsiteX11" fmla="*/ 2781300 w 2781301"/>
                  <a:gd name="connsiteY11" fmla="*/ 1682216 h 1947863"/>
                  <a:gd name="connsiteX12" fmla="*/ 2515653 w 2781301"/>
                  <a:gd name="connsiteY12" fmla="*/ 1947863 h 1947863"/>
                  <a:gd name="connsiteX13" fmla="*/ 2493957 w 2781301"/>
                  <a:gd name="connsiteY13" fmla="*/ 1947863 h 1947863"/>
                  <a:gd name="connsiteX14" fmla="*/ 1453097 w 2781301"/>
                  <a:gd name="connsiteY14" fmla="*/ 1947863 h 1947863"/>
                  <a:gd name="connsiteX15" fmla="*/ 287343 w 2781301"/>
                  <a:gd name="connsiteY15" fmla="*/ 1947863 h 1947863"/>
                  <a:gd name="connsiteX16" fmla="*/ 0 w 2781301"/>
                  <a:gd name="connsiteY16" fmla="*/ 1660520 h 1947863"/>
                  <a:gd name="connsiteX17" fmla="*/ 0 w 2781301"/>
                  <a:gd name="connsiteY17" fmla="*/ 511181 h 1947863"/>
                  <a:gd name="connsiteX18" fmla="*/ 287343 w 2781301"/>
                  <a:gd name="connsiteY18" fmla="*/ 223838 h 1947863"/>
                  <a:gd name="connsiteX19" fmla="*/ 952500 w 2781301"/>
                  <a:gd name="connsiteY19" fmla="*/ 223838 h 1947863"/>
                  <a:gd name="connsiteX20" fmla="*/ 952500 w 2781301"/>
                  <a:gd name="connsiteY20" fmla="*/ 223838 h 1947863"/>
                  <a:gd name="connsiteX21" fmla="*/ 952500 w 2781301"/>
                  <a:gd name="connsiteY21" fmla="*/ 223838 h 1947863"/>
                  <a:gd name="connsiteX22" fmla="*/ 970090 w 2781301"/>
                  <a:gd name="connsiteY22" fmla="*/ 136710 h 1947863"/>
                  <a:gd name="connsiteX23" fmla="*/ 1176338 w 2781301"/>
                  <a:gd name="connsiteY23" fmla="*/ 0 h 1947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81301" h="1947863">
                    <a:moveTo>
                      <a:pt x="952500" y="223837"/>
                    </a:moveTo>
                    <a:lnTo>
                      <a:pt x="952500" y="223838"/>
                    </a:lnTo>
                    <a:lnTo>
                      <a:pt x="952500" y="223838"/>
                    </a:lnTo>
                    <a:close/>
                    <a:moveTo>
                      <a:pt x="1176338" y="0"/>
                    </a:moveTo>
                    <a:lnTo>
                      <a:pt x="2557463" y="0"/>
                    </a:lnTo>
                    <a:cubicBezTo>
                      <a:pt x="2681085" y="0"/>
                      <a:pt x="2781301" y="100216"/>
                      <a:pt x="2781301" y="223838"/>
                    </a:cubicBezTo>
                    <a:lnTo>
                      <a:pt x="2781300" y="223838"/>
                    </a:lnTo>
                    <a:lnTo>
                      <a:pt x="2778489" y="237762"/>
                    </a:lnTo>
                    <a:lnTo>
                      <a:pt x="2781300" y="265648"/>
                    </a:lnTo>
                    <a:lnTo>
                      <a:pt x="2781300" y="511181"/>
                    </a:lnTo>
                    <a:lnTo>
                      <a:pt x="2781300" y="1660520"/>
                    </a:lnTo>
                    <a:lnTo>
                      <a:pt x="2781300" y="1682216"/>
                    </a:lnTo>
                    <a:cubicBezTo>
                      <a:pt x="2781300" y="1828929"/>
                      <a:pt x="2662366" y="1947863"/>
                      <a:pt x="2515653" y="1947863"/>
                    </a:cubicBezTo>
                    <a:lnTo>
                      <a:pt x="2493957" y="1947863"/>
                    </a:lnTo>
                    <a:lnTo>
                      <a:pt x="1453097" y="1947863"/>
                    </a:lnTo>
                    <a:lnTo>
                      <a:pt x="287343" y="1947863"/>
                    </a:lnTo>
                    <a:cubicBezTo>
                      <a:pt x="128648" y="1947863"/>
                      <a:pt x="0" y="1819215"/>
                      <a:pt x="0" y="1660520"/>
                    </a:cubicBezTo>
                    <a:lnTo>
                      <a:pt x="0" y="511181"/>
                    </a:lnTo>
                    <a:cubicBezTo>
                      <a:pt x="0" y="352486"/>
                      <a:pt x="128648" y="223838"/>
                      <a:pt x="287343" y="223838"/>
                    </a:cubicBezTo>
                    <a:lnTo>
                      <a:pt x="952500" y="223838"/>
                    </a:lnTo>
                    <a:lnTo>
                      <a:pt x="952500" y="223838"/>
                    </a:lnTo>
                    <a:lnTo>
                      <a:pt x="952500" y="223838"/>
                    </a:lnTo>
                    <a:lnTo>
                      <a:pt x="970090" y="136710"/>
                    </a:lnTo>
                    <a:cubicBezTo>
                      <a:pt x="1004071" y="56372"/>
                      <a:pt x="1083621" y="0"/>
                      <a:pt x="1176338" y="0"/>
                    </a:cubicBezTo>
                    <a:close/>
                  </a:path>
                </a:pathLst>
              </a:cu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9" name="Freeform: Shape 80"/>
              <p:cNvSpPr/>
              <p:nvPr/>
            </p:nvSpPr>
            <p:spPr>
              <a:xfrm>
                <a:off x="5864817" y="2390775"/>
                <a:ext cx="666158" cy="625475"/>
              </a:xfrm>
              <a:custGeom>
                <a:avLst/>
                <a:gdLst>
                  <a:gd name="connsiteX0" fmla="*/ 318728 w 666158"/>
                  <a:gd name="connsiteY0" fmla="*/ 0 h 625475"/>
                  <a:gd name="connsiteX1" fmla="*/ 666158 w 666158"/>
                  <a:gd name="connsiteY1" fmla="*/ 0 h 625475"/>
                  <a:gd name="connsiteX2" fmla="*/ 666158 w 666158"/>
                  <a:gd name="connsiteY2" fmla="*/ 625475 h 625475"/>
                  <a:gd name="connsiteX3" fmla="*/ 0 w 666158"/>
                  <a:gd name="connsiteY3" fmla="*/ 625475 h 625475"/>
                  <a:gd name="connsiteX4" fmla="*/ 0 w 666158"/>
                  <a:gd name="connsiteY4" fmla="*/ 202325 h 625475"/>
                  <a:gd name="connsiteX5" fmla="*/ 293658 w 666158"/>
                  <a:gd name="connsiteY5" fmla="*/ 46189 h 625475"/>
                  <a:gd name="connsiteX6" fmla="*/ 318728 w 666158"/>
                  <a:gd name="connsiteY6" fmla="*/ 0 h 625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158" h="625475">
                    <a:moveTo>
                      <a:pt x="318728" y="0"/>
                    </a:moveTo>
                    <a:lnTo>
                      <a:pt x="666158" y="0"/>
                    </a:lnTo>
                    <a:lnTo>
                      <a:pt x="666158" y="625475"/>
                    </a:lnTo>
                    <a:lnTo>
                      <a:pt x="0" y="625475"/>
                    </a:lnTo>
                    <a:lnTo>
                      <a:pt x="0" y="202325"/>
                    </a:lnTo>
                    <a:cubicBezTo>
                      <a:pt x="122241" y="202325"/>
                      <a:pt x="230017" y="140390"/>
                      <a:pt x="293658" y="46189"/>
                    </a:cubicBezTo>
                    <a:lnTo>
                      <a:pt x="318728" y="0"/>
                    </a:lnTo>
                    <a:close/>
                  </a:path>
                </a:pathLst>
              </a:cu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18" name="TextBox 69"/>
            <p:cNvSpPr txBox="1"/>
            <p:nvPr/>
          </p:nvSpPr>
          <p:spPr>
            <a:xfrm>
              <a:off x="5162689" y="3770726"/>
              <a:ext cx="1949232" cy="418329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/>
            </a:bodyPr>
            <a:lstStyle/>
            <a:p>
              <a:pPr lvl="0" algn="ctr" defTabSz="914378" rtl="1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در هوا تا حدود ۴۰۰ ‎°C پایدار است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Rectangle 70"/>
            <p:cNvSpPr/>
            <p:nvPr/>
          </p:nvSpPr>
          <p:spPr>
            <a:xfrm>
              <a:off x="5368326" y="3534337"/>
              <a:ext cx="1537957" cy="236389"/>
            </a:xfrm>
            <a:prstGeom prst="rect">
              <a:avLst/>
            </a:prstGeom>
          </p:spPr>
          <p:txBody>
            <a:bodyPr wrap="none" lIns="72000" tIns="0" rIns="72000" bIns="0" anchor="ctr" anchorCtr="1">
              <a:normAutofit fontScale="92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پایداری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6" name="Freeform: Shape 77"/>
            <p:cNvSpPr>
              <a:spLocks/>
            </p:cNvSpPr>
            <p:nvPr/>
          </p:nvSpPr>
          <p:spPr bwMode="auto">
            <a:xfrm>
              <a:off x="6087205" y="3158031"/>
              <a:ext cx="205380" cy="322522"/>
            </a:xfrm>
            <a:custGeom>
              <a:avLst/>
              <a:gdLst>
                <a:gd name="connsiteX0" fmla="*/ 107157 w 214313"/>
                <a:gd name="connsiteY0" fmla="*/ 288925 h 336550"/>
                <a:gd name="connsiteX1" fmla="*/ 92075 w 214313"/>
                <a:gd name="connsiteY1" fmla="*/ 303213 h 336550"/>
                <a:gd name="connsiteX2" fmla="*/ 107157 w 214313"/>
                <a:gd name="connsiteY2" fmla="*/ 317501 h 336550"/>
                <a:gd name="connsiteX3" fmla="*/ 122239 w 214313"/>
                <a:gd name="connsiteY3" fmla="*/ 303213 h 336550"/>
                <a:gd name="connsiteX4" fmla="*/ 107157 w 214313"/>
                <a:gd name="connsiteY4" fmla="*/ 288925 h 336550"/>
                <a:gd name="connsiteX5" fmla="*/ 30187 w 214313"/>
                <a:gd name="connsiteY5" fmla="*/ 41275 h 336550"/>
                <a:gd name="connsiteX6" fmla="*/ 22225 w 214313"/>
                <a:gd name="connsiteY6" fmla="*/ 50461 h 336550"/>
                <a:gd name="connsiteX7" fmla="*/ 22225 w 214313"/>
                <a:gd name="connsiteY7" fmla="*/ 259103 h 336550"/>
                <a:gd name="connsiteX8" fmla="*/ 30187 w 214313"/>
                <a:gd name="connsiteY8" fmla="*/ 268288 h 336550"/>
                <a:gd name="connsiteX9" fmla="*/ 184126 w 214313"/>
                <a:gd name="connsiteY9" fmla="*/ 268288 h 336550"/>
                <a:gd name="connsiteX10" fmla="*/ 192088 w 214313"/>
                <a:gd name="connsiteY10" fmla="*/ 259103 h 336550"/>
                <a:gd name="connsiteX11" fmla="*/ 192088 w 214313"/>
                <a:gd name="connsiteY11" fmla="*/ 50461 h 336550"/>
                <a:gd name="connsiteX12" fmla="*/ 184126 w 214313"/>
                <a:gd name="connsiteY12" fmla="*/ 41275 h 336550"/>
                <a:gd name="connsiteX13" fmla="*/ 30187 w 214313"/>
                <a:gd name="connsiteY13" fmla="*/ 41275 h 336550"/>
                <a:gd name="connsiteX14" fmla="*/ 92812 w 214313"/>
                <a:gd name="connsiteY14" fmla="*/ 15875 h 336550"/>
                <a:gd name="connsiteX15" fmla="*/ 88900 w 214313"/>
                <a:gd name="connsiteY15" fmla="*/ 21318 h 336550"/>
                <a:gd name="connsiteX16" fmla="*/ 92812 w 214313"/>
                <a:gd name="connsiteY16" fmla="*/ 25400 h 336550"/>
                <a:gd name="connsiteX17" fmla="*/ 121501 w 214313"/>
                <a:gd name="connsiteY17" fmla="*/ 25400 h 336550"/>
                <a:gd name="connsiteX18" fmla="*/ 125413 w 214313"/>
                <a:gd name="connsiteY18" fmla="*/ 21318 h 336550"/>
                <a:gd name="connsiteX19" fmla="*/ 121501 w 214313"/>
                <a:gd name="connsiteY19" fmla="*/ 15875 h 336550"/>
                <a:gd name="connsiteX20" fmla="*/ 92812 w 214313"/>
                <a:gd name="connsiteY20" fmla="*/ 15875 h 336550"/>
                <a:gd name="connsiteX21" fmla="*/ 48948 w 214313"/>
                <a:gd name="connsiteY21" fmla="*/ 0 h 336550"/>
                <a:gd name="connsiteX22" fmla="*/ 165365 w 214313"/>
                <a:gd name="connsiteY22" fmla="*/ 0 h 336550"/>
                <a:gd name="connsiteX23" fmla="*/ 214313 w 214313"/>
                <a:gd name="connsiteY23" fmla="*/ 48642 h 336550"/>
                <a:gd name="connsiteX24" fmla="*/ 214313 w 214313"/>
                <a:gd name="connsiteY24" fmla="*/ 287908 h 336550"/>
                <a:gd name="connsiteX25" fmla="*/ 165365 w 214313"/>
                <a:gd name="connsiteY25" fmla="*/ 336550 h 336550"/>
                <a:gd name="connsiteX26" fmla="*/ 48948 w 214313"/>
                <a:gd name="connsiteY26" fmla="*/ 336550 h 336550"/>
                <a:gd name="connsiteX27" fmla="*/ 0 w 214313"/>
                <a:gd name="connsiteY27" fmla="*/ 287908 h 336550"/>
                <a:gd name="connsiteX28" fmla="*/ 0 w 214313"/>
                <a:gd name="connsiteY28" fmla="*/ 48642 h 336550"/>
                <a:gd name="connsiteX29" fmla="*/ 48948 w 214313"/>
                <a:gd name="connsiteY2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4313" h="336550">
                  <a:moveTo>
                    <a:pt x="107157" y="288925"/>
                  </a:moveTo>
                  <a:cubicBezTo>
                    <a:pt x="98827" y="288925"/>
                    <a:pt x="92075" y="295322"/>
                    <a:pt x="92075" y="303213"/>
                  </a:cubicBezTo>
                  <a:cubicBezTo>
                    <a:pt x="92075" y="311104"/>
                    <a:pt x="98827" y="317501"/>
                    <a:pt x="107157" y="317501"/>
                  </a:cubicBezTo>
                  <a:cubicBezTo>
                    <a:pt x="115487" y="317501"/>
                    <a:pt x="122239" y="311104"/>
                    <a:pt x="122239" y="303213"/>
                  </a:cubicBezTo>
                  <a:cubicBezTo>
                    <a:pt x="122239" y="295322"/>
                    <a:pt x="115487" y="288925"/>
                    <a:pt x="107157" y="288925"/>
                  </a:cubicBezTo>
                  <a:close/>
                  <a:moveTo>
                    <a:pt x="30187" y="41275"/>
                  </a:moveTo>
                  <a:cubicBezTo>
                    <a:pt x="26206" y="41275"/>
                    <a:pt x="22225" y="45212"/>
                    <a:pt x="22225" y="50461"/>
                  </a:cubicBezTo>
                  <a:cubicBezTo>
                    <a:pt x="22225" y="50461"/>
                    <a:pt x="22225" y="50461"/>
                    <a:pt x="22225" y="259103"/>
                  </a:cubicBezTo>
                  <a:cubicBezTo>
                    <a:pt x="22225" y="264352"/>
                    <a:pt x="26206" y="268288"/>
                    <a:pt x="30187" y="268288"/>
                  </a:cubicBezTo>
                  <a:cubicBezTo>
                    <a:pt x="30187" y="268288"/>
                    <a:pt x="30187" y="268288"/>
                    <a:pt x="184126" y="268288"/>
                  </a:cubicBezTo>
                  <a:cubicBezTo>
                    <a:pt x="188107" y="268288"/>
                    <a:pt x="192088" y="264352"/>
                    <a:pt x="192088" y="259103"/>
                  </a:cubicBezTo>
                  <a:lnTo>
                    <a:pt x="192088" y="50461"/>
                  </a:lnTo>
                  <a:cubicBezTo>
                    <a:pt x="192088" y="45212"/>
                    <a:pt x="188107" y="41275"/>
                    <a:pt x="184126" y="41275"/>
                  </a:cubicBezTo>
                  <a:cubicBezTo>
                    <a:pt x="184126" y="41275"/>
                    <a:pt x="184126" y="41275"/>
                    <a:pt x="30187" y="41275"/>
                  </a:cubicBezTo>
                  <a:close/>
                  <a:moveTo>
                    <a:pt x="92812" y="15875"/>
                  </a:moveTo>
                  <a:cubicBezTo>
                    <a:pt x="90204" y="15875"/>
                    <a:pt x="88900" y="18596"/>
                    <a:pt x="88900" y="21318"/>
                  </a:cubicBezTo>
                  <a:cubicBezTo>
                    <a:pt x="88900" y="24039"/>
                    <a:pt x="90204" y="25400"/>
                    <a:pt x="92812" y="25400"/>
                  </a:cubicBezTo>
                  <a:cubicBezTo>
                    <a:pt x="92812" y="25400"/>
                    <a:pt x="92812" y="25400"/>
                    <a:pt x="121501" y="25400"/>
                  </a:cubicBezTo>
                  <a:cubicBezTo>
                    <a:pt x="124109" y="25400"/>
                    <a:pt x="125413" y="24039"/>
                    <a:pt x="125413" y="21318"/>
                  </a:cubicBezTo>
                  <a:cubicBezTo>
                    <a:pt x="125413" y="18596"/>
                    <a:pt x="124109" y="15875"/>
                    <a:pt x="121501" y="15875"/>
                  </a:cubicBezTo>
                  <a:cubicBezTo>
                    <a:pt x="121501" y="15875"/>
                    <a:pt x="121501" y="15875"/>
                    <a:pt x="92812" y="15875"/>
                  </a:cubicBezTo>
                  <a:close/>
                  <a:moveTo>
                    <a:pt x="48948" y="0"/>
                  </a:moveTo>
                  <a:cubicBezTo>
                    <a:pt x="48948" y="0"/>
                    <a:pt x="48948" y="0"/>
                    <a:pt x="165365" y="0"/>
                  </a:cubicBezTo>
                  <a:cubicBezTo>
                    <a:pt x="193146" y="0"/>
                    <a:pt x="214313" y="22349"/>
                    <a:pt x="214313" y="48642"/>
                  </a:cubicBezTo>
                  <a:cubicBezTo>
                    <a:pt x="214313" y="48642"/>
                    <a:pt x="214313" y="48642"/>
                    <a:pt x="214313" y="287908"/>
                  </a:cubicBezTo>
                  <a:cubicBezTo>
                    <a:pt x="214313" y="314201"/>
                    <a:pt x="193146" y="336550"/>
                    <a:pt x="165365" y="336550"/>
                  </a:cubicBezTo>
                  <a:cubicBezTo>
                    <a:pt x="165365" y="336550"/>
                    <a:pt x="165365" y="336550"/>
                    <a:pt x="48948" y="336550"/>
                  </a:cubicBezTo>
                  <a:cubicBezTo>
                    <a:pt x="21167" y="336550"/>
                    <a:pt x="0" y="314201"/>
                    <a:pt x="0" y="287908"/>
                  </a:cubicBezTo>
                  <a:cubicBezTo>
                    <a:pt x="0" y="287908"/>
                    <a:pt x="0" y="287908"/>
                    <a:pt x="0" y="48642"/>
                  </a:cubicBezTo>
                  <a:cubicBezTo>
                    <a:pt x="0" y="22349"/>
                    <a:pt x="21167" y="0"/>
                    <a:pt x="489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162689" y="919053"/>
            <a:ext cx="1949232" cy="1362482"/>
            <a:chOff x="5162689" y="919053"/>
            <a:chExt cx="1949232" cy="1362482"/>
          </a:xfrm>
        </p:grpSpPr>
        <p:sp>
          <p:nvSpPr>
            <p:cNvPr id="6" name="Freeform: Shape 57"/>
            <p:cNvSpPr/>
            <p:nvPr/>
          </p:nvSpPr>
          <p:spPr>
            <a:xfrm>
              <a:off x="5162690" y="919053"/>
              <a:ext cx="1949231" cy="1362482"/>
            </a:xfrm>
            <a:custGeom>
              <a:avLst/>
              <a:gdLst>
                <a:gd name="connsiteX0" fmla="*/ 452455 w 5867139"/>
                <a:gd name="connsiteY0" fmla="*/ 0 h 4678308"/>
                <a:gd name="connsiteX1" fmla="*/ 2204838 w 5867139"/>
                <a:gd name="connsiteY1" fmla="*/ 0 h 4678308"/>
                <a:gd name="connsiteX2" fmla="*/ 2553973 w 5867139"/>
                <a:gd name="connsiteY2" fmla="*/ 177619 h 4678308"/>
                <a:gd name="connsiteX3" fmla="*/ 2573676 w 5867139"/>
                <a:gd name="connsiteY3" fmla="*/ 212652 h 4678308"/>
                <a:gd name="connsiteX4" fmla="*/ 2575413 w 5867139"/>
                <a:gd name="connsiteY4" fmla="*/ 212652 h 4678308"/>
                <a:gd name="connsiteX5" fmla="*/ 2599727 w 5867139"/>
                <a:gd name="connsiteY5" fmla="*/ 257448 h 4678308"/>
                <a:gd name="connsiteX6" fmla="*/ 2822014 w 5867139"/>
                <a:gd name="connsiteY6" fmla="*/ 406389 h 4678308"/>
                <a:gd name="connsiteX7" fmla="*/ 2876745 w 5867139"/>
                <a:gd name="connsiteY7" fmla="*/ 411907 h 4678308"/>
                <a:gd name="connsiteX8" fmla="*/ 5287549 w 5867139"/>
                <a:gd name="connsiteY8" fmla="*/ 411907 h 4678308"/>
                <a:gd name="connsiteX9" fmla="*/ 5867139 w 5867139"/>
                <a:gd name="connsiteY9" fmla="*/ 991497 h 4678308"/>
                <a:gd name="connsiteX10" fmla="*/ 5867139 w 5867139"/>
                <a:gd name="connsiteY10" fmla="*/ 4098718 h 4678308"/>
                <a:gd name="connsiteX11" fmla="*/ 5287549 w 5867139"/>
                <a:gd name="connsiteY11" fmla="*/ 4678308 h 4678308"/>
                <a:gd name="connsiteX12" fmla="*/ 579590 w 5867139"/>
                <a:gd name="connsiteY12" fmla="*/ 4678308 h 4678308"/>
                <a:gd name="connsiteX13" fmla="*/ 0 w 5867139"/>
                <a:gd name="connsiteY13" fmla="*/ 4098718 h 4678308"/>
                <a:gd name="connsiteX14" fmla="*/ 0 w 5867139"/>
                <a:gd name="connsiteY14" fmla="*/ 991497 h 4678308"/>
                <a:gd name="connsiteX15" fmla="*/ 2 w 5867139"/>
                <a:gd name="connsiteY15" fmla="*/ 991476 h 4678308"/>
                <a:gd name="connsiteX16" fmla="*/ 2 w 5867139"/>
                <a:gd name="connsiteY16" fmla="*/ 488091 h 4678308"/>
                <a:gd name="connsiteX17" fmla="*/ 2 w 5867139"/>
                <a:gd name="connsiteY17" fmla="*/ 473012 h 4678308"/>
                <a:gd name="connsiteX18" fmla="*/ 24092 w 5867139"/>
                <a:gd name="connsiteY18" fmla="*/ 344295 h 4678308"/>
                <a:gd name="connsiteX19" fmla="*/ 28119 w 5867139"/>
                <a:gd name="connsiteY19" fmla="*/ 337849 h 4678308"/>
                <a:gd name="connsiteX20" fmla="*/ 35560 w 5867139"/>
                <a:gd name="connsiteY20" fmla="*/ 298103 h 4678308"/>
                <a:gd name="connsiteX21" fmla="*/ 452455 w 5867139"/>
                <a:gd name="connsiteY21" fmla="*/ 0 h 467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67139" h="4678308">
                  <a:moveTo>
                    <a:pt x="452455" y="0"/>
                  </a:moveTo>
                  <a:lnTo>
                    <a:pt x="2204838" y="0"/>
                  </a:lnTo>
                  <a:cubicBezTo>
                    <a:pt x="2345397" y="0"/>
                    <a:pt x="2470986" y="69143"/>
                    <a:pt x="2553973" y="177619"/>
                  </a:cubicBezTo>
                  <a:lnTo>
                    <a:pt x="2573676" y="212652"/>
                  </a:lnTo>
                  <a:lnTo>
                    <a:pt x="2575413" y="212652"/>
                  </a:lnTo>
                  <a:lnTo>
                    <a:pt x="2599727" y="257448"/>
                  </a:lnTo>
                  <a:cubicBezTo>
                    <a:pt x="2650641" y="332809"/>
                    <a:pt x="2729799" y="387519"/>
                    <a:pt x="2822014" y="406389"/>
                  </a:cubicBezTo>
                  <a:lnTo>
                    <a:pt x="2876745" y="411907"/>
                  </a:lnTo>
                  <a:lnTo>
                    <a:pt x="5287549" y="411907"/>
                  </a:lnTo>
                  <a:cubicBezTo>
                    <a:pt x="5607648" y="411907"/>
                    <a:pt x="5867139" y="671398"/>
                    <a:pt x="5867139" y="991497"/>
                  </a:cubicBezTo>
                  <a:lnTo>
                    <a:pt x="5867139" y="4098718"/>
                  </a:lnTo>
                  <a:cubicBezTo>
                    <a:pt x="5867139" y="4418817"/>
                    <a:pt x="5607648" y="4678308"/>
                    <a:pt x="5287549" y="4678308"/>
                  </a:cubicBezTo>
                  <a:lnTo>
                    <a:pt x="579590" y="4678308"/>
                  </a:lnTo>
                  <a:cubicBezTo>
                    <a:pt x="259491" y="4678308"/>
                    <a:pt x="0" y="4418817"/>
                    <a:pt x="0" y="4098718"/>
                  </a:cubicBezTo>
                  <a:lnTo>
                    <a:pt x="0" y="991497"/>
                  </a:lnTo>
                  <a:lnTo>
                    <a:pt x="2" y="991476"/>
                  </a:lnTo>
                  <a:lnTo>
                    <a:pt x="2" y="488091"/>
                  </a:lnTo>
                  <a:lnTo>
                    <a:pt x="2" y="473012"/>
                  </a:lnTo>
                  <a:cubicBezTo>
                    <a:pt x="2" y="427354"/>
                    <a:pt x="8581" y="383857"/>
                    <a:pt x="24092" y="344295"/>
                  </a:cubicBezTo>
                  <a:lnTo>
                    <a:pt x="28119" y="337849"/>
                  </a:lnTo>
                  <a:lnTo>
                    <a:pt x="35560" y="298103"/>
                  </a:lnTo>
                  <a:cubicBezTo>
                    <a:pt x="104245" y="122920"/>
                    <a:pt x="265043" y="0"/>
                    <a:pt x="45245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44000" tIns="144000" anchor="t" anchorCtr="0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۰۲</a:t>
              </a:r>
            </a:p>
          </p:txBody>
        </p:sp>
        <p:grpSp>
          <p:nvGrpSpPr>
            <p:cNvPr id="7" name="Group 58"/>
            <p:cNvGrpSpPr/>
            <p:nvPr/>
          </p:nvGrpSpPr>
          <p:grpSpPr>
            <a:xfrm>
              <a:off x="5162690" y="1084852"/>
              <a:ext cx="1949231" cy="1196682"/>
              <a:chOff x="4131798" y="2120910"/>
              <a:chExt cx="5867141" cy="4109008"/>
            </a:xfrm>
            <a:solidFill>
              <a:schemeClr val="accent2"/>
            </a:solidFill>
          </p:grpSpPr>
          <p:sp>
            <p:nvSpPr>
              <p:cNvPr id="32" name="Freeform: Shape 83"/>
              <p:cNvSpPr/>
              <p:nvPr/>
            </p:nvSpPr>
            <p:spPr>
              <a:xfrm>
                <a:off x="4131798" y="2120910"/>
                <a:ext cx="5867141" cy="4109008"/>
              </a:xfrm>
              <a:custGeom>
                <a:avLst/>
                <a:gdLst>
                  <a:gd name="connsiteX0" fmla="*/ 952500 w 2781301"/>
                  <a:gd name="connsiteY0" fmla="*/ 223837 h 1947863"/>
                  <a:gd name="connsiteX1" fmla="*/ 952500 w 2781301"/>
                  <a:gd name="connsiteY1" fmla="*/ 223838 h 1947863"/>
                  <a:gd name="connsiteX2" fmla="*/ 952500 w 2781301"/>
                  <a:gd name="connsiteY2" fmla="*/ 223838 h 1947863"/>
                  <a:gd name="connsiteX3" fmla="*/ 1176338 w 2781301"/>
                  <a:gd name="connsiteY3" fmla="*/ 0 h 1947863"/>
                  <a:gd name="connsiteX4" fmla="*/ 2557463 w 2781301"/>
                  <a:gd name="connsiteY4" fmla="*/ 0 h 1947863"/>
                  <a:gd name="connsiteX5" fmla="*/ 2781301 w 2781301"/>
                  <a:gd name="connsiteY5" fmla="*/ 223838 h 1947863"/>
                  <a:gd name="connsiteX6" fmla="*/ 2781300 w 2781301"/>
                  <a:gd name="connsiteY6" fmla="*/ 223838 h 1947863"/>
                  <a:gd name="connsiteX7" fmla="*/ 2778489 w 2781301"/>
                  <a:gd name="connsiteY7" fmla="*/ 237762 h 1947863"/>
                  <a:gd name="connsiteX8" fmla="*/ 2781300 w 2781301"/>
                  <a:gd name="connsiteY8" fmla="*/ 265648 h 1947863"/>
                  <a:gd name="connsiteX9" fmla="*/ 2781300 w 2781301"/>
                  <a:gd name="connsiteY9" fmla="*/ 511181 h 1947863"/>
                  <a:gd name="connsiteX10" fmla="*/ 2781300 w 2781301"/>
                  <a:gd name="connsiteY10" fmla="*/ 1660520 h 1947863"/>
                  <a:gd name="connsiteX11" fmla="*/ 2781300 w 2781301"/>
                  <a:gd name="connsiteY11" fmla="*/ 1682216 h 1947863"/>
                  <a:gd name="connsiteX12" fmla="*/ 2515653 w 2781301"/>
                  <a:gd name="connsiteY12" fmla="*/ 1947863 h 1947863"/>
                  <a:gd name="connsiteX13" fmla="*/ 2493957 w 2781301"/>
                  <a:gd name="connsiteY13" fmla="*/ 1947863 h 1947863"/>
                  <a:gd name="connsiteX14" fmla="*/ 1453097 w 2781301"/>
                  <a:gd name="connsiteY14" fmla="*/ 1947863 h 1947863"/>
                  <a:gd name="connsiteX15" fmla="*/ 287343 w 2781301"/>
                  <a:gd name="connsiteY15" fmla="*/ 1947863 h 1947863"/>
                  <a:gd name="connsiteX16" fmla="*/ 0 w 2781301"/>
                  <a:gd name="connsiteY16" fmla="*/ 1660520 h 1947863"/>
                  <a:gd name="connsiteX17" fmla="*/ 0 w 2781301"/>
                  <a:gd name="connsiteY17" fmla="*/ 511181 h 1947863"/>
                  <a:gd name="connsiteX18" fmla="*/ 287343 w 2781301"/>
                  <a:gd name="connsiteY18" fmla="*/ 223838 h 1947863"/>
                  <a:gd name="connsiteX19" fmla="*/ 952500 w 2781301"/>
                  <a:gd name="connsiteY19" fmla="*/ 223838 h 1947863"/>
                  <a:gd name="connsiteX20" fmla="*/ 952500 w 2781301"/>
                  <a:gd name="connsiteY20" fmla="*/ 223838 h 1947863"/>
                  <a:gd name="connsiteX21" fmla="*/ 952500 w 2781301"/>
                  <a:gd name="connsiteY21" fmla="*/ 223838 h 1947863"/>
                  <a:gd name="connsiteX22" fmla="*/ 970090 w 2781301"/>
                  <a:gd name="connsiteY22" fmla="*/ 136710 h 1947863"/>
                  <a:gd name="connsiteX23" fmla="*/ 1176338 w 2781301"/>
                  <a:gd name="connsiteY23" fmla="*/ 0 h 1947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81301" h="1947863">
                    <a:moveTo>
                      <a:pt x="952500" y="223837"/>
                    </a:moveTo>
                    <a:lnTo>
                      <a:pt x="952500" y="223838"/>
                    </a:lnTo>
                    <a:lnTo>
                      <a:pt x="952500" y="223838"/>
                    </a:lnTo>
                    <a:close/>
                    <a:moveTo>
                      <a:pt x="1176338" y="0"/>
                    </a:moveTo>
                    <a:lnTo>
                      <a:pt x="2557463" y="0"/>
                    </a:lnTo>
                    <a:cubicBezTo>
                      <a:pt x="2681085" y="0"/>
                      <a:pt x="2781301" y="100216"/>
                      <a:pt x="2781301" y="223838"/>
                    </a:cubicBezTo>
                    <a:lnTo>
                      <a:pt x="2781300" y="223838"/>
                    </a:lnTo>
                    <a:lnTo>
                      <a:pt x="2778489" y="237762"/>
                    </a:lnTo>
                    <a:lnTo>
                      <a:pt x="2781300" y="265648"/>
                    </a:lnTo>
                    <a:lnTo>
                      <a:pt x="2781300" y="511181"/>
                    </a:lnTo>
                    <a:lnTo>
                      <a:pt x="2781300" y="1660520"/>
                    </a:lnTo>
                    <a:lnTo>
                      <a:pt x="2781300" y="1682216"/>
                    </a:lnTo>
                    <a:cubicBezTo>
                      <a:pt x="2781300" y="1828929"/>
                      <a:pt x="2662366" y="1947863"/>
                      <a:pt x="2515653" y="1947863"/>
                    </a:cubicBezTo>
                    <a:lnTo>
                      <a:pt x="2493957" y="1947863"/>
                    </a:lnTo>
                    <a:lnTo>
                      <a:pt x="1453097" y="1947863"/>
                    </a:lnTo>
                    <a:lnTo>
                      <a:pt x="287343" y="1947863"/>
                    </a:lnTo>
                    <a:cubicBezTo>
                      <a:pt x="128648" y="1947863"/>
                      <a:pt x="0" y="1819215"/>
                      <a:pt x="0" y="1660520"/>
                    </a:cubicBezTo>
                    <a:lnTo>
                      <a:pt x="0" y="511181"/>
                    </a:lnTo>
                    <a:cubicBezTo>
                      <a:pt x="0" y="352486"/>
                      <a:pt x="128648" y="223838"/>
                      <a:pt x="287343" y="223838"/>
                    </a:cubicBezTo>
                    <a:lnTo>
                      <a:pt x="952500" y="223838"/>
                    </a:lnTo>
                    <a:lnTo>
                      <a:pt x="952500" y="223838"/>
                    </a:lnTo>
                    <a:lnTo>
                      <a:pt x="952500" y="223838"/>
                    </a:lnTo>
                    <a:lnTo>
                      <a:pt x="970090" y="136710"/>
                    </a:lnTo>
                    <a:cubicBezTo>
                      <a:pt x="1004071" y="56372"/>
                      <a:pt x="1083621" y="0"/>
                      <a:pt x="1176338" y="0"/>
                    </a:cubicBezTo>
                    <a:close/>
                  </a:path>
                </a:pathLst>
              </a:cu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3" name="Freeform: Shape 84"/>
              <p:cNvSpPr/>
              <p:nvPr/>
            </p:nvSpPr>
            <p:spPr>
              <a:xfrm>
                <a:off x="5864817" y="2390775"/>
                <a:ext cx="666158" cy="625475"/>
              </a:xfrm>
              <a:custGeom>
                <a:avLst/>
                <a:gdLst>
                  <a:gd name="connsiteX0" fmla="*/ 318728 w 666158"/>
                  <a:gd name="connsiteY0" fmla="*/ 0 h 625475"/>
                  <a:gd name="connsiteX1" fmla="*/ 666158 w 666158"/>
                  <a:gd name="connsiteY1" fmla="*/ 0 h 625475"/>
                  <a:gd name="connsiteX2" fmla="*/ 666158 w 666158"/>
                  <a:gd name="connsiteY2" fmla="*/ 625475 h 625475"/>
                  <a:gd name="connsiteX3" fmla="*/ 0 w 666158"/>
                  <a:gd name="connsiteY3" fmla="*/ 625475 h 625475"/>
                  <a:gd name="connsiteX4" fmla="*/ 0 w 666158"/>
                  <a:gd name="connsiteY4" fmla="*/ 202325 h 625475"/>
                  <a:gd name="connsiteX5" fmla="*/ 293658 w 666158"/>
                  <a:gd name="connsiteY5" fmla="*/ 46189 h 625475"/>
                  <a:gd name="connsiteX6" fmla="*/ 318728 w 666158"/>
                  <a:gd name="connsiteY6" fmla="*/ 0 h 625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158" h="625475">
                    <a:moveTo>
                      <a:pt x="318728" y="0"/>
                    </a:moveTo>
                    <a:lnTo>
                      <a:pt x="666158" y="0"/>
                    </a:lnTo>
                    <a:lnTo>
                      <a:pt x="666158" y="625475"/>
                    </a:lnTo>
                    <a:lnTo>
                      <a:pt x="0" y="625475"/>
                    </a:lnTo>
                    <a:lnTo>
                      <a:pt x="0" y="202325"/>
                    </a:lnTo>
                    <a:cubicBezTo>
                      <a:pt x="122241" y="202325"/>
                      <a:pt x="230017" y="140390"/>
                      <a:pt x="293658" y="46189"/>
                    </a:cubicBezTo>
                    <a:lnTo>
                      <a:pt x="318728" y="0"/>
                    </a:lnTo>
                    <a:close/>
                  </a:path>
                </a:pathLst>
              </a:custGeom>
              <a:grpFill/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22" name="TextBox 73"/>
            <p:cNvSpPr txBox="1"/>
            <p:nvPr/>
          </p:nvSpPr>
          <p:spPr>
            <a:xfrm>
              <a:off x="5162689" y="1838878"/>
              <a:ext cx="1949232" cy="418329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/>
            </a:bodyPr>
            <a:lstStyle/>
            <a:p>
              <a:pPr lvl="0" algn="ctr" defTabSz="914378" rtl="1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ترکیب فازی و چگالی الکترون باید اندازه‌گیری شود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3" name="Rectangle 74"/>
            <p:cNvSpPr/>
            <p:nvPr/>
          </p:nvSpPr>
          <p:spPr>
            <a:xfrm>
              <a:off x="5368326" y="1602489"/>
              <a:ext cx="1537957" cy="236389"/>
            </a:xfrm>
            <a:prstGeom prst="rect">
              <a:avLst/>
            </a:prstGeom>
          </p:spPr>
          <p:txBody>
            <a:bodyPr wrap="none" lIns="72000" tIns="0" rIns="72000" bIns="0" anchor="ctr" anchorCtr="1">
              <a:normAutofit fontScale="92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شناسایی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7" name="Freeform: Shape 78"/>
            <p:cNvSpPr>
              <a:spLocks/>
            </p:cNvSpPr>
            <p:nvPr/>
          </p:nvSpPr>
          <p:spPr bwMode="auto">
            <a:xfrm>
              <a:off x="6086609" y="1181968"/>
              <a:ext cx="223609" cy="351149"/>
            </a:xfrm>
            <a:custGeom>
              <a:avLst/>
              <a:gdLst>
                <a:gd name="connsiteX0" fmla="*/ 107157 w 214313"/>
                <a:gd name="connsiteY0" fmla="*/ 288925 h 336550"/>
                <a:gd name="connsiteX1" fmla="*/ 92075 w 214313"/>
                <a:gd name="connsiteY1" fmla="*/ 303213 h 336550"/>
                <a:gd name="connsiteX2" fmla="*/ 107157 w 214313"/>
                <a:gd name="connsiteY2" fmla="*/ 317501 h 336550"/>
                <a:gd name="connsiteX3" fmla="*/ 122239 w 214313"/>
                <a:gd name="connsiteY3" fmla="*/ 303213 h 336550"/>
                <a:gd name="connsiteX4" fmla="*/ 107157 w 214313"/>
                <a:gd name="connsiteY4" fmla="*/ 288925 h 336550"/>
                <a:gd name="connsiteX5" fmla="*/ 30187 w 214313"/>
                <a:gd name="connsiteY5" fmla="*/ 41275 h 336550"/>
                <a:gd name="connsiteX6" fmla="*/ 22225 w 214313"/>
                <a:gd name="connsiteY6" fmla="*/ 50461 h 336550"/>
                <a:gd name="connsiteX7" fmla="*/ 22225 w 214313"/>
                <a:gd name="connsiteY7" fmla="*/ 259103 h 336550"/>
                <a:gd name="connsiteX8" fmla="*/ 30187 w 214313"/>
                <a:gd name="connsiteY8" fmla="*/ 268288 h 336550"/>
                <a:gd name="connsiteX9" fmla="*/ 184126 w 214313"/>
                <a:gd name="connsiteY9" fmla="*/ 268288 h 336550"/>
                <a:gd name="connsiteX10" fmla="*/ 192088 w 214313"/>
                <a:gd name="connsiteY10" fmla="*/ 259103 h 336550"/>
                <a:gd name="connsiteX11" fmla="*/ 192088 w 214313"/>
                <a:gd name="connsiteY11" fmla="*/ 50461 h 336550"/>
                <a:gd name="connsiteX12" fmla="*/ 184126 w 214313"/>
                <a:gd name="connsiteY12" fmla="*/ 41275 h 336550"/>
                <a:gd name="connsiteX13" fmla="*/ 30187 w 214313"/>
                <a:gd name="connsiteY13" fmla="*/ 41275 h 336550"/>
                <a:gd name="connsiteX14" fmla="*/ 92812 w 214313"/>
                <a:gd name="connsiteY14" fmla="*/ 15875 h 336550"/>
                <a:gd name="connsiteX15" fmla="*/ 88900 w 214313"/>
                <a:gd name="connsiteY15" fmla="*/ 21318 h 336550"/>
                <a:gd name="connsiteX16" fmla="*/ 92812 w 214313"/>
                <a:gd name="connsiteY16" fmla="*/ 25400 h 336550"/>
                <a:gd name="connsiteX17" fmla="*/ 121501 w 214313"/>
                <a:gd name="connsiteY17" fmla="*/ 25400 h 336550"/>
                <a:gd name="connsiteX18" fmla="*/ 125413 w 214313"/>
                <a:gd name="connsiteY18" fmla="*/ 21318 h 336550"/>
                <a:gd name="connsiteX19" fmla="*/ 121501 w 214313"/>
                <a:gd name="connsiteY19" fmla="*/ 15875 h 336550"/>
                <a:gd name="connsiteX20" fmla="*/ 92812 w 214313"/>
                <a:gd name="connsiteY20" fmla="*/ 15875 h 336550"/>
                <a:gd name="connsiteX21" fmla="*/ 48948 w 214313"/>
                <a:gd name="connsiteY21" fmla="*/ 0 h 336550"/>
                <a:gd name="connsiteX22" fmla="*/ 165365 w 214313"/>
                <a:gd name="connsiteY22" fmla="*/ 0 h 336550"/>
                <a:gd name="connsiteX23" fmla="*/ 214313 w 214313"/>
                <a:gd name="connsiteY23" fmla="*/ 48642 h 336550"/>
                <a:gd name="connsiteX24" fmla="*/ 214313 w 214313"/>
                <a:gd name="connsiteY24" fmla="*/ 287908 h 336550"/>
                <a:gd name="connsiteX25" fmla="*/ 165365 w 214313"/>
                <a:gd name="connsiteY25" fmla="*/ 336550 h 336550"/>
                <a:gd name="connsiteX26" fmla="*/ 48948 w 214313"/>
                <a:gd name="connsiteY26" fmla="*/ 336550 h 336550"/>
                <a:gd name="connsiteX27" fmla="*/ 0 w 214313"/>
                <a:gd name="connsiteY27" fmla="*/ 287908 h 336550"/>
                <a:gd name="connsiteX28" fmla="*/ 0 w 214313"/>
                <a:gd name="connsiteY28" fmla="*/ 48642 h 336550"/>
                <a:gd name="connsiteX29" fmla="*/ 48948 w 214313"/>
                <a:gd name="connsiteY2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14313" h="336550">
                  <a:moveTo>
                    <a:pt x="107157" y="288925"/>
                  </a:moveTo>
                  <a:cubicBezTo>
                    <a:pt x="98827" y="288925"/>
                    <a:pt x="92075" y="295322"/>
                    <a:pt x="92075" y="303213"/>
                  </a:cubicBezTo>
                  <a:cubicBezTo>
                    <a:pt x="92075" y="311104"/>
                    <a:pt x="98827" y="317501"/>
                    <a:pt x="107157" y="317501"/>
                  </a:cubicBezTo>
                  <a:cubicBezTo>
                    <a:pt x="115487" y="317501"/>
                    <a:pt x="122239" y="311104"/>
                    <a:pt x="122239" y="303213"/>
                  </a:cubicBezTo>
                  <a:cubicBezTo>
                    <a:pt x="122239" y="295322"/>
                    <a:pt x="115487" y="288925"/>
                    <a:pt x="107157" y="288925"/>
                  </a:cubicBezTo>
                  <a:close/>
                  <a:moveTo>
                    <a:pt x="30187" y="41275"/>
                  </a:moveTo>
                  <a:cubicBezTo>
                    <a:pt x="26206" y="41275"/>
                    <a:pt x="22225" y="45212"/>
                    <a:pt x="22225" y="50461"/>
                  </a:cubicBezTo>
                  <a:cubicBezTo>
                    <a:pt x="22225" y="50461"/>
                    <a:pt x="22225" y="50461"/>
                    <a:pt x="22225" y="259103"/>
                  </a:cubicBezTo>
                  <a:cubicBezTo>
                    <a:pt x="22225" y="264352"/>
                    <a:pt x="26206" y="268288"/>
                    <a:pt x="30187" y="268288"/>
                  </a:cubicBezTo>
                  <a:cubicBezTo>
                    <a:pt x="30187" y="268288"/>
                    <a:pt x="30187" y="268288"/>
                    <a:pt x="184126" y="268288"/>
                  </a:cubicBezTo>
                  <a:cubicBezTo>
                    <a:pt x="188107" y="268288"/>
                    <a:pt x="192088" y="264352"/>
                    <a:pt x="192088" y="259103"/>
                  </a:cubicBezTo>
                  <a:lnTo>
                    <a:pt x="192088" y="50461"/>
                  </a:lnTo>
                  <a:cubicBezTo>
                    <a:pt x="192088" y="45212"/>
                    <a:pt x="188107" y="41275"/>
                    <a:pt x="184126" y="41275"/>
                  </a:cubicBezTo>
                  <a:cubicBezTo>
                    <a:pt x="184126" y="41275"/>
                    <a:pt x="184126" y="41275"/>
                    <a:pt x="30187" y="41275"/>
                  </a:cubicBezTo>
                  <a:close/>
                  <a:moveTo>
                    <a:pt x="92812" y="15875"/>
                  </a:moveTo>
                  <a:cubicBezTo>
                    <a:pt x="90204" y="15875"/>
                    <a:pt x="88900" y="18596"/>
                    <a:pt x="88900" y="21318"/>
                  </a:cubicBezTo>
                  <a:cubicBezTo>
                    <a:pt x="88900" y="24039"/>
                    <a:pt x="90204" y="25400"/>
                    <a:pt x="92812" y="25400"/>
                  </a:cubicBezTo>
                  <a:cubicBezTo>
                    <a:pt x="92812" y="25400"/>
                    <a:pt x="92812" y="25400"/>
                    <a:pt x="121501" y="25400"/>
                  </a:cubicBezTo>
                  <a:cubicBezTo>
                    <a:pt x="124109" y="25400"/>
                    <a:pt x="125413" y="24039"/>
                    <a:pt x="125413" y="21318"/>
                  </a:cubicBezTo>
                  <a:cubicBezTo>
                    <a:pt x="125413" y="18596"/>
                    <a:pt x="124109" y="15875"/>
                    <a:pt x="121501" y="15875"/>
                  </a:cubicBezTo>
                  <a:cubicBezTo>
                    <a:pt x="121501" y="15875"/>
                    <a:pt x="121501" y="15875"/>
                    <a:pt x="92812" y="15875"/>
                  </a:cubicBezTo>
                  <a:close/>
                  <a:moveTo>
                    <a:pt x="48948" y="0"/>
                  </a:moveTo>
                  <a:cubicBezTo>
                    <a:pt x="48948" y="0"/>
                    <a:pt x="48948" y="0"/>
                    <a:pt x="165365" y="0"/>
                  </a:cubicBezTo>
                  <a:cubicBezTo>
                    <a:pt x="193146" y="0"/>
                    <a:pt x="214313" y="22349"/>
                    <a:pt x="214313" y="48642"/>
                  </a:cubicBezTo>
                  <a:cubicBezTo>
                    <a:pt x="214313" y="48642"/>
                    <a:pt x="214313" y="48642"/>
                    <a:pt x="214313" y="287908"/>
                  </a:cubicBezTo>
                  <a:cubicBezTo>
                    <a:pt x="214313" y="314201"/>
                    <a:pt x="193146" y="336550"/>
                    <a:pt x="165365" y="336550"/>
                  </a:cubicBezTo>
                  <a:cubicBezTo>
                    <a:pt x="165365" y="336550"/>
                    <a:pt x="165365" y="336550"/>
                    <a:pt x="48948" y="336550"/>
                  </a:cubicBezTo>
                  <a:cubicBezTo>
                    <a:pt x="21167" y="336550"/>
                    <a:pt x="0" y="314201"/>
                    <a:pt x="0" y="287908"/>
                  </a:cubicBezTo>
                  <a:cubicBezTo>
                    <a:pt x="0" y="287908"/>
                    <a:pt x="0" y="287908"/>
                    <a:pt x="0" y="48642"/>
                  </a:cubicBezTo>
                  <a:cubicBezTo>
                    <a:pt x="0" y="22349"/>
                    <a:pt x="21167" y="0"/>
                    <a:pt x="489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36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نکات الکتراید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642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9"/>
          <p:cNvCxnSpPr>
            <a:cxnSpLocks/>
          </p:cNvCxnSpPr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/>
        </p:nvGrpSpPr>
        <p:grpSpPr>
          <a:xfrm>
            <a:off x="4490991" y="1597071"/>
            <a:ext cx="2102433" cy="704984"/>
            <a:chOff x="4490991" y="1597071"/>
            <a:chExt cx="2102433" cy="704984"/>
          </a:xfrm>
        </p:grpSpPr>
        <p:sp>
          <p:nvSpPr>
            <p:cNvPr id="23" name="Oval 11"/>
            <p:cNvSpPr/>
            <p:nvPr/>
          </p:nvSpPr>
          <p:spPr bwMode="auto">
            <a:xfrm>
              <a:off x="4490991" y="1597071"/>
              <a:ext cx="162018" cy="16201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24" name="Group 19"/>
            <p:cNvGrpSpPr/>
            <p:nvPr/>
          </p:nvGrpSpPr>
          <p:grpSpPr>
            <a:xfrm>
              <a:off x="4653009" y="1597071"/>
              <a:ext cx="1940415" cy="704984"/>
              <a:chOff x="6204012" y="2167144"/>
              <a:chExt cx="2587220" cy="939978"/>
            </a:xfrm>
          </p:grpSpPr>
          <p:sp>
            <p:nvSpPr>
              <p:cNvPr id="25" name="Rectangle 17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دهیدراسیون ۲۰۰ تا ۸۰۰ ‎°C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Rectangle 18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آزادشدن آب هیدرات‌ها؛ افت اندک استحکام</a:t>
                </a:r>
                <a:endParaRPr lang="fa-IR" altLang="en-US" sz="11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4490991" y="2826993"/>
            <a:ext cx="2102433" cy="704984"/>
            <a:chOff x="4490991" y="2826993"/>
            <a:chExt cx="2102433" cy="704984"/>
          </a:xfrm>
        </p:grpSpPr>
        <p:sp>
          <p:nvSpPr>
            <p:cNvPr id="28" name="Oval 13"/>
            <p:cNvSpPr/>
            <p:nvPr/>
          </p:nvSpPr>
          <p:spPr bwMode="auto">
            <a:xfrm>
              <a:off x="4490991" y="2826993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9" name="Group 20"/>
            <p:cNvGrpSpPr/>
            <p:nvPr/>
          </p:nvGrpSpPr>
          <p:grpSpPr>
            <a:xfrm>
              <a:off x="4653009" y="2826993"/>
              <a:ext cx="1940415" cy="704984"/>
              <a:chOff x="6204012" y="2167144"/>
              <a:chExt cx="2587220" cy="939978"/>
            </a:xfrm>
          </p:grpSpPr>
          <p:sp>
            <p:nvSpPr>
              <p:cNvPr id="30" name="Rectangle 21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تف‌جوشی بالای ۱۰۰۰ ‎°C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Rectangle 22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پیوند سرامیکی؛ جهش مدول و استحکام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4490991" y="4056915"/>
            <a:ext cx="2102433" cy="704984"/>
            <a:chOff x="4490991" y="4056915"/>
            <a:chExt cx="2102433" cy="704984"/>
          </a:xfrm>
        </p:grpSpPr>
        <p:sp>
          <p:nvSpPr>
            <p:cNvPr id="33" name="Oval 15"/>
            <p:cNvSpPr/>
            <p:nvPr/>
          </p:nvSpPr>
          <p:spPr bwMode="auto">
            <a:xfrm>
              <a:off x="4490991" y="4056915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4" name="Group 23"/>
            <p:cNvGrpSpPr/>
            <p:nvPr/>
          </p:nvGrpSpPr>
          <p:grpSpPr>
            <a:xfrm>
              <a:off x="4653009" y="4056915"/>
              <a:ext cx="1940415" cy="704984"/>
              <a:chOff x="6204012" y="2167144"/>
              <a:chExt cx="2587220" cy="939978"/>
            </a:xfrm>
          </p:grpSpPr>
          <p:sp>
            <p:nvSpPr>
              <p:cNvPr id="35" name="Rectangle 24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CA₆ بالای ۱۴۰۰ ‎°C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" name="Rectangle 25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فاز پیوندی دمای بالا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2550576" y="2183745"/>
            <a:ext cx="2102433" cy="704984"/>
            <a:chOff x="2550576" y="2183745"/>
            <a:chExt cx="2102433" cy="704984"/>
          </a:xfrm>
        </p:grpSpPr>
        <p:sp>
          <p:nvSpPr>
            <p:cNvPr id="38" name="Oval 12"/>
            <p:cNvSpPr/>
            <p:nvPr/>
          </p:nvSpPr>
          <p:spPr bwMode="auto">
            <a:xfrm>
              <a:off x="4490991" y="221203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39" name="Group 26"/>
            <p:cNvGrpSpPr/>
            <p:nvPr/>
          </p:nvGrpSpPr>
          <p:grpSpPr>
            <a:xfrm>
              <a:off x="2550576" y="2183745"/>
              <a:ext cx="1940415" cy="704984"/>
              <a:chOff x="6204012" y="2167144"/>
              <a:chExt cx="2587220" cy="939978"/>
            </a:xfrm>
          </p:grpSpPr>
          <p:sp>
            <p:nvSpPr>
              <p:cNvPr id="40" name="Rectangle 27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algn="r" rtl="1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تبلور مجدد حدود ۹۰۰ ‎°C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1" name="Rectangle 28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CA دهیدراته و آلومینای فعال؛ مدول اندکی بهتر</a:t>
                </a:r>
                <a:endParaRPr lang="fa-IR" altLang="en-US" sz="11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2550576" y="3413667"/>
            <a:ext cx="2102433" cy="704984"/>
            <a:chOff x="2550576" y="3413667"/>
            <a:chExt cx="2102433" cy="704984"/>
          </a:xfrm>
        </p:grpSpPr>
        <p:sp>
          <p:nvSpPr>
            <p:cNvPr id="43" name="Oval 14"/>
            <p:cNvSpPr/>
            <p:nvPr/>
          </p:nvSpPr>
          <p:spPr bwMode="auto">
            <a:xfrm>
              <a:off x="4490991" y="3441954"/>
              <a:ext cx="162018" cy="162018"/>
            </a:xfrm>
            <a:prstGeom prst="ellipse">
              <a:avLst/>
            </a:prstGeom>
            <a:solidFill>
              <a:srgbClr val="39425D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dirty="0">
                <a:solidFill>
                  <a:srgbClr val="39425D"/>
                </a:solidFill>
                <a:cs typeface="+mn-ea"/>
                <a:sym typeface="+mn-lt"/>
              </a:endParaRPr>
            </a:p>
          </p:txBody>
        </p:sp>
        <p:grpSp>
          <p:nvGrpSpPr>
            <p:cNvPr id="44" name="Group 29"/>
            <p:cNvGrpSpPr/>
            <p:nvPr/>
          </p:nvGrpSpPr>
          <p:grpSpPr>
            <a:xfrm>
              <a:off x="2550576" y="3413667"/>
              <a:ext cx="1940415" cy="704984"/>
              <a:chOff x="6204012" y="2167144"/>
              <a:chExt cx="2587220" cy="939978"/>
            </a:xfrm>
          </p:grpSpPr>
          <p:sp>
            <p:nvSpPr>
              <p:cNvPr id="45" name="Rectangle 30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algn="r" rtl="1"/>
                <a:r>
                  <a:rPr lang="fa-IR" altLang="en-US" sz="1600" b="1" dirty="0">
                    <a:solidFill>
                      <a:srgbClr val="39425D"/>
                    </a:solidFill>
                    <a:cs typeface="+mn-ea"/>
                    <a:sym typeface="+mn-lt"/>
                  </a:rPr>
                  <a:t>تبدیل CA به CA₂</a:t>
                </a:r>
                <a:endParaRPr lang="fa-IR" altLang="en-US" sz="1600" b="1" dirty="0">
                  <a:solidFill>
                    <a:srgbClr val="39425D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6" name="Rectangle 31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rgbClr val="39425D"/>
                    </a:solidFill>
                    <a:cs typeface="+mn-ea"/>
                    <a:sym typeface="+mn-lt"/>
                  </a:rPr>
                  <a:t>واکنش CA با آلومینای فعال</a:t>
                </a:r>
                <a:endParaRPr lang="fa-IR" altLang="en-US" sz="1100" dirty="0">
                  <a:solidFill>
                    <a:srgbClr val="39425D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DFE23174-8F7B-48FD-BD4A-D0EFBD05DF33}"/>
              </a:ext>
            </a:extLst>
          </p:cNvPr>
          <p:cNvSpPr/>
          <p:nvPr/>
        </p:nvSpPr>
        <p:spPr>
          <a:xfrm rot="2675650">
            <a:off x="-3422855" y="2090189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2A73EBB6-F199-408E-A9C5-12528FD9A877}"/>
              </a:ext>
            </a:extLst>
          </p:cNvPr>
          <p:cNvSpPr/>
          <p:nvPr/>
        </p:nvSpPr>
        <p:spPr>
          <a:xfrm rot="2675650">
            <a:off x="8507581" y="277663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09FD8AB3-C43C-4CF6-8073-FCD84FF24F3B}"/>
              </a:ext>
            </a:extLst>
          </p:cNvPr>
          <p:cNvSpPr/>
          <p:nvPr/>
        </p:nvSpPr>
        <p:spPr>
          <a:xfrm rot="2675650">
            <a:off x="8939627" y="-1684674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909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5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250"/>
                            </p:stCondLst>
                            <p:childTnLst>
                              <p:par>
                                <p:cTn id="5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/>
          <p:cNvGrpSpPr/>
          <p:nvPr/>
        </p:nvGrpSpPr>
        <p:grpSpPr>
          <a:xfrm>
            <a:off x="1378825" y="1027389"/>
            <a:ext cx="3061674" cy="437398"/>
            <a:chOff x="1838434" y="1562260"/>
            <a:chExt cx="4082232" cy="583197"/>
          </a:xfrm>
        </p:grpSpPr>
        <p:sp>
          <p:nvSpPr>
            <p:cNvPr id="38" name="TextBox 2"/>
            <p:cNvSpPr txBox="1">
              <a:spLocks/>
            </p:cNvSpPr>
            <p:nvPr/>
          </p:nvSpPr>
          <p:spPr bwMode="auto">
            <a:xfrm>
              <a:off x="1838434" y="1820857"/>
              <a:ext cx="4082232" cy="324600"/>
            </a:xfrm>
            <a:prstGeom prst="rect">
              <a:avLst/>
            </a:prstGeom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Go ahead and replace it with your own text.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9" name="TextBox 3"/>
            <p:cNvSpPr txBox="1">
              <a:spLocks/>
            </p:cNvSpPr>
            <p:nvPr/>
          </p:nvSpPr>
          <p:spPr bwMode="auto">
            <a:xfrm>
              <a:off x="1838434" y="1562260"/>
              <a:ext cx="1433085" cy="25859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tr-TR" altLang="zh-CN" sz="1867" b="1" dirty="0">
                  <a:solidFill>
                    <a:schemeClr val="accent1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CONTENT 01</a:t>
              </a:r>
              <a:endParaRPr lang="zh-CN" altLang="en-US" sz="1867" b="1" dirty="0">
                <a:solidFill>
                  <a:schemeClr val="accent1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5" name="Group 7"/>
          <p:cNvGrpSpPr/>
          <p:nvPr/>
        </p:nvGrpSpPr>
        <p:grpSpPr>
          <a:xfrm>
            <a:off x="1378825" y="1752549"/>
            <a:ext cx="3061674" cy="437398"/>
            <a:chOff x="1838434" y="2485763"/>
            <a:chExt cx="4082232" cy="583197"/>
          </a:xfrm>
        </p:grpSpPr>
        <p:sp>
          <p:nvSpPr>
            <p:cNvPr id="36" name="TextBox 55"/>
            <p:cNvSpPr txBox="1">
              <a:spLocks/>
            </p:cNvSpPr>
            <p:nvPr/>
          </p:nvSpPr>
          <p:spPr bwMode="auto">
            <a:xfrm>
              <a:off x="1838434" y="2744360"/>
              <a:ext cx="4082232" cy="324600"/>
            </a:xfrm>
            <a:prstGeom prst="rect">
              <a:avLst/>
            </a:prstGeom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Go ahead and replace it with your own text.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7" name="TextBox 6"/>
            <p:cNvSpPr txBox="1">
              <a:spLocks/>
            </p:cNvSpPr>
            <p:nvPr/>
          </p:nvSpPr>
          <p:spPr bwMode="auto">
            <a:xfrm>
              <a:off x="1838434" y="2485763"/>
              <a:ext cx="1433085" cy="25859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tr-TR" altLang="zh-CN" sz="1867" b="1" dirty="0">
                  <a:solidFill>
                    <a:schemeClr val="accent3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CONTENT 03</a:t>
              </a:r>
              <a:endParaRPr lang="zh-CN" altLang="en-US" sz="1867" b="1" dirty="0">
                <a:solidFill>
                  <a:schemeClr val="accent3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19" name="Oval 34"/>
          <p:cNvSpPr/>
          <p:nvPr/>
        </p:nvSpPr>
        <p:spPr>
          <a:xfrm>
            <a:off x="4788024" y="1685223"/>
            <a:ext cx="572048" cy="57204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20" name="Oval 39"/>
          <p:cNvSpPr/>
          <p:nvPr/>
        </p:nvSpPr>
        <p:spPr>
          <a:xfrm>
            <a:off x="4788024" y="960064"/>
            <a:ext cx="572048" cy="57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21" name="Oval 44"/>
          <p:cNvSpPr/>
          <p:nvPr/>
        </p:nvSpPr>
        <p:spPr>
          <a:xfrm>
            <a:off x="673059" y="960064"/>
            <a:ext cx="572048" cy="572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22" name="Oval 49"/>
          <p:cNvSpPr/>
          <p:nvPr/>
        </p:nvSpPr>
        <p:spPr>
          <a:xfrm>
            <a:off x="673059" y="1685223"/>
            <a:ext cx="572048" cy="57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23" name="Freeform: Shape 51"/>
          <p:cNvSpPr>
            <a:spLocks/>
          </p:cNvSpPr>
          <p:nvPr/>
        </p:nvSpPr>
        <p:spPr bwMode="auto">
          <a:xfrm>
            <a:off x="4883954" y="1061141"/>
            <a:ext cx="369894" cy="369894"/>
          </a:xfrm>
          <a:custGeom>
            <a:avLst/>
            <a:gdLst>
              <a:gd name="T0" fmla="*/ 74 w 236"/>
              <a:gd name="T1" fmla="*/ 160 h 236"/>
              <a:gd name="T2" fmla="*/ 93 w 236"/>
              <a:gd name="T3" fmla="*/ 160 h 236"/>
              <a:gd name="T4" fmla="*/ 93 w 236"/>
              <a:gd name="T5" fmla="*/ 103 h 236"/>
              <a:gd name="T6" fmla="*/ 74 w 236"/>
              <a:gd name="T7" fmla="*/ 103 h 236"/>
              <a:gd name="T8" fmla="*/ 74 w 236"/>
              <a:gd name="T9" fmla="*/ 160 h 236"/>
              <a:gd name="T10" fmla="*/ 140 w 236"/>
              <a:gd name="T11" fmla="*/ 102 h 236"/>
              <a:gd name="T12" fmla="*/ 122 w 236"/>
              <a:gd name="T13" fmla="*/ 111 h 236"/>
              <a:gd name="T14" fmla="*/ 122 w 236"/>
              <a:gd name="T15" fmla="*/ 103 h 236"/>
              <a:gd name="T16" fmla="*/ 103 w 236"/>
              <a:gd name="T17" fmla="*/ 103 h 236"/>
              <a:gd name="T18" fmla="*/ 103 w 236"/>
              <a:gd name="T19" fmla="*/ 160 h 236"/>
              <a:gd name="T20" fmla="*/ 122 w 236"/>
              <a:gd name="T21" fmla="*/ 160 h 236"/>
              <a:gd name="T22" fmla="*/ 122 w 236"/>
              <a:gd name="T23" fmla="*/ 128 h 236"/>
              <a:gd name="T24" fmla="*/ 123 w 236"/>
              <a:gd name="T25" fmla="*/ 124 h 236"/>
              <a:gd name="T26" fmla="*/ 133 w 236"/>
              <a:gd name="T27" fmla="*/ 117 h 236"/>
              <a:gd name="T28" fmla="*/ 142 w 236"/>
              <a:gd name="T29" fmla="*/ 130 h 236"/>
              <a:gd name="T30" fmla="*/ 142 w 236"/>
              <a:gd name="T31" fmla="*/ 160 h 236"/>
              <a:gd name="T32" fmla="*/ 161 w 236"/>
              <a:gd name="T33" fmla="*/ 160 h 236"/>
              <a:gd name="T34" fmla="*/ 161 w 236"/>
              <a:gd name="T35" fmla="*/ 160 h 236"/>
              <a:gd name="T36" fmla="*/ 161 w 236"/>
              <a:gd name="T37" fmla="*/ 127 h 236"/>
              <a:gd name="T38" fmla="*/ 140 w 236"/>
              <a:gd name="T39" fmla="*/ 102 h 236"/>
              <a:gd name="T40" fmla="*/ 122 w 236"/>
              <a:gd name="T41" fmla="*/ 111 h 236"/>
              <a:gd name="T42" fmla="*/ 122 w 236"/>
              <a:gd name="T43" fmla="*/ 111 h 236"/>
              <a:gd name="T44" fmla="*/ 122 w 236"/>
              <a:gd name="T45" fmla="*/ 111 h 236"/>
              <a:gd name="T46" fmla="*/ 83 w 236"/>
              <a:gd name="T47" fmla="*/ 75 h 236"/>
              <a:gd name="T48" fmla="*/ 73 w 236"/>
              <a:gd name="T49" fmla="*/ 85 h 236"/>
              <a:gd name="T50" fmla="*/ 83 w 236"/>
              <a:gd name="T51" fmla="*/ 95 h 236"/>
              <a:gd name="T52" fmla="*/ 83 w 236"/>
              <a:gd name="T53" fmla="*/ 95 h 236"/>
              <a:gd name="T54" fmla="*/ 94 w 236"/>
              <a:gd name="T55" fmla="*/ 85 h 236"/>
              <a:gd name="T56" fmla="*/ 83 w 236"/>
              <a:gd name="T57" fmla="*/ 75 h 236"/>
              <a:gd name="T58" fmla="*/ 118 w 236"/>
              <a:gd name="T59" fmla="*/ 0 h 236"/>
              <a:gd name="T60" fmla="*/ 0 w 236"/>
              <a:gd name="T61" fmla="*/ 118 h 236"/>
              <a:gd name="T62" fmla="*/ 118 w 236"/>
              <a:gd name="T63" fmla="*/ 236 h 236"/>
              <a:gd name="T64" fmla="*/ 236 w 236"/>
              <a:gd name="T65" fmla="*/ 118 h 236"/>
              <a:gd name="T66" fmla="*/ 118 w 236"/>
              <a:gd name="T67" fmla="*/ 0 h 236"/>
              <a:gd name="T68" fmla="*/ 181 w 236"/>
              <a:gd name="T69" fmla="*/ 172 h 236"/>
              <a:gd name="T70" fmla="*/ 171 w 236"/>
              <a:gd name="T71" fmla="*/ 181 h 236"/>
              <a:gd name="T72" fmla="*/ 64 w 236"/>
              <a:gd name="T73" fmla="*/ 181 h 236"/>
              <a:gd name="T74" fmla="*/ 55 w 236"/>
              <a:gd name="T75" fmla="*/ 172 h 236"/>
              <a:gd name="T76" fmla="*/ 55 w 236"/>
              <a:gd name="T77" fmla="*/ 63 h 236"/>
              <a:gd name="T78" fmla="*/ 64 w 236"/>
              <a:gd name="T79" fmla="*/ 54 h 236"/>
              <a:gd name="T80" fmla="*/ 171 w 236"/>
              <a:gd name="T81" fmla="*/ 54 h 236"/>
              <a:gd name="T82" fmla="*/ 181 w 236"/>
              <a:gd name="T83" fmla="*/ 63 h 236"/>
              <a:gd name="T84" fmla="*/ 181 w 236"/>
              <a:gd name="T85" fmla="*/ 17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6" h="236">
                <a:moveTo>
                  <a:pt x="74" y="160"/>
                </a:moveTo>
                <a:cubicBezTo>
                  <a:pt x="93" y="160"/>
                  <a:pt x="93" y="160"/>
                  <a:pt x="93" y="16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74" y="103"/>
                  <a:pt x="74" y="103"/>
                  <a:pt x="74" y="103"/>
                </a:cubicBezTo>
                <a:lnTo>
                  <a:pt x="74" y="160"/>
                </a:lnTo>
                <a:close/>
                <a:moveTo>
                  <a:pt x="140" y="102"/>
                </a:moveTo>
                <a:cubicBezTo>
                  <a:pt x="129" y="102"/>
                  <a:pt x="125" y="107"/>
                  <a:pt x="122" y="111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04" y="108"/>
                  <a:pt x="103" y="160"/>
                  <a:pt x="103" y="160"/>
                </a:cubicBezTo>
                <a:cubicBezTo>
                  <a:pt x="122" y="160"/>
                  <a:pt x="122" y="160"/>
                  <a:pt x="122" y="160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2" y="127"/>
                  <a:pt x="123" y="125"/>
                  <a:pt x="123" y="124"/>
                </a:cubicBezTo>
                <a:cubicBezTo>
                  <a:pt x="124" y="120"/>
                  <a:pt x="128" y="117"/>
                  <a:pt x="133" y="117"/>
                </a:cubicBezTo>
                <a:cubicBezTo>
                  <a:pt x="140" y="117"/>
                  <a:pt x="142" y="122"/>
                  <a:pt x="142" y="13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27"/>
                  <a:pt x="161" y="127"/>
                  <a:pt x="161" y="127"/>
                </a:cubicBezTo>
                <a:cubicBezTo>
                  <a:pt x="161" y="110"/>
                  <a:pt x="152" y="102"/>
                  <a:pt x="140" y="102"/>
                </a:cubicBezTo>
                <a:close/>
                <a:moveTo>
                  <a:pt x="122" y="111"/>
                </a:moveTo>
                <a:cubicBezTo>
                  <a:pt x="122" y="111"/>
                  <a:pt x="122" y="111"/>
                  <a:pt x="122" y="111"/>
                </a:cubicBezTo>
                <a:cubicBezTo>
                  <a:pt x="122" y="111"/>
                  <a:pt x="122" y="111"/>
                  <a:pt x="122" y="111"/>
                </a:cubicBezTo>
                <a:close/>
                <a:moveTo>
                  <a:pt x="83" y="75"/>
                </a:moveTo>
                <a:cubicBezTo>
                  <a:pt x="77" y="75"/>
                  <a:pt x="73" y="80"/>
                  <a:pt x="73" y="85"/>
                </a:cubicBezTo>
                <a:cubicBezTo>
                  <a:pt x="73" y="91"/>
                  <a:pt x="77" y="95"/>
                  <a:pt x="83" y="95"/>
                </a:cubicBezTo>
                <a:cubicBezTo>
                  <a:pt x="83" y="95"/>
                  <a:pt x="83" y="95"/>
                  <a:pt x="83" y="95"/>
                </a:cubicBezTo>
                <a:cubicBezTo>
                  <a:pt x="90" y="95"/>
                  <a:pt x="94" y="91"/>
                  <a:pt x="94" y="85"/>
                </a:cubicBezTo>
                <a:cubicBezTo>
                  <a:pt x="94" y="80"/>
                  <a:pt x="90" y="75"/>
                  <a:pt x="83" y="75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1" y="172"/>
                </a:moveTo>
                <a:cubicBezTo>
                  <a:pt x="181" y="177"/>
                  <a:pt x="176" y="181"/>
                  <a:pt x="171" y="181"/>
                </a:cubicBezTo>
                <a:cubicBezTo>
                  <a:pt x="64" y="181"/>
                  <a:pt x="64" y="181"/>
                  <a:pt x="64" y="181"/>
                </a:cubicBezTo>
                <a:cubicBezTo>
                  <a:pt x="59" y="181"/>
                  <a:pt x="55" y="177"/>
                  <a:pt x="55" y="172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8"/>
                  <a:pt x="59" y="54"/>
                  <a:pt x="64" y="54"/>
                </a:cubicBezTo>
                <a:cubicBezTo>
                  <a:pt x="171" y="54"/>
                  <a:pt x="171" y="54"/>
                  <a:pt x="171" y="54"/>
                </a:cubicBezTo>
                <a:cubicBezTo>
                  <a:pt x="176" y="54"/>
                  <a:pt x="181" y="58"/>
                  <a:pt x="181" y="63"/>
                </a:cubicBezTo>
                <a:cubicBezTo>
                  <a:pt x="181" y="172"/>
                  <a:pt x="181" y="172"/>
                  <a:pt x="181" y="1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24" name="Freeform: Shape 52"/>
          <p:cNvSpPr>
            <a:spLocks/>
          </p:cNvSpPr>
          <p:nvPr/>
        </p:nvSpPr>
        <p:spPr bwMode="auto">
          <a:xfrm>
            <a:off x="790937" y="1786300"/>
            <a:ext cx="369894" cy="369894"/>
          </a:xfrm>
          <a:custGeom>
            <a:avLst/>
            <a:gdLst>
              <a:gd name="T0" fmla="*/ 187 w 228"/>
              <a:gd name="T1" fmla="*/ 114 h 240"/>
              <a:gd name="T2" fmla="*/ 114 w 228"/>
              <a:gd name="T3" fmla="*/ 40 h 240"/>
              <a:gd name="T4" fmla="*/ 40 w 228"/>
              <a:gd name="T5" fmla="*/ 114 h 240"/>
              <a:gd name="T6" fmla="*/ 68 w 228"/>
              <a:gd name="T7" fmla="*/ 171 h 240"/>
              <a:gd name="T8" fmla="*/ 74 w 228"/>
              <a:gd name="T9" fmla="*/ 173 h 240"/>
              <a:gd name="T10" fmla="*/ 81 w 228"/>
              <a:gd name="T11" fmla="*/ 169 h 240"/>
              <a:gd name="T12" fmla="*/ 79 w 228"/>
              <a:gd name="T13" fmla="*/ 156 h 240"/>
              <a:gd name="T14" fmla="*/ 59 w 228"/>
              <a:gd name="T15" fmla="*/ 114 h 240"/>
              <a:gd name="T16" fmla="*/ 114 w 228"/>
              <a:gd name="T17" fmla="*/ 59 h 240"/>
              <a:gd name="T18" fmla="*/ 169 w 228"/>
              <a:gd name="T19" fmla="*/ 114 h 240"/>
              <a:gd name="T20" fmla="*/ 152 w 228"/>
              <a:gd name="T21" fmla="*/ 153 h 240"/>
              <a:gd name="T22" fmla="*/ 151 w 228"/>
              <a:gd name="T23" fmla="*/ 166 h 240"/>
              <a:gd name="T24" fmla="*/ 165 w 228"/>
              <a:gd name="T25" fmla="*/ 167 h 240"/>
              <a:gd name="T26" fmla="*/ 187 w 228"/>
              <a:gd name="T27" fmla="*/ 114 h 240"/>
              <a:gd name="T28" fmla="*/ 116 w 228"/>
              <a:gd name="T29" fmla="*/ 79 h 240"/>
              <a:gd name="T30" fmla="*/ 81 w 228"/>
              <a:gd name="T31" fmla="*/ 114 h 240"/>
              <a:gd name="T32" fmla="*/ 101 w 228"/>
              <a:gd name="T33" fmla="*/ 144 h 240"/>
              <a:gd name="T34" fmla="*/ 101 w 228"/>
              <a:gd name="T35" fmla="*/ 226 h 240"/>
              <a:gd name="T36" fmla="*/ 115 w 228"/>
              <a:gd name="T37" fmla="*/ 240 h 240"/>
              <a:gd name="T38" fmla="*/ 129 w 228"/>
              <a:gd name="T39" fmla="*/ 226 h 240"/>
              <a:gd name="T40" fmla="*/ 129 w 228"/>
              <a:gd name="T41" fmla="*/ 145 h 240"/>
              <a:gd name="T42" fmla="*/ 150 w 228"/>
              <a:gd name="T43" fmla="*/ 114 h 240"/>
              <a:gd name="T44" fmla="*/ 116 w 228"/>
              <a:gd name="T45" fmla="*/ 79 h 240"/>
              <a:gd name="T46" fmla="*/ 114 w 228"/>
              <a:gd name="T47" fmla="*/ 0 h 240"/>
              <a:gd name="T48" fmla="*/ 0 w 228"/>
              <a:gd name="T49" fmla="*/ 114 h 240"/>
              <a:gd name="T50" fmla="*/ 52 w 228"/>
              <a:gd name="T51" fmla="*/ 209 h 240"/>
              <a:gd name="T52" fmla="*/ 57 w 228"/>
              <a:gd name="T53" fmla="*/ 211 h 240"/>
              <a:gd name="T54" fmla="*/ 65 w 228"/>
              <a:gd name="T55" fmla="*/ 206 h 240"/>
              <a:gd name="T56" fmla="*/ 62 w 228"/>
              <a:gd name="T57" fmla="*/ 193 h 240"/>
              <a:gd name="T58" fmla="*/ 19 w 228"/>
              <a:gd name="T59" fmla="*/ 114 h 240"/>
              <a:gd name="T60" fmla="*/ 114 w 228"/>
              <a:gd name="T61" fmla="*/ 18 h 240"/>
              <a:gd name="T62" fmla="*/ 209 w 228"/>
              <a:gd name="T63" fmla="*/ 114 h 240"/>
              <a:gd name="T64" fmla="*/ 168 w 228"/>
              <a:gd name="T65" fmla="*/ 192 h 240"/>
              <a:gd name="T66" fmla="*/ 165 w 228"/>
              <a:gd name="T67" fmla="*/ 205 h 240"/>
              <a:gd name="T68" fmla="*/ 178 w 228"/>
              <a:gd name="T69" fmla="*/ 208 h 240"/>
              <a:gd name="T70" fmla="*/ 228 w 228"/>
              <a:gd name="T71" fmla="*/ 114 h 240"/>
              <a:gd name="T72" fmla="*/ 114 w 228"/>
              <a:gd name="T73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8" h="240">
                <a:moveTo>
                  <a:pt x="187" y="114"/>
                </a:moveTo>
                <a:cubicBezTo>
                  <a:pt x="187" y="73"/>
                  <a:pt x="154" y="40"/>
                  <a:pt x="114" y="40"/>
                </a:cubicBezTo>
                <a:cubicBezTo>
                  <a:pt x="73" y="40"/>
                  <a:pt x="40" y="73"/>
                  <a:pt x="40" y="114"/>
                </a:cubicBezTo>
                <a:cubicBezTo>
                  <a:pt x="40" y="136"/>
                  <a:pt x="50" y="157"/>
                  <a:pt x="68" y="171"/>
                </a:cubicBezTo>
                <a:cubicBezTo>
                  <a:pt x="69" y="172"/>
                  <a:pt x="71" y="173"/>
                  <a:pt x="74" y="173"/>
                </a:cubicBezTo>
                <a:cubicBezTo>
                  <a:pt x="76" y="173"/>
                  <a:pt x="79" y="171"/>
                  <a:pt x="81" y="169"/>
                </a:cubicBezTo>
                <a:cubicBezTo>
                  <a:pt x="84" y="165"/>
                  <a:pt x="83" y="159"/>
                  <a:pt x="79" y="156"/>
                </a:cubicBezTo>
                <a:cubicBezTo>
                  <a:pt x="67" y="146"/>
                  <a:pt x="59" y="130"/>
                  <a:pt x="59" y="114"/>
                </a:cubicBezTo>
                <a:cubicBezTo>
                  <a:pt x="59" y="83"/>
                  <a:pt x="84" y="59"/>
                  <a:pt x="114" y="59"/>
                </a:cubicBezTo>
                <a:cubicBezTo>
                  <a:pt x="144" y="59"/>
                  <a:pt x="169" y="83"/>
                  <a:pt x="169" y="114"/>
                </a:cubicBezTo>
                <a:cubicBezTo>
                  <a:pt x="169" y="129"/>
                  <a:pt x="163" y="143"/>
                  <a:pt x="152" y="153"/>
                </a:cubicBezTo>
                <a:cubicBezTo>
                  <a:pt x="148" y="157"/>
                  <a:pt x="148" y="163"/>
                  <a:pt x="151" y="166"/>
                </a:cubicBezTo>
                <a:cubicBezTo>
                  <a:pt x="155" y="170"/>
                  <a:pt x="161" y="170"/>
                  <a:pt x="165" y="167"/>
                </a:cubicBezTo>
                <a:cubicBezTo>
                  <a:pt x="179" y="153"/>
                  <a:pt x="187" y="134"/>
                  <a:pt x="187" y="114"/>
                </a:cubicBezTo>
                <a:close/>
                <a:moveTo>
                  <a:pt x="116" y="79"/>
                </a:moveTo>
                <a:cubicBezTo>
                  <a:pt x="97" y="79"/>
                  <a:pt x="81" y="95"/>
                  <a:pt x="81" y="114"/>
                </a:cubicBezTo>
                <a:cubicBezTo>
                  <a:pt x="81" y="127"/>
                  <a:pt x="89" y="139"/>
                  <a:pt x="101" y="144"/>
                </a:cubicBezTo>
                <a:cubicBezTo>
                  <a:pt x="101" y="226"/>
                  <a:pt x="101" y="226"/>
                  <a:pt x="101" y="226"/>
                </a:cubicBezTo>
                <a:cubicBezTo>
                  <a:pt x="101" y="233"/>
                  <a:pt x="107" y="240"/>
                  <a:pt x="115" y="240"/>
                </a:cubicBezTo>
                <a:cubicBezTo>
                  <a:pt x="123" y="240"/>
                  <a:pt x="129" y="233"/>
                  <a:pt x="129" y="226"/>
                </a:cubicBezTo>
                <a:cubicBezTo>
                  <a:pt x="129" y="145"/>
                  <a:pt x="129" y="145"/>
                  <a:pt x="129" y="145"/>
                </a:cubicBezTo>
                <a:cubicBezTo>
                  <a:pt x="141" y="140"/>
                  <a:pt x="150" y="128"/>
                  <a:pt x="150" y="114"/>
                </a:cubicBezTo>
                <a:cubicBezTo>
                  <a:pt x="150" y="95"/>
                  <a:pt x="134" y="79"/>
                  <a:pt x="116" y="79"/>
                </a:cubicBezTo>
                <a:close/>
                <a:moveTo>
                  <a:pt x="114" y="0"/>
                </a:moveTo>
                <a:cubicBezTo>
                  <a:pt x="51" y="0"/>
                  <a:pt x="0" y="51"/>
                  <a:pt x="0" y="114"/>
                </a:cubicBezTo>
                <a:cubicBezTo>
                  <a:pt x="0" y="152"/>
                  <a:pt x="19" y="188"/>
                  <a:pt x="52" y="209"/>
                </a:cubicBezTo>
                <a:cubicBezTo>
                  <a:pt x="54" y="210"/>
                  <a:pt x="55" y="211"/>
                  <a:pt x="57" y="211"/>
                </a:cubicBezTo>
                <a:cubicBezTo>
                  <a:pt x="60" y="211"/>
                  <a:pt x="63" y="209"/>
                  <a:pt x="65" y="206"/>
                </a:cubicBezTo>
                <a:cubicBezTo>
                  <a:pt x="68" y="202"/>
                  <a:pt x="67" y="196"/>
                  <a:pt x="62" y="193"/>
                </a:cubicBezTo>
                <a:cubicBezTo>
                  <a:pt x="35" y="176"/>
                  <a:pt x="19" y="146"/>
                  <a:pt x="19" y="114"/>
                </a:cubicBezTo>
                <a:cubicBezTo>
                  <a:pt x="19" y="61"/>
                  <a:pt x="61" y="18"/>
                  <a:pt x="114" y="18"/>
                </a:cubicBezTo>
                <a:cubicBezTo>
                  <a:pt x="166" y="18"/>
                  <a:pt x="209" y="61"/>
                  <a:pt x="209" y="114"/>
                </a:cubicBezTo>
                <a:cubicBezTo>
                  <a:pt x="209" y="145"/>
                  <a:pt x="194" y="174"/>
                  <a:pt x="168" y="192"/>
                </a:cubicBezTo>
                <a:cubicBezTo>
                  <a:pt x="163" y="195"/>
                  <a:pt x="162" y="201"/>
                  <a:pt x="165" y="205"/>
                </a:cubicBezTo>
                <a:cubicBezTo>
                  <a:pt x="168" y="209"/>
                  <a:pt x="174" y="211"/>
                  <a:pt x="178" y="208"/>
                </a:cubicBezTo>
                <a:cubicBezTo>
                  <a:pt x="209" y="186"/>
                  <a:pt x="228" y="151"/>
                  <a:pt x="228" y="114"/>
                </a:cubicBezTo>
                <a:cubicBezTo>
                  <a:pt x="228" y="51"/>
                  <a:pt x="177" y="0"/>
                  <a:pt x="1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25" name="Freeform: Shape 53"/>
          <p:cNvSpPr>
            <a:spLocks/>
          </p:cNvSpPr>
          <p:nvPr/>
        </p:nvSpPr>
        <p:spPr bwMode="auto">
          <a:xfrm>
            <a:off x="4879208" y="1786300"/>
            <a:ext cx="369894" cy="369894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sp>
        <p:nvSpPr>
          <p:cNvPr id="26" name="Freeform: Shape 54"/>
          <p:cNvSpPr>
            <a:spLocks/>
          </p:cNvSpPr>
          <p:nvPr/>
        </p:nvSpPr>
        <p:spPr bwMode="auto">
          <a:xfrm>
            <a:off x="777602" y="1061141"/>
            <a:ext cx="369894" cy="369894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latin typeface="Lucida Sans Unicode" pitchFamily="34" charset="0"/>
              <a:cs typeface="Lucida Sans Unicode" pitchFamily="34" charset="0"/>
              <a:sym typeface="+mn-lt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659993" y="2616759"/>
            <a:ext cx="7824015" cy="1795161"/>
            <a:chOff x="659993" y="2616759"/>
            <a:chExt cx="7824015" cy="1795161"/>
          </a:xfrm>
        </p:grpSpPr>
        <p:sp>
          <p:nvSpPr>
            <p:cNvPr id="6" name="Rectangle: Rounded Corners 14"/>
            <p:cNvSpPr/>
            <p:nvPr/>
          </p:nvSpPr>
          <p:spPr>
            <a:xfrm>
              <a:off x="659994" y="2833876"/>
              <a:ext cx="7824014" cy="15634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Rectangle: Rounded Corners 15"/>
            <p:cNvSpPr/>
            <p:nvPr/>
          </p:nvSpPr>
          <p:spPr>
            <a:xfrm>
              <a:off x="659993" y="2833876"/>
              <a:ext cx="6735252" cy="1563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8" name="TextBox 16"/>
            <p:cNvSpPr txBox="1">
              <a:spLocks/>
            </p:cNvSpPr>
            <p:nvPr/>
          </p:nvSpPr>
          <p:spPr bwMode="auto">
            <a:xfrm>
              <a:off x="790937" y="2616759"/>
              <a:ext cx="2665560" cy="21711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tr-TR" altLang="zh-CN" sz="1400" b="1" dirty="0">
                  <a:solidFill>
                    <a:schemeClr val="accent1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TYPE 01</a:t>
              </a:r>
              <a:endParaRPr lang="zh-CN" altLang="en-US" sz="1400" b="1" dirty="0">
                <a:solidFill>
                  <a:schemeClr val="accent1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TextBox 17"/>
            <p:cNvSpPr txBox="1">
              <a:spLocks/>
            </p:cNvSpPr>
            <p:nvPr/>
          </p:nvSpPr>
          <p:spPr bwMode="auto">
            <a:xfrm>
              <a:off x="7465782" y="2836263"/>
              <a:ext cx="170720" cy="15658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en-US" altLang="ko-KR" sz="1600">
                  <a:latin typeface="Lucida Sans Unicode" pitchFamily="34" charset="0"/>
                  <a:cs typeface="Lucida Sans Unicode" pitchFamily="34" charset="0"/>
                  <a:sym typeface="+mn-lt"/>
                </a:rPr>
                <a:t>80</a:t>
              </a:r>
            </a:p>
          </p:txBody>
        </p:sp>
        <p:sp>
          <p:nvSpPr>
            <p:cNvPr id="10" name="Rectangle: Rounded Corners 19"/>
            <p:cNvSpPr/>
            <p:nvPr/>
          </p:nvSpPr>
          <p:spPr>
            <a:xfrm>
              <a:off x="659994" y="3307552"/>
              <a:ext cx="7824013" cy="15634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Rectangle: Rounded Corners 20"/>
            <p:cNvSpPr/>
            <p:nvPr/>
          </p:nvSpPr>
          <p:spPr>
            <a:xfrm>
              <a:off x="659994" y="3307552"/>
              <a:ext cx="4175307" cy="15634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TextBox 22"/>
            <p:cNvSpPr txBox="1">
              <a:spLocks/>
            </p:cNvSpPr>
            <p:nvPr/>
          </p:nvSpPr>
          <p:spPr bwMode="auto">
            <a:xfrm>
              <a:off x="4922495" y="3309064"/>
              <a:ext cx="170720" cy="15658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en-US" altLang="ko-KR" sz="1600">
                  <a:latin typeface="Lucida Sans Unicode" pitchFamily="34" charset="0"/>
                  <a:cs typeface="Lucida Sans Unicode" pitchFamily="34" charset="0"/>
                  <a:sym typeface="+mn-lt"/>
                </a:rPr>
                <a:t>55</a:t>
              </a:r>
            </a:p>
          </p:txBody>
        </p:sp>
        <p:sp>
          <p:nvSpPr>
            <p:cNvPr id="13" name="Rectangle: Rounded Corners 24"/>
            <p:cNvSpPr/>
            <p:nvPr/>
          </p:nvSpPr>
          <p:spPr>
            <a:xfrm>
              <a:off x="659994" y="3781449"/>
              <a:ext cx="7824013" cy="15634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Rectangle: Rounded Corners 25"/>
            <p:cNvSpPr/>
            <p:nvPr/>
          </p:nvSpPr>
          <p:spPr>
            <a:xfrm>
              <a:off x="659994" y="3781449"/>
              <a:ext cx="4650644" cy="156347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TextBox 27"/>
            <p:cNvSpPr txBox="1">
              <a:spLocks/>
            </p:cNvSpPr>
            <p:nvPr/>
          </p:nvSpPr>
          <p:spPr bwMode="auto">
            <a:xfrm>
              <a:off x="5366840" y="3782086"/>
              <a:ext cx="170720" cy="15658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en-US" altLang="ko-KR" sz="1600">
                  <a:latin typeface="Lucida Sans Unicode" pitchFamily="34" charset="0"/>
                  <a:cs typeface="Lucida Sans Unicode" pitchFamily="34" charset="0"/>
                  <a:sym typeface="+mn-lt"/>
                </a:rPr>
                <a:t>60</a:t>
              </a:r>
            </a:p>
          </p:txBody>
        </p:sp>
        <p:sp>
          <p:nvSpPr>
            <p:cNvPr id="16" name="Rectangle: Rounded Corners 29"/>
            <p:cNvSpPr/>
            <p:nvPr/>
          </p:nvSpPr>
          <p:spPr>
            <a:xfrm>
              <a:off x="659994" y="4255573"/>
              <a:ext cx="7824013" cy="15634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Rectangle: Rounded Corners 30"/>
            <p:cNvSpPr/>
            <p:nvPr/>
          </p:nvSpPr>
          <p:spPr>
            <a:xfrm>
              <a:off x="659994" y="4255573"/>
              <a:ext cx="2803450" cy="156347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TextBox 32"/>
            <p:cNvSpPr txBox="1">
              <a:spLocks/>
            </p:cNvSpPr>
            <p:nvPr/>
          </p:nvSpPr>
          <p:spPr bwMode="auto">
            <a:xfrm>
              <a:off x="3542690" y="4255333"/>
              <a:ext cx="170720" cy="15658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en-US" altLang="ko-KR" sz="1600">
                  <a:latin typeface="Lucida Sans Unicode" pitchFamily="34" charset="0"/>
                  <a:cs typeface="Lucida Sans Unicode" pitchFamily="34" charset="0"/>
                  <a:sym typeface="+mn-lt"/>
                </a:rPr>
                <a:t>37</a:t>
              </a:r>
            </a:p>
          </p:txBody>
        </p:sp>
        <p:sp>
          <p:nvSpPr>
            <p:cNvPr id="27" name="TextBox 58"/>
            <p:cNvSpPr txBox="1">
              <a:spLocks/>
            </p:cNvSpPr>
            <p:nvPr/>
          </p:nvSpPr>
          <p:spPr bwMode="auto">
            <a:xfrm>
              <a:off x="790937" y="3090436"/>
              <a:ext cx="2665560" cy="21711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tr-TR" altLang="zh-CN" sz="1400" b="1" dirty="0">
                  <a:solidFill>
                    <a:schemeClr val="accent2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TYPE 02</a:t>
              </a:r>
              <a:endParaRPr lang="zh-CN" altLang="en-US" sz="1400" b="1" dirty="0">
                <a:solidFill>
                  <a:schemeClr val="accent2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8" name="TextBox 59"/>
            <p:cNvSpPr txBox="1">
              <a:spLocks/>
            </p:cNvSpPr>
            <p:nvPr/>
          </p:nvSpPr>
          <p:spPr bwMode="auto">
            <a:xfrm>
              <a:off x="790937" y="3564332"/>
              <a:ext cx="2665560" cy="21711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tr-TR" altLang="zh-CN" sz="1400" b="1" dirty="0">
                  <a:solidFill>
                    <a:schemeClr val="accent3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TYPE 03</a:t>
              </a:r>
              <a:endParaRPr lang="zh-CN" altLang="en-US" sz="1400" b="1" dirty="0">
                <a:solidFill>
                  <a:schemeClr val="accent3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9" name="TextBox 60"/>
            <p:cNvSpPr txBox="1">
              <a:spLocks/>
            </p:cNvSpPr>
            <p:nvPr/>
          </p:nvSpPr>
          <p:spPr bwMode="auto">
            <a:xfrm>
              <a:off x="797884" y="4038456"/>
              <a:ext cx="2665560" cy="21711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ctr" anchorCtr="0">
              <a:normAutofit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tr-TR" altLang="zh-CN" sz="1400" b="1" dirty="0">
                  <a:solidFill>
                    <a:schemeClr val="accent4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TYPE 04</a:t>
              </a:r>
              <a:endParaRPr lang="zh-CN" altLang="en-US" sz="1400" b="1" dirty="0">
                <a:solidFill>
                  <a:schemeClr val="accent4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0" name="Group 4"/>
          <p:cNvGrpSpPr/>
          <p:nvPr/>
        </p:nvGrpSpPr>
        <p:grpSpPr>
          <a:xfrm>
            <a:off x="5493791" y="1027389"/>
            <a:ext cx="3061674" cy="437398"/>
            <a:chOff x="7325054" y="1523738"/>
            <a:chExt cx="4082232" cy="583197"/>
          </a:xfrm>
        </p:grpSpPr>
        <p:sp>
          <p:nvSpPr>
            <p:cNvPr id="34" name="TextBox 9"/>
            <p:cNvSpPr txBox="1">
              <a:spLocks/>
            </p:cNvSpPr>
            <p:nvPr/>
          </p:nvSpPr>
          <p:spPr bwMode="auto">
            <a:xfrm>
              <a:off x="7325054" y="1523738"/>
              <a:ext cx="1433085" cy="25859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tr-TR" altLang="zh-CN" sz="1867" b="1" dirty="0">
                  <a:solidFill>
                    <a:schemeClr val="accent2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CONTENT 02</a:t>
              </a:r>
              <a:endParaRPr lang="zh-CN" altLang="en-US" sz="1867" b="1" dirty="0">
                <a:solidFill>
                  <a:schemeClr val="accent2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5" name="TextBox 33"/>
            <p:cNvSpPr txBox="1">
              <a:spLocks/>
            </p:cNvSpPr>
            <p:nvPr/>
          </p:nvSpPr>
          <p:spPr bwMode="auto">
            <a:xfrm>
              <a:off x="7325054" y="1782335"/>
              <a:ext cx="4082232" cy="324600"/>
            </a:xfrm>
            <a:prstGeom prst="rect">
              <a:avLst/>
            </a:prstGeom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Go ahead and replace it with your own text.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1" name="Group 5"/>
          <p:cNvGrpSpPr/>
          <p:nvPr/>
        </p:nvGrpSpPr>
        <p:grpSpPr>
          <a:xfrm>
            <a:off x="5493791" y="1752549"/>
            <a:ext cx="3061674" cy="437398"/>
            <a:chOff x="7325054" y="2496601"/>
            <a:chExt cx="4082232" cy="583197"/>
          </a:xfrm>
        </p:grpSpPr>
        <p:sp>
          <p:nvSpPr>
            <p:cNvPr id="32" name="TextBox 12"/>
            <p:cNvSpPr txBox="1">
              <a:spLocks/>
            </p:cNvSpPr>
            <p:nvPr/>
          </p:nvSpPr>
          <p:spPr bwMode="auto">
            <a:xfrm>
              <a:off x="7325054" y="2496601"/>
              <a:ext cx="1433085" cy="258597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none" lIns="0" tIns="0" rIns="0" bIns="0" anchor="t" anchorCtr="0">
              <a:normAutofit fontScale="77500" lnSpcReduction="20000"/>
              <a:sp3d/>
            </a:bodyPr>
            <a:lstStyle/>
            <a:p>
              <a:pPr>
                <a:buClr>
                  <a:prstClr val="white"/>
                </a:buClr>
                <a:defRPr/>
              </a:pPr>
              <a:r>
                <a:rPr lang="tr-TR" altLang="zh-CN" sz="1867" b="1" dirty="0">
                  <a:solidFill>
                    <a:schemeClr val="accent4"/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CONTENT 04</a:t>
              </a:r>
              <a:endParaRPr lang="zh-CN" altLang="en-US" sz="1867" b="1" dirty="0">
                <a:solidFill>
                  <a:schemeClr val="accent4"/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3" name="TextBox 35"/>
            <p:cNvSpPr txBox="1">
              <a:spLocks/>
            </p:cNvSpPr>
            <p:nvPr/>
          </p:nvSpPr>
          <p:spPr bwMode="auto">
            <a:xfrm>
              <a:off x="7325054" y="2755198"/>
              <a:ext cx="4082232" cy="324600"/>
            </a:xfrm>
            <a:prstGeom prst="rect">
              <a:avLst/>
            </a:prstGeom>
          </p:spPr>
          <p:txBody>
            <a:bodyPr wrap="square" lIns="0" tIns="0" rIns="0" bIns="0" anchor="ctr" anchorCtr="0">
              <a:norm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050" dirty="0">
                  <a:solidFill>
                    <a:schemeClr val="dk1">
                      <a:lumMod val="100000"/>
                    </a:schemeClr>
                  </a:solidFill>
                  <a:latin typeface="Lucida Sans Unicode" pitchFamily="34" charset="0"/>
                  <a:cs typeface="Lucida Sans Unicode" pitchFamily="34" charset="0"/>
                  <a:sym typeface="+mn-lt"/>
                </a:rPr>
                <a:t>Go ahead and replace it with your own text.</a:t>
              </a:r>
              <a:endParaRPr lang="zh-CN" altLang="en-US" sz="1050" dirty="0">
                <a:solidFill>
                  <a:schemeClr val="dk1">
                    <a:lumMod val="100000"/>
                  </a:schemeClr>
                </a:solidFill>
                <a:latin typeface="Lucida Sans Unicode" pitchFamily="34" charset="0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40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tr-TR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Lucida Sans Unicode" pitchFamily="34" charset="0"/>
                <a:ea typeface="+mn-ea"/>
                <a:cs typeface="Lucida Sans Unicode" pitchFamily="34" charset="0"/>
                <a:sym typeface="+mn-lt"/>
              </a:rPr>
              <a:t>TITLE HERE</a:t>
            </a:r>
            <a:endParaRPr lang="en-GB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Lucida Sans Unicode" pitchFamily="34" charset="0"/>
              <a:ea typeface="+mn-ea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132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/>
          <p:nvPr/>
        </p:nvSpPr>
        <p:spPr>
          <a:xfrm rot="5400000">
            <a:off x="4516308" y="-1087363"/>
            <a:ext cx="138219" cy="7371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51214" y="2070977"/>
            <a:ext cx="1667990" cy="1726403"/>
            <a:chOff x="751214" y="2070977"/>
            <a:chExt cx="1667990" cy="1726403"/>
          </a:xfrm>
        </p:grpSpPr>
        <p:grpSp>
          <p:nvGrpSpPr>
            <p:cNvPr id="5" name="Group 7"/>
            <p:cNvGrpSpPr/>
            <p:nvPr/>
          </p:nvGrpSpPr>
          <p:grpSpPr>
            <a:xfrm>
              <a:off x="1277901" y="2410049"/>
              <a:ext cx="1140866" cy="495282"/>
              <a:chOff x="1785938" y="1587962"/>
              <a:chExt cx="1217700" cy="528638"/>
            </a:xfrm>
          </p:grpSpPr>
          <p:sp>
            <p:nvSpPr>
              <p:cNvPr id="38" name="Right Triangle 6"/>
              <p:cNvSpPr/>
              <p:nvPr/>
            </p:nvSpPr>
            <p:spPr>
              <a:xfrm rot="2217923" flipV="1">
                <a:off x="2789202" y="1635101"/>
                <a:ext cx="214436" cy="161319"/>
              </a:xfrm>
              <a:prstGeom prst="rtTriangl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" name="Parallelogram 3"/>
              <p:cNvSpPr/>
              <p:nvPr/>
            </p:nvSpPr>
            <p:spPr>
              <a:xfrm>
                <a:off x="1785938" y="1587962"/>
                <a:ext cx="1074906" cy="528638"/>
              </a:xfrm>
              <a:prstGeom prst="parallelogram">
                <a:avLst>
                  <a:gd name="adj" fmla="val 73726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" name="Oval 8"/>
            <p:cNvSpPr/>
            <p:nvPr/>
          </p:nvSpPr>
          <p:spPr>
            <a:xfrm>
              <a:off x="1719483" y="2070977"/>
              <a:ext cx="430013" cy="430013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 fontScale="92500"/>
            </a:bodyPr>
            <a:lstStyle/>
            <a:p>
              <a:pPr algn="ctr" rtl="1"/>
              <a:r>
                <a:rPr lang="fa-IR" b="1" altLang="en-US">
                  <a:cs typeface="+mn-ea"/>
                  <a:sym typeface="+mn-lt"/>
                </a:rPr>
                <a:t>۱</a:t>
              </a:r>
            </a:p>
          </p:txBody>
        </p:sp>
        <p:grpSp>
          <p:nvGrpSpPr>
            <p:cNvPr id="15" name="Group 1"/>
            <p:cNvGrpSpPr/>
            <p:nvPr/>
          </p:nvGrpSpPr>
          <p:grpSpPr>
            <a:xfrm>
              <a:off x="751214" y="3159320"/>
              <a:ext cx="1667990" cy="638060"/>
              <a:chOff x="1001619" y="4224642"/>
              <a:chExt cx="2223986" cy="850747"/>
            </a:xfrm>
          </p:grpSpPr>
          <p:sp>
            <p:nvSpPr>
              <p:cNvPr id="28" name="TextBox 57"/>
              <p:cNvSpPr txBox="1">
                <a:spLocks/>
              </p:cNvSpPr>
              <p:nvPr/>
            </p:nvSpPr>
            <p:spPr bwMode="auto">
              <a:xfrm>
                <a:off x="1001619" y="4224642"/>
                <a:ext cx="2223986" cy="340735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anchor="b" anchorCtr="1">
                <a:normAutofit fontScale="77500"/>
              </a:bodyPr>
              <a:lstStyle/>
              <a:p>
                <a:pPr algn="ctr" latinLnBrk="0" rtl="1"/>
                <a:r>
                  <a:rPr lang="fa-IR" altLang="en-US" sz="1600" dirty="0">
                    <a:solidFill>
                      <a:schemeClr val="accent1"/>
                    </a:solidFill>
                    <a:effectLst/>
                    <a:cs typeface="+mn-ea"/>
                    <a:sym typeface="+mn-lt"/>
                  </a:rPr>
                  <a:t>اختلاط</a:t>
                </a:r>
                <a:endParaRPr lang="fa-IR" altLang="en-US" sz="1600" dirty="0">
                  <a:solidFill>
                    <a:schemeClr val="accent1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9" name="TextBox 58"/>
              <p:cNvSpPr txBox="1">
                <a:spLocks/>
              </p:cNvSpPr>
              <p:nvPr/>
            </p:nvSpPr>
            <p:spPr bwMode="auto">
              <a:xfrm>
                <a:off x="1001619" y="4565377"/>
                <a:ext cx="2223986" cy="51001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1">
                <a:normAutofit fontScale="92500"/>
              </a:bodyPr>
              <a:lstStyle/>
              <a:p>
                <a:pPr algn="ctr" rtl="1">
                  <a:lnSpc>
                    <a:spcPct val="120000"/>
                  </a:lnSpc>
                </a:pPr>
                <a:r>
                  <a:rPr lang="fa-IR" altLang="en-US" sz="900" dirty="0">
                    <a:cs typeface="+mn-ea"/>
                    <a:sym typeface="+mn-lt"/>
                  </a:rPr>
                  <a:t>ورود آب و تشکیل لایهٔ هیدروکسیله</a:t>
                </a:r>
                <a:endParaRPr lang="fa-IR" altLang="en-US" sz="900" b="0" dirty="0"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2212510" y="1346119"/>
            <a:ext cx="1667990" cy="1778660"/>
            <a:chOff x="2212510" y="1346119"/>
            <a:chExt cx="1667990" cy="1778660"/>
          </a:xfrm>
        </p:grpSpPr>
        <p:grpSp>
          <p:nvGrpSpPr>
            <p:cNvPr id="7" name="Group 15"/>
            <p:cNvGrpSpPr/>
            <p:nvPr/>
          </p:nvGrpSpPr>
          <p:grpSpPr>
            <a:xfrm flipV="1">
              <a:off x="2612044" y="2295192"/>
              <a:ext cx="1140866" cy="495282"/>
              <a:chOff x="1785938" y="1587962"/>
              <a:chExt cx="1217700" cy="528638"/>
            </a:xfrm>
          </p:grpSpPr>
          <p:sp>
            <p:nvSpPr>
              <p:cNvPr id="36" name="Right Triangle 19"/>
              <p:cNvSpPr/>
              <p:nvPr/>
            </p:nvSpPr>
            <p:spPr>
              <a:xfrm rot="2217923" flipV="1">
                <a:off x="2789202" y="1635101"/>
                <a:ext cx="214436" cy="161319"/>
              </a:xfrm>
              <a:prstGeom prst="rtTriangle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Parallelogram 18"/>
              <p:cNvSpPr/>
              <p:nvPr/>
            </p:nvSpPr>
            <p:spPr>
              <a:xfrm>
                <a:off x="1785938" y="1587962"/>
                <a:ext cx="1074906" cy="528638"/>
              </a:xfrm>
              <a:prstGeom prst="parallelogram">
                <a:avLst>
                  <a:gd name="adj" fmla="val 7372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8" name="Oval 16"/>
            <p:cNvSpPr/>
            <p:nvPr/>
          </p:nvSpPr>
          <p:spPr>
            <a:xfrm>
              <a:off x="3053626" y="2694766"/>
              <a:ext cx="430013" cy="430013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 fontScale="92500"/>
            </a:bodyPr>
            <a:lstStyle/>
            <a:p>
              <a:pPr algn="ctr" rtl="1"/>
              <a:r>
                <a:rPr lang="fa-IR" b="1" altLang="en-US">
                  <a:cs typeface="+mn-ea"/>
                  <a:sym typeface="+mn-lt"/>
                </a:rPr>
                <a:t>۲</a:t>
              </a:r>
            </a:p>
          </p:txBody>
        </p:sp>
        <p:grpSp>
          <p:nvGrpSpPr>
            <p:cNvPr id="16" name="Group 2"/>
            <p:cNvGrpSpPr/>
            <p:nvPr/>
          </p:nvGrpSpPr>
          <p:grpSpPr>
            <a:xfrm>
              <a:off x="2212510" y="1346119"/>
              <a:ext cx="1667990" cy="638060"/>
              <a:chOff x="2950013" y="2468164"/>
              <a:chExt cx="2223986" cy="850747"/>
            </a:xfrm>
          </p:grpSpPr>
          <p:sp>
            <p:nvSpPr>
              <p:cNvPr id="26" name="TextBox 61"/>
              <p:cNvSpPr txBox="1">
                <a:spLocks/>
              </p:cNvSpPr>
              <p:nvPr/>
            </p:nvSpPr>
            <p:spPr bwMode="auto">
              <a:xfrm>
                <a:off x="2950013" y="2468164"/>
                <a:ext cx="2223986" cy="340735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anchor="b" anchorCtr="1">
                <a:normAutofit fontScale="77500"/>
              </a:bodyPr>
              <a:lstStyle/>
              <a:p>
                <a:pPr algn="ctr" latinLnBrk="0" rtl="1"/>
                <a:r>
                  <a:rPr lang="fa-IR" altLang="en-US" sz="1600" dirty="0">
                    <a:solidFill>
                      <a:schemeClr val="accent2"/>
                    </a:solidFill>
                    <a:effectLst/>
                    <a:cs typeface="+mn-ea"/>
                    <a:sym typeface="+mn-lt"/>
                  </a:rPr>
                  <a:t>انحلال</a:t>
                </a:r>
                <a:endParaRPr lang="fa-IR" altLang="en-US" sz="1600" dirty="0">
                  <a:solidFill>
                    <a:schemeClr val="accent2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7" name="TextBox 62"/>
              <p:cNvSpPr txBox="1">
                <a:spLocks/>
              </p:cNvSpPr>
              <p:nvPr/>
            </p:nvSpPr>
            <p:spPr bwMode="auto">
              <a:xfrm>
                <a:off x="2950013" y="2808899"/>
                <a:ext cx="2223986" cy="51001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1">
                <a:normAutofit fontScale="92500"/>
              </a:bodyPr>
              <a:lstStyle/>
              <a:p>
                <a:pPr algn="ctr" rtl="1">
                  <a:lnSpc>
                    <a:spcPct val="120000"/>
                  </a:lnSpc>
                </a:pPr>
                <a:r>
                  <a:rPr lang="fa-IR" altLang="en-US" sz="900" dirty="0">
                    <a:cs typeface="+mn-ea"/>
                    <a:sym typeface="+mn-lt"/>
                  </a:rPr>
                  <a:t>آزادشدن Ca²⁺ و Al(OH)₄⁻</a:t>
                </a:r>
                <a:endParaRPr lang="fa-IR" altLang="en-US" sz="900" b="0" dirty="0"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5054041" y="1346119"/>
            <a:ext cx="1667990" cy="1778660"/>
            <a:chOff x="5054041" y="1346119"/>
            <a:chExt cx="1667990" cy="1778660"/>
          </a:xfrm>
        </p:grpSpPr>
        <p:grpSp>
          <p:nvGrpSpPr>
            <p:cNvPr id="11" name="Group 27"/>
            <p:cNvGrpSpPr/>
            <p:nvPr/>
          </p:nvGrpSpPr>
          <p:grpSpPr>
            <a:xfrm flipV="1">
              <a:off x="5448741" y="2295192"/>
              <a:ext cx="1140866" cy="495282"/>
              <a:chOff x="1785938" y="1587962"/>
              <a:chExt cx="1217700" cy="528638"/>
            </a:xfrm>
          </p:grpSpPr>
          <p:sp>
            <p:nvSpPr>
              <p:cNvPr id="32" name="Right Triangle 31"/>
              <p:cNvSpPr/>
              <p:nvPr/>
            </p:nvSpPr>
            <p:spPr>
              <a:xfrm rot="2217923" flipV="1">
                <a:off x="2789202" y="1635101"/>
                <a:ext cx="214436" cy="161319"/>
              </a:xfrm>
              <a:prstGeom prst="rtTriangle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" name="Parallelogram 30"/>
              <p:cNvSpPr/>
              <p:nvPr/>
            </p:nvSpPr>
            <p:spPr>
              <a:xfrm>
                <a:off x="1785938" y="1587962"/>
                <a:ext cx="1074906" cy="528638"/>
              </a:xfrm>
              <a:prstGeom prst="parallelogram">
                <a:avLst>
                  <a:gd name="adj" fmla="val 73726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2" name="Oval 28"/>
            <p:cNvSpPr/>
            <p:nvPr/>
          </p:nvSpPr>
          <p:spPr>
            <a:xfrm>
              <a:off x="5871475" y="2694766"/>
              <a:ext cx="430013" cy="430013"/>
            </a:xfrm>
            <a:prstGeom prst="ellipse">
              <a:avLst/>
            </a:prstGeom>
            <a:solidFill>
              <a:schemeClr val="accent4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 fontScale="92500"/>
            </a:bodyPr>
            <a:lstStyle/>
            <a:p>
              <a:pPr algn="ctr" rtl="1"/>
              <a:r>
                <a:rPr lang="fa-IR" b="1" altLang="en-US">
                  <a:cs typeface="+mn-ea"/>
                  <a:sym typeface="+mn-lt"/>
                </a:rPr>
                <a:t>۴</a:t>
              </a:r>
            </a:p>
          </p:txBody>
        </p:sp>
        <p:grpSp>
          <p:nvGrpSpPr>
            <p:cNvPr id="17" name="Group 5"/>
            <p:cNvGrpSpPr/>
            <p:nvPr/>
          </p:nvGrpSpPr>
          <p:grpSpPr>
            <a:xfrm>
              <a:off x="5054041" y="1346119"/>
              <a:ext cx="1667990" cy="638060"/>
              <a:chOff x="6738721" y="2468164"/>
              <a:chExt cx="2223986" cy="850747"/>
            </a:xfrm>
          </p:grpSpPr>
          <p:sp>
            <p:nvSpPr>
              <p:cNvPr id="24" name="TextBox 63"/>
              <p:cNvSpPr txBox="1">
                <a:spLocks/>
              </p:cNvSpPr>
              <p:nvPr/>
            </p:nvSpPr>
            <p:spPr bwMode="auto">
              <a:xfrm>
                <a:off x="6738721" y="2468164"/>
                <a:ext cx="2223986" cy="340735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anchor="b" anchorCtr="1">
                <a:normAutofit fontScale="77500"/>
              </a:bodyPr>
              <a:lstStyle/>
              <a:p>
                <a:pPr algn="ctr" latinLnBrk="0" rtl="1"/>
                <a:r>
                  <a:rPr lang="fa-IR" altLang="en-US" sz="1600" dirty="0">
                    <a:solidFill>
                      <a:schemeClr val="accent4"/>
                    </a:solidFill>
                    <a:effectLst/>
                    <a:cs typeface="+mn-ea"/>
                    <a:sym typeface="+mn-lt"/>
                  </a:rPr>
                  <a:t>رسوب</a:t>
                </a:r>
                <a:endParaRPr lang="fa-IR" altLang="en-US" sz="1600" dirty="0">
                  <a:solidFill>
                    <a:schemeClr val="accent4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5" name="TextBox 64"/>
              <p:cNvSpPr txBox="1">
                <a:spLocks/>
              </p:cNvSpPr>
              <p:nvPr/>
            </p:nvSpPr>
            <p:spPr bwMode="auto">
              <a:xfrm>
                <a:off x="6738721" y="2808899"/>
                <a:ext cx="2223986" cy="51001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1">
                <a:normAutofit fontScale="92500"/>
              </a:bodyPr>
              <a:lstStyle/>
              <a:p>
                <a:pPr algn="ctr" rtl="1">
                  <a:lnSpc>
                    <a:spcPct val="120000"/>
                  </a:lnSpc>
                </a:pPr>
                <a:r>
                  <a:rPr lang="fa-IR" altLang="en-US" sz="900" dirty="0">
                    <a:cs typeface="+mn-ea"/>
                    <a:sym typeface="+mn-lt"/>
                  </a:rPr>
                  <a:t>رسوب هیدرات‌ها و آغاز گیرش</a:t>
                </a:r>
                <a:endParaRPr lang="fa-IR" altLang="en-US" sz="900" b="0" dirty="0"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3492425" y="2070977"/>
            <a:ext cx="1667990" cy="1726403"/>
            <a:chOff x="3492425" y="2070977"/>
            <a:chExt cx="1667990" cy="1726403"/>
          </a:xfrm>
        </p:grpSpPr>
        <p:grpSp>
          <p:nvGrpSpPr>
            <p:cNvPr id="43" name="组合 42"/>
            <p:cNvGrpSpPr/>
            <p:nvPr/>
          </p:nvGrpSpPr>
          <p:grpSpPr>
            <a:xfrm>
              <a:off x="4007056" y="2070977"/>
              <a:ext cx="1140866" cy="834354"/>
              <a:chOff x="4007056" y="2070977"/>
              <a:chExt cx="1140866" cy="834354"/>
            </a:xfrm>
          </p:grpSpPr>
          <p:grpSp>
            <p:nvGrpSpPr>
              <p:cNvPr id="9" name="Group 21"/>
              <p:cNvGrpSpPr/>
              <p:nvPr/>
            </p:nvGrpSpPr>
            <p:grpSpPr>
              <a:xfrm>
                <a:off x="4007056" y="2410049"/>
                <a:ext cx="1140866" cy="495282"/>
                <a:chOff x="1785938" y="1587962"/>
                <a:chExt cx="1217700" cy="528638"/>
              </a:xfrm>
            </p:grpSpPr>
            <p:sp>
              <p:nvSpPr>
                <p:cNvPr id="34" name="Right Triangle 25"/>
                <p:cNvSpPr/>
                <p:nvPr/>
              </p:nvSpPr>
              <p:spPr>
                <a:xfrm rot="2217923" flipV="1">
                  <a:off x="2789202" y="1635101"/>
                  <a:ext cx="214436" cy="161319"/>
                </a:xfrm>
                <a:prstGeom prst="rtTriangle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Parallelogram 24"/>
                <p:cNvSpPr/>
                <p:nvPr/>
              </p:nvSpPr>
              <p:spPr>
                <a:xfrm>
                  <a:off x="1785938" y="1587962"/>
                  <a:ext cx="1074906" cy="528638"/>
                </a:xfrm>
                <a:prstGeom prst="parallelogram">
                  <a:avLst>
                    <a:gd name="adj" fmla="val 73726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0" name="Oval 22"/>
              <p:cNvSpPr/>
              <p:nvPr/>
            </p:nvSpPr>
            <p:spPr>
              <a:xfrm>
                <a:off x="4448640" y="2070977"/>
                <a:ext cx="430013" cy="430013"/>
              </a:xfrm>
              <a:prstGeom prst="ellipse">
                <a:avLst/>
              </a:prstGeom>
              <a:solidFill>
                <a:schemeClr val="accent3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 fontScale="92500"/>
              </a:bodyPr>
              <a:lstStyle/>
              <a:p>
                <a:pPr algn="ctr" rtl="1"/>
                <a:r>
                  <a:rPr lang="fa-IR" b="1" altLang="en-US">
                    <a:cs typeface="+mn-ea"/>
                    <a:sym typeface="+mn-lt"/>
                  </a:rPr>
                  <a:t>۳</a:t>
                </a:r>
              </a:p>
            </p:txBody>
          </p:sp>
        </p:grpSp>
        <p:grpSp>
          <p:nvGrpSpPr>
            <p:cNvPr id="18" name="Group 4"/>
            <p:cNvGrpSpPr/>
            <p:nvPr/>
          </p:nvGrpSpPr>
          <p:grpSpPr>
            <a:xfrm>
              <a:off x="3492425" y="3159320"/>
              <a:ext cx="1667990" cy="638060"/>
              <a:chOff x="4656567" y="4224642"/>
              <a:chExt cx="2223986" cy="850747"/>
            </a:xfrm>
          </p:grpSpPr>
          <p:sp>
            <p:nvSpPr>
              <p:cNvPr id="22" name="TextBox 65"/>
              <p:cNvSpPr txBox="1">
                <a:spLocks/>
              </p:cNvSpPr>
              <p:nvPr/>
            </p:nvSpPr>
            <p:spPr bwMode="auto">
              <a:xfrm>
                <a:off x="4656567" y="4224642"/>
                <a:ext cx="2223986" cy="340735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b" anchorCtr="1">
                <a:normAutofit fontScale="77500"/>
              </a:bodyPr>
              <a:lstStyle/>
              <a:p>
                <a:pPr algn="ctr" latinLnBrk="0" rtl="1"/>
                <a:r>
                  <a:rPr lang="fa-IR" altLang="en-US" sz="1600" dirty="0">
                    <a:solidFill>
                      <a:schemeClr val="accent3"/>
                    </a:solidFill>
                    <a:effectLst/>
                    <a:cs typeface="+mn-ea"/>
                    <a:sym typeface="+mn-lt"/>
                  </a:rPr>
                  <a:t>دورهٔ القا</a:t>
                </a:r>
                <a:endParaRPr lang="fa-IR" altLang="en-US" sz="1600" dirty="0">
                  <a:solidFill>
                    <a:schemeClr val="accent3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3" name="TextBox 66"/>
              <p:cNvSpPr txBox="1">
                <a:spLocks/>
              </p:cNvSpPr>
              <p:nvPr/>
            </p:nvSpPr>
            <p:spPr bwMode="auto">
              <a:xfrm>
                <a:off x="4656567" y="4565377"/>
                <a:ext cx="2223986" cy="51001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1">
                <a:normAutofit fontScale="92500"/>
              </a:bodyPr>
              <a:lstStyle/>
              <a:p>
                <a:pPr algn="ctr" rtl="1">
                  <a:lnSpc>
                    <a:spcPct val="120000"/>
                  </a:lnSpc>
                </a:pPr>
                <a:r>
                  <a:rPr lang="fa-IR" altLang="en-US" sz="900" dirty="0">
                    <a:cs typeface="+mn-ea"/>
                    <a:sym typeface="+mn-lt"/>
                  </a:rPr>
                  <a:t>فوق‌اشباع‌شدن محلول</a:t>
                </a:r>
                <a:endParaRPr lang="fa-IR" altLang="en-US" sz="900" b="0" dirty="0"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6497187" y="2070977"/>
            <a:ext cx="1667990" cy="1726403"/>
            <a:chOff x="6497187" y="2070977"/>
            <a:chExt cx="1667990" cy="1726403"/>
          </a:xfrm>
        </p:grpSpPr>
        <p:grpSp>
          <p:nvGrpSpPr>
            <p:cNvPr id="46" name="组合 45"/>
            <p:cNvGrpSpPr/>
            <p:nvPr/>
          </p:nvGrpSpPr>
          <p:grpSpPr>
            <a:xfrm>
              <a:off x="7000350" y="2070977"/>
              <a:ext cx="1140866" cy="834354"/>
              <a:chOff x="7000350" y="2070977"/>
              <a:chExt cx="1140866" cy="834354"/>
            </a:xfrm>
          </p:grpSpPr>
          <p:grpSp>
            <p:nvGrpSpPr>
              <p:cNvPr id="13" name="Group 33"/>
              <p:cNvGrpSpPr/>
              <p:nvPr/>
            </p:nvGrpSpPr>
            <p:grpSpPr>
              <a:xfrm>
                <a:off x="7000350" y="2410049"/>
                <a:ext cx="1140866" cy="495282"/>
                <a:chOff x="1785938" y="1587962"/>
                <a:chExt cx="1217700" cy="528638"/>
              </a:xfrm>
            </p:grpSpPr>
            <p:sp>
              <p:nvSpPr>
                <p:cNvPr id="30" name="Right Triangle 37"/>
                <p:cNvSpPr/>
                <p:nvPr/>
              </p:nvSpPr>
              <p:spPr>
                <a:xfrm rot="2217923" flipV="1">
                  <a:off x="2789202" y="1635101"/>
                  <a:ext cx="214436" cy="161319"/>
                </a:xfrm>
                <a:prstGeom prst="rtTriangle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Parallelogram 36"/>
                <p:cNvSpPr/>
                <p:nvPr/>
              </p:nvSpPr>
              <p:spPr>
                <a:xfrm>
                  <a:off x="1785938" y="1587962"/>
                  <a:ext cx="1074906" cy="528638"/>
                </a:xfrm>
                <a:prstGeom prst="parallelogram">
                  <a:avLst>
                    <a:gd name="adj" fmla="val 73726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4" name="Oval 34"/>
              <p:cNvSpPr/>
              <p:nvPr/>
            </p:nvSpPr>
            <p:spPr>
              <a:xfrm>
                <a:off x="7441932" y="2070977"/>
                <a:ext cx="430013" cy="430013"/>
              </a:xfrm>
              <a:prstGeom prst="ellipse">
                <a:avLst/>
              </a:prstGeom>
              <a:solidFill>
                <a:schemeClr val="accent5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 fontScale="92500"/>
              </a:bodyPr>
              <a:lstStyle/>
              <a:p>
                <a:pPr algn="ctr" rtl="1"/>
                <a:r>
                  <a:rPr lang="fa-IR" b="1" altLang="en-US">
                    <a:cs typeface="+mn-ea"/>
                    <a:sym typeface="+mn-lt"/>
                  </a:rPr>
                  <a:t>۵</a:t>
                </a:r>
              </a:p>
            </p:txBody>
          </p:sp>
        </p:grpSp>
        <p:grpSp>
          <p:nvGrpSpPr>
            <p:cNvPr id="19" name="Group 9"/>
            <p:cNvGrpSpPr/>
            <p:nvPr/>
          </p:nvGrpSpPr>
          <p:grpSpPr>
            <a:xfrm>
              <a:off x="6497187" y="3159320"/>
              <a:ext cx="1667990" cy="638060"/>
              <a:chOff x="8662916" y="4224642"/>
              <a:chExt cx="2223986" cy="850747"/>
            </a:xfrm>
          </p:grpSpPr>
          <p:sp>
            <p:nvSpPr>
              <p:cNvPr id="20" name="TextBox 67"/>
              <p:cNvSpPr txBox="1">
                <a:spLocks/>
              </p:cNvSpPr>
              <p:nvPr/>
            </p:nvSpPr>
            <p:spPr bwMode="auto">
              <a:xfrm>
                <a:off x="8662916" y="4224642"/>
                <a:ext cx="2223986" cy="340735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anchor="b" anchorCtr="1">
                <a:normAutofit fontScale="77500"/>
              </a:bodyPr>
              <a:lstStyle/>
              <a:p>
                <a:pPr algn="ctr" latinLnBrk="0" rtl="1"/>
                <a:r>
                  <a:rPr lang="fa-IR" altLang="en-US" sz="1600" dirty="0">
                    <a:solidFill>
                      <a:schemeClr val="accent5"/>
                    </a:solidFill>
                    <a:effectLst/>
                    <a:cs typeface="+mn-ea"/>
                    <a:sym typeface="+mn-lt"/>
                  </a:rPr>
                  <a:t>تبدیل</a:t>
                </a:r>
                <a:endParaRPr lang="fa-IR" altLang="en-US" sz="1600" dirty="0">
                  <a:solidFill>
                    <a:schemeClr val="accent5"/>
                  </a:solidFill>
                  <a:effectLst/>
                  <a:cs typeface="+mn-ea"/>
                  <a:sym typeface="+mn-lt"/>
                </a:endParaRPr>
              </a:p>
            </p:txBody>
          </p:sp>
          <p:sp>
            <p:nvSpPr>
              <p:cNvPr id="21" name="TextBox 68"/>
              <p:cNvSpPr txBox="1">
                <a:spLocks/>
              </p:cNvSpPr>
              <p:nvPr/>
            </p:nvSpPr>
            <p:spPr bwMode="auto">
              <a:xfrm>
                <a:off x="8662916" y="4565377"/>
                <a:ext cx="2223986" cy="51001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 anchorCtr="1">
                <a:normAutofit fontScale="92500"/>
              </a:bodyPr>
              <a:lstStyle/>
              <a:p>
                <a:pPr algn="ctr" rtl="1">
                  <a:lnSpc>
                    <a:spcPct val="120000"/>
                  </a:lnSpc>
                </a:pPr>
                <a:r>
                  <a:rPr lang="fa-IR" altLang="en-US" sz="900" dirty="0">
                    <a:cs typeface="+mn-ea"/>
                    <a:sym typeface="+mn-lt"/>
                  </a:rPr>
                  <a:t>CAH₁₀ و C₂AH₈ به C₃AH₆ و AH₃</a:t>
                </a:r>
                <a:endParaRPr lang="fa-IR" altLang="en-US" sz="900" b="0" dirty="0">
                  <a:solidFill>
                    <a:schemeClr val="tx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sp>
        <p:nvSpPr>
          <p:cNvPr id="40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مسیر هیدراتاسیون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169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9"/>
          <p:cNvCxnSpPr>
            <a:cxnSpLocks/>
          </p:cNvCxnSpPr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4490991" y="1597071"/>
            <a:ext cx="2102433" cy="704984"/>
            <a:chOff x="4490991" y="1597071"/>
            <a:chExt cx="2102433" cy="704984"/>
          </a:xfrm>
        </p:grpSpPr>
        <p:sp>
          <p:nvSpPr>
            <p:cNvPr id="30" name="Oval 11"/>
            <p:cNvSpPr/>
            <p:nvPr/>
          </p:nvSpPr>
          <p:spPr bwMode="auto">
            <a:xfrm>
              <a:off x="4490991" y="1597071"/>
              <a:ext cx="162018" cy="16201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31" name="Group 19"/>
            <p:cNvGrpSpPr/>
            <p:nvPr/>
          </p:nvGrpSpPr>
          <p:grpSpPr>
            <a:xfrm>
              <a:off x="4653009" y="1597071"/>
              <a:ext cx="1940415" cy="704984"/>
              <a:chOff x="6204012" y="2167144"/>
              <a:chExt cx="2587220" cy="939978"/>
            </a:xfrm>
          </p:grpSpPr>
          <p:sp>
            <p:nvSpPr>
              <p:cNvPr id="32" name="Rectangle 17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CAH₁₀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Rectangle 18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هیدرات شبه‌پایدار؛ دمای پایین</a:t>
                </a:r>
                <a:endParaRPr lang="fa-IR" altLang="en-US" sz="11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4490991" y="2826993"/>
            <a:ext cx="2102433" cy="704984"/>
            <a:chOff x="4490991" y="2826993"/>
            <a:chExt cx="2102433" cy="704984"/>
          </a:xfrm>
        </p:grpSpPr>
        <p:sp>
          <p:nvSpPr>
            <p:cNvPr id="35" name="Oval 13"/>
            <p:cNvSpPr/>
            <p:nvPr/>
          </p:nvSpPr>
          <p:spPr bwMode="auto">
            <a:xfrm>
              <a:off x="4490991" y="2826993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6" name="Group 20"/>
            <p:cNvGrpSpPr/>
            <p:nvPr/>
          </p:nvGrpSpPr>
          <p:grpSpPr>
            <a:xfrm>
              <a:off x="4653009" y="2826993"/>
              <a:ext cx="1940415" cy="704984"/>
              <a:chOff x="6204012" y="2167144"/>
              <a:chExt cx="2587220" cy="939978"/>
            </a:xfrm>
          </p:grpSpPr>
          <p:sp>
            <p:nvSpPr>
              <p:cNvPr id="37" name="Rectangle 21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انحلال و رسوب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Rectangle 22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در حضور آب آزاد (نه حالت‌جامد)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4490991" y="4056915"/>
            <a:ext cx="2102433" cy="704984"/>
            <a:chOff x="4490991" y="4056915"/>
            <a:chExt cx="2102433" cy="704984"/>
          </a:xfrm>
        </p:grpSpPr>
        <p:sp>
          <p:nvSpPr>
            <p:cNvPr id="40" name="Oval 15"/>
            <p:cNvSpPr/>
            <p:nvPr/>
          </p:nvSpPr>
          <p:spPr bwMode="auto">
            <a:xfrm>
              <a:off x="4490991" y="4056915"/>
              <a:ext cx="162018" cy="162018"/>
            </a:xfrm>
            <a:prstGeom prst="ellipse">
              <a:avLst/>
            </a:prstGeom>
            <a:solidFill>
              <a:srgbClr val="39425D"/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rgbClr val="39425D"/>
                </a:solidFill>
                <a:cs typeface="+mn-ea"/>
                <a:sym typeface="+mn-lt"/>
              </a:endParaRPr>
            </a:p>
          </p:txBody>
        </p:sp>
        <p:grpSp>
          <p:nvGrpSpPr>
            <p:cNvPr id="41" name="Group 23"/>
            <p:cNvGrpSpPr/>
            <p:nvPr/>
          </p:nvGrpSpPr>
          <p:grpSpPr>
            <a:xfrm>
              <a:off x="4653009" y="4056915"/>
              <a:ext cx="1940415" cy="704984"/>
              <a:chOff x="6204012" y="2167144"/>
              <a:chExt cx="2587220" cy="939978"/>
            </a:xfrm>
          </p:grpSpPr>
          <p:sp>
            <p:nvSpPr>
              <p:cNvPr id="42" name="Rectangle 24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/>
              </a:bodyPr>
              <a:lstStyle/>
              <a:p>
                <a:pPr rtl="1" algn="r"/>
                <a:r>
                  <a:rPr lang="fa-IR" altLang="en-US" sz="1600" b="1" dirty="0">
                    <a:solidFill>
                      <a:srgbClr val="39425D"/>
                    </a:solidFill>
                    <a:cs typeface="+mn-ea"/>
                    <a:sym typeface="+mn-lt"/>
                  </a:rPr>
                  <a:t>AH₃</a:t>
                </a:r>
                <a:endParaRPr lang="fa-IR" altLang="en-US" sz="1600" b="1" dirty="0">
                  <a:solidFill>
                    <a:srgbClr val="39425D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3" name="Rectangle 25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rtl="1" algn="r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rgbClr val="39425D"/>
                    </a:solidFill>
                    <a:cs typeface="+mn-ea"/>
                    <a:sym typeface="+mn-lt"/>
                  </a:rPr>
                  <a:t>گیبسیت؛ بر تخلخل و استحکام اثر می‌گذارد</a:t>
                </a:r>
                <a:endParaRPr lang="fa-IR" altLang="en-US" sz="1100" dirty="0">
                  <a:solidFill>
                    <a:srgbClr val="39425D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2550576" y="2183745"/>
            <a:ext cx="2102433" cy="704984"/>
            <a:chOff x="2550576" y="2183745"/>
            <a:chExt cx="2102433" cy="704984"/>
          </a:xfrm>
        </p:grpSpPr>
        <p:sp>
          <p:nvSpPr>
            <p:cNvPr id="45" name="Oval 12"/>
            <p:cNvSpPr/>
            <p:nvPr/>
          </p:nvSpPr>
          <p:spPr bwMode="auto">
            <a:xfrm>
              <a:off x="4490991" y="221203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46" name="Group 26"/>
            <p:cNvGrpSpPr/>
            <p:nvPr/>
          </p:nvGrpSpPr>
          <p:grpSpPr>
            <a:xfrm>
              <a:off x="2550576" y="2183745"/>
              <a:ext cx="1940415" cy="704984"/>
              <a:chOff x="6204012" y="2167144"/>
              <a:chExt cx="2587220" cy="939978"/>
            </a:xfrm>
          </p:grpSpPr>
          <p:sp>
            <p:nvSpPr>
              <p:cNvPr id="47" name="Rectangle 27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/>
              </a:bodyPr>
              <a:lstStyle/>
              <a:p>
                <a:pPr algn="r" rtl="1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C₂AH₈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Rectangle 28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dk1">
                        <a:lumMod val="100000"/>
                      </a:schemeClr>
                    </a:solidFill>
                    <a:cs typeface="+mn-ea"/>
                    <a:sym typeface="+mn-lt"/>
                  </a:rPr>
                  <a:t>هیدرات شبه‌پایدار دوم</a:t>
                </a:r>
                <a:endParaRPr lang="fa-IR" altLang="en-US" sz="1100" dirty="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2550576" y="3413667"/>
            <a:ext cx="2102433" cy="704984"/>
            <a:chOff x="2550576" y="3413667"/>
            <a:chExt cx="2102433" cy="704984"/>
          </a:xfrm>
        </p:grpSpPr>
        <p:sp>
          <p:nvSpPr>
            <p:cNvPr id="50" name="Oval 14"/>
            <p:cNvSpPr/>
            <p:nvPr/>
          </p:nvSpPr>
          <p:spPr bwMode="auto">
            <a:xfrm>
              <a:off x="4490991" y="3441954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1" name="Group 29"/>
            <p:cNvGrpSpPr/>
            <p:nvPr/>
          </p:nvGrpSpPr>
          <p:grpSpPr>
            <a:xfrm>
              <a:off x="2550576" y="3413667"/>
              <a:ext cx="1940415" cy="704984"/>
              <a:chOff x="6204012" y="2167144"/>
              <a:chExt cx="2587220" cy="939978"/>
            </a:xfrm>
          </p:grpSpPr>
          <p:sp>
            <p:nvSpPr>
              <p:cNvPr id="52" name="Rectangle 30"/>
              <p:cNvSpPr/>
              <p:nvPr/>
            </p:nvSpPr>
            <p:spPr>
              <a:xfrm>
                <a:off x="6204012" y="2167144"/>
                <a:ext cx="2587220" cy="246221"/>
              </a:xfrm>
              <a:prstGeom prst="rect">
                <a:avLst/>
              </a:prstGeom>
            </p:spPr>
            <p:txBody>
              <a:bodyPr wrap="none" lIns="144000" tIns="0" rIns="144000" bIns="0">
                <a:normAutofit fontScale="85000"/>
              </a:bodyPr>
              <a:lstStyle/>
              <a:p>
                <a:pPr algn="r" rtl="1"/>
                <a:r>
                  <a:rPr lang="fa-IR" altLang="en-US" sz="1600" b="1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C₃AH₆</a:t>
                </a:r>
                <a:endParaRPr lang="fa-IR" altLang="en-US" sz="16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3" name="Rectangle 31"/>
              <p:cNvSpPr/>
              <p:nvPr/>
            </p:nvSpPr>
            <p:spPr>
              <a:xfrm>
                <a:off x="6204012" y="2571111"/>
                <a:ext cx="2587220" cy="536011"/>
              </a:xfrm>
              <a:prstGeom prst="rect">
                <a:avLst/>
              </a:prstGeom>
            </p:spPr>
            <p:txBody>
              <a:bodyPr wrap="square" lIns="144000" tIns="0" rIns="144000" bIns="0">
                <a:normAutofit/>
              </a:bodyPr>
              <a:lstStyle/>
              <a:p>
                <a:pPr algn="r" rtl="1">
                  <a:lnSpc>
                    <a:spcPct val="120000"/>
                  </a:lnSpc>
                </a:pPr>
                <a:r>
                  <a:rPr lang="fa-IR" altLang="en-US" sz="1100" dirty="0">
                    <a:solidFill>
                      <a:schemeClr val="bg1">
                        <a:lumMod val="50000"/>
                      </a:schemeClr>
                    </a:solidFill>
                    <a:cs typeface="+mn-ea"/>
                    <a:sym typeface="+mn-lt"/>
                  </a:rPr>
                  <a:t>هیدروگارنت پایدار و مکعبی</a:t>
                </a:r>
                <a:endParaRPr lang="fa-IR" altLang="en-US" sz="11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5C506428-792C-495C-9814-0769023685A7}"/>
              </a:ext>
            </a:extLst>
          </p:cNvPr>
          <p:cNvSpPr/>
          <p:nvPr/>
        </p:nvSpPr>
        <p:spPr>
          <a:xfrm rot="2675650">
            <a:off x="-3422855" y="2090189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6DB4E9C-8BB7-412C-B850-97CF38FDBDEE}"/>
              </a:ext>
            </a:extLst>
          </p:cNvPr>
          <p:cNvSpPr/>
          <p:nvPr/>
        </p:nvSpPr>
        <p:spPr>
          <a:xfrm rot="2675650">
            <a:off x="8507581" y="277663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FD38BD11-620B-4F8E-AFD3-520B10A1F5F5}"/>
              </a:ext>
            </a:extLst>
          </p:cNvPr>
          <p:cNvSpPr/>
          <p:nvPr/>
        </p:nvSpPr>
        <p:spPr>
          <a:xfrm rot="2675650">
            <a:off x="8939627" y="-1684674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887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5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250"/>
                            </p:stCondLst>
                            <p:childTnLst>
                              <p:par>
                                <p:cTn id="5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1276982-C646-4FC1-A418-63658ED6B584}"/>
              </a:ext>
            </a:extLst>
          </p:cNvPr>
          <p:cNvGrpSpPr/>
          <p:nvPr/>
        </p:nvGrpSpPr>
        <p:grpSpPr>
          <a:xfrm>
            <a:off x="584458" y="1140592"/>
            <a:ext cx="7975085" cy="3451038"/>
            <a:chOff x="639042" y="1277044"/>
            <a:chExt cx="10913915" cy="4722751"/>
          </a:xfrm>
        </p:grpSpPr>
        <p:grpSp>
          <p:nvGrpSpPr>
            <p:cNvPr id="6" name="Group 94">
              <a:extLst>
                <a:ext uri="{FF2B5EF4-FFF2-40B4-BE49-F238E27FC236}">
                  <a16:creationId xmlns:a16="http://schemas.microsoft.com/office/drawing/2014/main" id="{AD653EEB-9280-4DB6-8C52-7BFE6E32F1CF}"/>
                </a:ext>
              </a:extLst>
            </p:cNvPr>
            <p:cNvGrpSpPr/>
            <p:nvPr/>
          </p:nvGrpSpPr>
          <p:grpSpPr>
            <a:xfrm>
              <a:off x="2555274" y="1556792"/>
              <a:ext cx="7061201" cy="3544888"/>
              <a:chOff x="2563813" y="2184400"/>
              <a:chExt cx="7061201" cy="3544888"/>
            </a:xfrm>
            <a:solidFill>
              <a:schemeClr val="tx1"/>
            </a:solidFill>
          </p:grpSpPr>
          <p:grpSp>
            <p:nvGrpSpPr>
              <p:cNvPr id="60" name="Group 93">
                <a:extLst>
                  <a:ext uri="{FF2B5EF4-FFF2-40B4-BE49-F238E27FC236}">
                    <a16:creationId xmlns:a16="http://schemas.microsoft.com/office/drawing/2014/main" id="{8FAB3233-C2E4-4A8F-9DFF-B2F937525D0D}"/>
                  </a:ext>
                </a:extLst>
              </p:cNvPr>
              <p:cNvGrpSpPr/>
              <p:nvPr/>
            </p:nvGrpSpPr>
            <p:grpSpPr>
              <a:xfrm>
                <a:off x="2563813" y="2184400"/>
                <a:ext cx="7061201" cy="3544888"/>
                <a:chOff x="2563813" y="2184400"/>
                <a:chExt cx="7061201" cy="3544888"/>
              </a:xfrm>
              <a:grpFill/>
            </p:grpSpPr>
            <p:grpSp>
              <p:nvGrpSpPr>
                <p:cNvPr id="62" name="Group 91">
                  <a:extLst>
                    <a:ext uri="{FF2B5EF4-FFF2-40B4-BE49-F238E27FC236}">
                      <a16:creationId xmlns:a16="http://schemas.microsoft.com/office/drawing/2014/main" id="{968435EA-FA03-48E4-A057-7D9D1CFF5EBF}"/>
                    </a:ext>
                  </a:extLst>
                </p:cNvPr>
                <p:cNvGrpSpPr/>
                <p:nvPr/>
              </p:nvGrpSpPr>
              <p:grpSpPr>
                <a:xfrm>
                  <a:off x="3336926" y="2963863"/>
                  <a:ext cx="5502275" cy="1960562"/>
                  <a:chOff x="3336926" y="2963863"/>
                  <a:chExt cx="5502275" cy="1960562"/>
                </a:xfrm>
                <a:grpFill/>
              </p:grpSpPr>
              <p:sp>
                <p:nvSpPr>
                  <p:cNvPr id="69" name="Rectangle 5">
                    <a:extLst>
                      <a:ext uri="{FF2B5EF4-FFF2-40B4-BE49-F238E27FC236}">
                        <a16:creationId xmlns:a16="http://schemas.microsoft.com/office/drawing/2014/main" id="{4E54F7B4-CA5B-441C-B164-C7FFC74FDE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89476" y="3919538"/>
                    <a:ext cx="2790825" cy="76200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zh-CN"/>
                    </a:defPPr>
                    <a:lvl1pPr marL="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18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377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566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754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5943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131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32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50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Freeform 6">
                    <a:extLst>
                      <a:ext uri="{FF2B5EF4-FFF2-40B4-BE49-F238E27FC236}">
                        <a16:creationId xmlns:a16="http://schemas.microsoft.com/office/drawing/2014/main" id="{DD0C7C83-338A-4AB9-B275-084B23CF4D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36926" y="4229100"/>
                    <a:ext cx="703263" cy="695325"/>
                  </a:xfrm>
                  <a:custGeom>
                    <a:avLst/>
                    <a:gdLst>
                      <a:gd name="T0" fmla="*/ 443 w 443"/>
                      <a:gd name="T1" fmla="*/ 33 h 438"/>
                      <a:gd name="T2" fmla="*/ 34 w 443"/>
                      <a:gd name="T3" fmla="*/ 438 h 438"/>
                      <a:gd name="T4" fmla="*/ 0 w 443"/>
                      <a:gd name="T5" fmla="*/ 405 h 438"/>
                      <a:gd name="T6" fmla="*/ 410 w 443"/>
                      <a:gd name="T7" fmla="*/ 0 h 438"/>
                      <a:gd name="T8" fmla="*/ 443 w 443"/>
                      <a:gd name="T9" fmla="*/ 33 h 4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43" h="438">
                        <a:moveTo>
                          <a:pt x="443" y="33"/>
                        </a:moveTo>
                        <a:lnTo>
                          <a:pt x="34" y="438"/>
                        </a:lnTo>
                        <a:lnTo>
                          <a:pt x="0" y="405"/>
                        </a:lnTo>
                        <a:lnTo>
                          <a:pt x="410" y="0"/>
                        </a:lnTo>
                        <a:lnTo>
                          <a:pt x="443" y="3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zh-CN"/>
                    </a:defPPr>
                    <a:lvl1pPr marL="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18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377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566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754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5943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131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32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50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Freeform 7">
                    <a:extLst>
                      <a:ext uri="{FF2B5EF4-FFF2-40B4-BE49-F238E27FC236}">
                        <a16:creationId xmlns:a16="http://schemas.microsoft.com/office/drawing/2014/main" id="{0556B57F-DE0C-411E-94D9-2E60BB5327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48038" y="2967038"/>
                    <a:ext cx="692150" cy="723900"/>
                  </a:xfrm>
                  <a:custGeom>
                    <a:avLst/>
                    <a:gdLst>
                      <a:gd name="T0" fmla="*/ 400 w 436"/>
                      <a:gd name="T1" fmla="*/ 456 h 456"/>
                      <a:gd name="T2" fmla="*/ 0 w 436"/>
                      <a:gd name="T3" fmla="*/ 34 h 456"/>
                      <a:gd name="T4" fmla="*/ 34 w 436"/>
                      <a:gd name="T5" fmla="*/ 0 h 456"/>
                      <a:gd name="T6" fmla="*/ 436 w 436"/>
                      <a:gd name="T7" fmla="*/ 422 h 456"/>
                      <a:gd name="T8" fmla="*/ 400 w 436"/>
                      <a:gd name="T9" fmla="*/ 456 h 4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6" h="456">
                        <a:moveTo>
                          <a:pt x="400" y="456"/>
                        </a:moveTo>
                        <a:lnTo>
                          <a:pt x="0" y="34"/>
                        </a:lnTo>
                        <a:lnTo>
                          <a:pt x="34" y="0"/>
                        </a:lnTo>
                        <a:lnTo>
                          <a:pt x="436" y="422"/>
                        </a:lnTo>
                        <a:lnTo>
                          <a:pt x="400" y="456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zh-CN"/>
                    </a:defPPr>
                    <a:lvl1pPr marL="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18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377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566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754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5943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131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32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50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Freeform 8">
                    <a:extLst>
                      <a:ext uri="{FF2B5EF4-FFF2-40B4-BE49-F238E27FC236}">
                        <a16:creationId xmlns:a16="http://schemas.microsoft.com/office/drawing/2014/main" id="{9090A420-E20E-46F2-9696-DA5629C9C7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32763" y="4224338"/>
                    <a:ext cx="706438" cy="696913"/>
                  </a:xfrm>
                  <a:custGeom>
                    <a:avLst/>
                    <a:gdLst>
                      <a:gd name="T0" fmla="*/ 0 w 445"/>
                      <a:gd name="T1" fmla="*/ 33 h 439"/>
                      <a:gd name="T2" fmla="*/ 410 w 445"/>
                      <a:gd name="T3" fmla="*/ 439 h 439"/>
                      <a:gd name="T4" fmla="*/ 445 w 445"/>
                      <a:gd name="T5" fmla="*/ 406 h 439"/>
                      <a:gd name="T6" fmla="*/ 34 w 445"/>
                      <a:gd name="T7" fmla="*/ 0 h 439"/>
                      <a:gd name="T8" fmla="*/ 0 w 445"/>
                      <a:gd name="T9" fmla="*/ 33 h 4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45" h="439">
                        <a:moveTo>
                          <a:pt x="0" y="33"/>
                        </a:moveTo>
                        <a:lnTo>
                          <a:pt x="410" y="439"/>
                        </a:lnTo>
                        <a:lnTo>
                          <a:pt x="445" y="406"/>
                        </a:lnTo>
                        <a:lnTo>
                          <a:pt x="34" y="0"/>
                        </a:lnTo>
                        <a:lnTo>
                          <a:pt x="0" y="33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zh-CN"/>
                    </a:defPPr>
                    <a:lvl1pPr marL="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18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377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566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754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5943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131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32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50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Freeform 9">
                    <a:extLst>
                      <a:ext uri="{FF2B5EF4-FFF2-40B4-BE49-F238E27FC236}">
                        <a16:creationId xmlns:a16="http://schemas.microsoft.com/office/drawing/2014/main" id="{5259C978-0823-430C-9D74-A5BDC00F9E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132763" y="2963863"/>
                    <a:ext cx="692150" cy="722313"/>
                  </a:xfrm>
                  <a:custGeom>
                    <a:avLst/>
                    <a:gdLst>
                      <a:gd name="T0" fmla="*/ 36 w 436"/>
                      <a:gd name="T1" fmla="*/ 455 h 455"/>
                      <a:gd name="T2" fmla="*/ 436 w 436"/>
                      <a:gd name="T3" fmla="*/ 33 h 455"/>
                      <a:gd name="T4" fmla="*/ 403 w 436"/>
                      <a:gd name="T5" fmla="*/ 0 h 455"/>
                      <a:gd name="T6" fmla="*/ 0 w 436"/>
                      <a:gd name="T7" fmla="*/ 422 h 455"/>
                      <a:gd name="T8" fmla="*/ 36 w 436"/>
                      <a:gd name="T9" fmla="*/ 455 h 4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36" h="455">
                        <a:moveTo>
                          <a:pt x="36" y="455"/>
                        </a:moveTo>
                        <a:lnTo>
                          <a:pt x="436" y="33"/>
                        </a:lnTo>
                        <a:lnTo>
                          <a:pt x="403" y="0"/>
                        </a:lnTo>
                        <a:lnTo>
                          <a:pt x="0" y="422"/>
                        </a:lnTo>
                        <a:lnTo>
                          <a:pt x="36" y="455"/>
                        </a:lnTo>
                        <a:close/>
                      </a:path>
                    </a:pathLst>
                  </a:cu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zh-CN"/>
                    </a:defPPr>
                    <a:lvl1pPr marL="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18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377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566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754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5943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131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320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509" algn="l" defTabSz="914377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63" name="Oval 10">
                  <a:extLst>
                    <a:ext uri="{FF2B5EF4-FFF2-40B4-BE49-F238E27FC236}">
                      <a16:creationId xmlns:a16="http://schemas.microsoft.com/office/drawing/2014/main" id="{A2E8EAC3-5246-4167-B39B-AD9DBB8469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3813" y="2184400"/>
                  <a:ext cx="1028700" cy="103505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Oval 13">
                  <a:extLst>
                    <a:ext uri="{FF2B5EF4-FFF2-40B4-BE49-F238E27FC236}">
                      <a16:creationId xmlns:a16="http://schemas.microsoft.com/office/drawing/2014/main" id="{5210ABF1-4F96-4A7F-81FD-A11ABF116E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3813" y="4695825"/>
                  <a:ext cx="1028700" cy="1033463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Oval 16">
                  <a:extLst>
                    <a:ext uri="{FF2B5EF4-FFF2-40B4-BE49-F238E27FC236}">
                      <a16:creationId xmlns:a16="http://schemas.microsoft.com/office/drawing/2014/main" id="{B1C7FC79-7E5B-495E-9716-5AF1D19358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5713" y="3441700"/>
                  <a:ext cx="1028700" cy="1031875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Oval 19">
                  <a:extLst>
                    <a:ext uri="{FF2B5EF4-FFF2-40B4-BE49-F238E27FC236}">
                      <a16:creationId xmlns:a16="http://schemas.microsoft.com/office/drawing/2014/main" id="{62D79237-13F7-47AA-A737-03A60E23CF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0601" y="3441700"/>
                  <a:ext cx="1028700" cy="1031875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Oval 22">
                  <a:extLst>
                    <a:ext uri="{FF2B5EF4-FFF2-40B4-BE49-F238E27FC236}">
                      <a16:creationId xmlns:a16="http://schemas.microsoft.com/office/drawing/2014/main" id="{A1FFF86D-8384-45BF-8833-71B3CE1FDC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91551" y="2184400"/>
                  <a:ext cx="1033463" cy="1035050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Oval 25">
                  <a:extLst>
                    <a:ext uri="{FF2B5EF4-FFF2-40B4-BE49-F238E27FC236}">
                      <a16:creationId xmlns:a16="http://schemas.microsoft.com/office/drawing/2014/main" id="{E439DCD5-7AE4-4EE6-9963-BD0B59BC05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91551" y="4695825"/>
                  <a:ext cx="1033463" cy="1033463"/>
                </a:xfrm>
                <a:prstGeom prst="ellipse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18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377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566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754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5943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131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320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509" algn="l" defTabSz="914377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1" name="Oval 28">
                <a:extLst>
                  <a:ext uri="{FF2B5EF4-FFF2-40B4-BE49-F238E27FC236}">
                    <a16:creationId xmlns:a16="http://schemas.microsoft.com/office/drawing/2014/main" id="{76AA491C-8353-417E-9659-AAD2D7D61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87976" y="3260725"/>
                <a:ext cx="1393825" cy="139223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DEF9623-19B9-4494-AFA9-55094A488E27}"/>
                </a:ext>
              </a:extLst>
            </p:cNvPr>
            <p:cNvSpPr txBox="1"/>
            <p:nvPr/>
          </p:nvSpPr>
          <p:spPr>
            <a:xfrm>
              <a:off x="728810" y="2818610"/>
              <a:ext cx="1603048" cy="2769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دما</a:t>
              </a:r>
              <a:endParaRPr lang="fa-IR" sz="1600" b="1" dirty="0">
                <a:cs typeface="+mn-ea"/>
                <a:sym typeface="+mn-lt"/>
              </a:endParaRPr>
            </a:p>
          </p:txBody>
        </p:sp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9B0E014D-9E41-4B6A-B2CD-64416CB36DD3}"/>
                </a:ext>
              </a:extLst>
            </p:cNvPr>
            <p:cNvSpPr/>
            <p:nvPr/>
          </p:nvSpPr>
          <p:spPr>
            <a:xfrm>
              <a:off x="639042" y="3151993"/>
              <a:ext cx="1782584" cy="769441"/>
            </a:xfrm>
            <a:prstGeom prst="rect">
              <a:avLst/>
            </a:prstGeom>
          </p:spPr>
          <p:txBody>
            <a:bodyPr wrap="square">
              <a:normAutofit fontScale="77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50000"/>
                </a:lnSpc>
              </a:pPr>
              <a:r>
                <a:rPr lang="fa-IR" altLang="en-US" sz="1000" dirty="0">
                  <a:cs typeface="+mn-ea"/>
                  <a:sym typeface="+mn-lt"/>
                </a:rPr>
                <a:t>دمای بالاتر، قلهٔ گرمازایی زودتر</a:t>
              </a:r>
              <a:endParaRPr lang="fa-IR" sz="1000" dirty="0">
                <a:cs typeface="+mn-ea"/>
                <a:sym typeface="+mn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4F78D50-74D6-4491-BBA8-7DFAAF25F2AB}"/>
                </a:ext>
              </a:extLst>
            </p:cNvPr>
            <p:cNvSpPr txBox="1"/>
            <p:nvPr/>
          </p:nvSpPr>
          <p:spPr>
            <a:xfrm>
              <a:off x="3878005" y="1277044"/>
              <a:ext cx="1603048" cy="2769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مقدار آب</a:t>
              </a:r>
              <a:endParaRPr lang="fa-IR" sz="1600" b="1" dirty="0">
                <a:cs typeface="+mn-ea"/>
                <a:sym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E5F290-D52F-4689-87BD-B0B1E4CE2F5E}"/>
                </a:ext>
              </a:extLst>
            </p:cNvPr>
            <p:cNvSpPr/>
            <p:nvPr/>
          </p:nvSpPr>
          <p:spPr>
            <a:xfrm>
              <a:off x="3788237" y="1610427"/>
              <a:ext cx="1782584" cy="769441"/>
            </a:xfrm>
            <a:prstGeom prst="rect">
              <a:avLst/>
            </a:prstGeom>
          </p:spPr>
          <p:txBody>
            <a:bodyPr wrap="square">
              <a:normAutofit fontScale="77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50000"/>
                </a:lnSpc>
              </a:pPr>
              <a:r>
                <a:rPr lang="fa-IR" altLang="en-US" sz="1000" dirty="0">
                  <a:cs typeface="+mn-ea"/>
                  <a:sym typeface="+mn-lt"/>
                </a:rPr>
                <a:t>با ریزدانه‌ها کمتر می‌شود</a:t>
              </a:r>
              <a:endParaRPr lang="fa-IR" sz="1000" dirty="0">
                <a:cs typeface="+mn-ea"/>
                <a:sym typeface="+mn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CF2B37-8DBF-4693-A48E-CE5E66DB641C}"/>
                </a:ext>
              </a:extLst>
            </p:cNvPr>
            <p:cNvSpPr txBox="1"/>
            <p:nvPr/>
          </p:nvSpPr>
          <p:spPr>
            <a:xfrm>
              <a:off x="6703247" y="1277044"/>
              <a:ext cx="1603048" cy="2769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روان‌ساز</a:t>
              </a:r>
              <a:endParaRPr lang="fa-IR" sz="1600" b="1" dirty="0">
                <a:cs typeface="+mn-ea"/>
                <a:sym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8E8EF1-19B4-460C-A799-BFB3DA27EC7C}"/>
                </a:ext>
              </a:extLst>
            </p:cNvPr>
            <p:cNvSpPr/>
            <p:nvPr/>
          </p:nvSpPr>
          <p:spPr>
            <a:xfrm>
              <a:off x="6613479" y="1610427"/>
              <a:ext cx="1782584" cy="769441"/>
            </a:xfrm>
            <a:prstGeom prst="rect">
              <a:avLst/>
            </a:prstGeom>
          </p:spPr>
          <p:txBody>
            <a:bodyPr wrap="square">
              <a:normAutofit fontScale="77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50000"/>
                </a:lnSpc>
              </a:pPr>
              <a:r>
                <a:rPr lang="fa-IR" altLang="en-US" sz="1000" dirty="0">
                  <a:cs typeface="+mn-ea"/>
                  <a:sym typeface="+mn-lt"/>
                </a:rPr>
                <a:t>پراکندگی و روانی بهتر</a:t>
              </a:r>
              <a:endParaRPr lang="fa-IR" sz="1000" dirty="0">
                <a:cs typeface="+mn-ea"/>
                <a:sym typeface="+mn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161935-B3DC-4D79-ABAE-24C93E9A8B56}"/>
                </a:ext>
              </a:extLst>
            </p:cNvPr>
            <p:cNvSpPr txBox="1"/>
            <p:nvPr/>
          </p:nvSpPr>
          <p:spPr>
            <a:xfrm>
              <a:off x="9860141" y="2818610"/>
              <a:ext cx="1603048" cy="2769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سیلیس</a:t>
              </a:r>
              <a:endParaRPr lang="fa-IR" sz="1600" b="1" dirty="0">
                <a:cs typeface="+mn-ea"/>
                <a:sym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020A11-5075-4608-B068-0945A3085F2A}"/>
                </a:ext>
              </a:extLst>
            </p:cNvPr>
            <p:cNvSpPr/>
            <p:nvPr/>
          </p:nvSpPr>
          <p:spPr>
            <a:xfrm>
              <a:off x="9770373" y="3151993"/>
              <a:ext cx="1782584" cy="769441"/>
            </a:xfrm>
            <a:prstGeom prst="rect">
              <a:avLst/>
            </a:prstGeom>
          </p:spPr>
          <p:txBody>
            <a:bodyPr wrap="square">
              <a:normAutofit fontScale="77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50000"/>
                </a:lnSpc>
              </a:pPr>
              <a:r>
                <a:rPr lang="fa-IR" altLang="en-US" sz="1000" dirty="0">
                  <a:cs typeface="+mn-ea"/>
                  <a:sym typeface="+mn-lt"/>
                </a:rPr>
                <a:t>میکروسیلیس گیرش را کند می‌کند</a:t>
              </a:r>
              <a:endParaRPr lang="fa-IR" sz="1000" dirty="0">
                <a:cs typeface="+mn-ea"/>
                <a:sym typeface="+mn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D2C1DAC-8284-4862-A363-47A53BEFE8D4}"/>
                </a:ext>
              </a:extLst>
            </p:cNvPr>
            <p:cNvSpPr txBox="1"/>
            <p:nvPr/>
          </p:nvSpPr>
          <p:spPr>
            <a:xfrm>
              <a:off x="4289595" y="4896971"/>
              <a:ext cx="1603048" cy="2769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ماینیت</a:t>
              </a:r>
              <a:endParaRPr lang="fa-IR" sz="1600" b="1" dirty="0">
                <a:cs typeface="+mn-ea"/>
                <a:sym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98731A-B7EA-4398-ACFD-E3BFD17D6D3E}"/>
                </a:ext>
              </a:extLst>
            </p:cNvPr>
            <p:cNvSpPr/>
            <p:nvPr/>
          </p:nvSpPr>
          <p:spPr>
            <a:xfrm>
              <a:off x="4199827" y="5230354"/>
              <a:ext cx="1782584" cy="769441"/>
            </a:xfrm>
            <a:prstGeom prst="rect">
              <a:avLst/>
            </a:prstGeom>
          </p:spPr>
          <p:txBody>
            <a:bodyPr wrap="square">
              <a:normAutofit fontScale="77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50000"/>
                </a:lnSpc>
              </a:pPr>
              <a:r>
                <a:rPr lang="fa-IR" altLang="en-US" sz="1000" dirty="0">
                  <a:cs typeface="+mn-ea"/>
                  <a:sym typeface="+mn-lt"/>
                </a:rPr>
                <a:t>مقدار کم هم گیرش را کوتاه می‌کند</a:t>
              </a:r>
              <a:endParaRPr lang="fa-IR" sz="1000" dirty="0">
                <a:cs typeface="+mn-ea"/>
                <a:sym typeface="+mn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F50CE2-E82A-4BF1-807D-9FBAB515933E}"/>
                </a:ext>
              </a:extLst>
            </p:cNvPr>
            <p:cNvSpPr txBox="1"/>
            <p:nvPr/>
          </p:nvSpPr>
          <p:spPr>
            <a:xfrm>
              <a:off x="6272671" y="4896971"/>
              <a:ext cx="1603048" cy="27699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/>
              <a:r>
                <a:rPr lang="fa-IR" altLang="en-US" sz="1600" b="1" dirty="0">
                  <a:cs typeface="+mn-ea"/>
                  <a:sym typeface="+mn-lt"/>
                </a:rPr>
                <a:t>آلومینا</a:t>
              </a:r>
              <a:endParaRPr lang="fa-IR" sz="1600" b="1" dirty="0">
                <a:cs typeface="+mn-ea"/>
                <a:sym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741BBA5-7CC8-4FB7-B77B-308F589E5B09}"/>
                </a:ext>
              </a:extLst>
            </p:cNvPr>
            <p:cNvSpPr/>
            <p:nvPr/>
          </p:nvSpPr>
          <p:spPr>
            <a:xfrm>
              <a:off x="6182903" y="5230354"/>
              <a:ext cx="1782584" cy="769441"/>
            </a:xfrm>
            <a:prstGeom prst="rect">
              <a:avLst/>
            </a:prstGeom>
          </p:spPr>
          <p:txBody>
            <a:bodyPr wrap="square">
              <a:normAutofit fontScale="77500"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rtl="1">
                <a:lnSpc>
                  <a:spcPct val="150000"/>
                </a:lnSpc>
              </a:pPr>
              <a:r>
                <a:rPr lang="fa-IR" altLang="en-US" sz="1000" dirty="0">
                  <a:cs typeface="+mn-ea"/>
                  <a:sym typeface="+mn-lt"/>
                </a:rPr>
                <a:t>آلومینای فعال گیرش را تسریع می‌کند</a:t>
              </a:r>
              <a:endParaRPr lang="fa-IR" sz="1000" dirty="0">
                <a:cs typeface="+mn-ea"/>
                <a:sym typeface="+mn-lt"/>
              </a:endParaRPr>
            </a:p>
          </p:txBody>
        </p:sp>
        <p:grpSp>
          <p:nvGrpSpPr>
            <p:cNvPr id="19" name="Group 37">
              <a:extLst>
                <a:ext uri="{FF2B5EF4-FFF2-40B4-BE49-F238E27FC236}">
                  <a16:creationId xmlns:a16="http://schemas.microsoft.com/office/drawing/2014/main" id="{E9C18A9E-555E-45A1-9121-3D023184C412}"/>
                </a:ext>
              </a:extLst>
            </p:cNvPr>
            <p:cNvGrpSpPr/>
            <p:nvPr/>
          </p:nvGrpSpPr>
          <p:grpSpPr>
            <a:xfrm>
              <a:off x="2363094" y="2554875"/>
              <a:ext cx="407231" cy="432215"/>
              <a:chOff x="2371633" y="3182483"/>
              <a:chExt cx="407231" cy="432215"/>
            </a:xfrm>
            <a:solidFill>
              <a:schemeClr val="tx1"/>
            </a:solidFill>
          </p:grpSpPr>
          <p:cxnSp>
            <p:nvCxnSpPr>
              <p:cNvPr id="57" name="Straight Connector 7">
                <a:extLst>
                  <a:ext uri="{FF2B5EF4-FFF2-40B4-BE49-F238E27FC236}">
                    <a16:creationId xmlns:a16="http://schemas.microsoft.com/office/drawing/2014/main" id="{B6BA8D8D-9DA4-4C12-BC89-065534381103}"/>
                  </a:ext>
                </a:extLst>
              </p:cNvPr>
              <p:cNvCxnSpPr/>
              <p:nvPr/>
            </p:nvCxnSpPr>
            <p:spPr>
              <a:xfrm flipH="1">
                <a:off x="2413416" y="3183076"/>
                <a:ext cx="345318" cy="401641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35">
                <a:extLst>
                  <a:ext uri="{FF2B5EF4-FFF2-40B4-BE49-F238E27FC236}">
                    <a16:creationId xmlns:a16="http://schemas.microsoft.com/office/drawing/2014/main" id="{E9996A3B-0673-4B0C-80F2-A5FC3347F655}"/>
                  </a:ext>
                </a:extLst>
              </p:cNvPr>
              <p:cNvSpPr/>
              <p:nvPr/>
            </p:nvSpPr>
            <p:spPr>
              <a:xfrm>
                <a:off x="2371633" y="3524757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9" name="Oval 36">
                <a:extLst>
                  <a:ext uri="{FF2B5EF4-FFF2-40B4-BE49-F238E27FC236}">
                    <a16:creationId xmlns:a16="http://schemas.microsoft.com/office/drawing/2014/main" id="{7174AE57-C66B-4AF4-AB26-DED5A8312ECD}"/>
                  </a:ext>
                </a:extLst>
              </p:cNvPr>
              <p:cNvSpPr/>
              <p:nvPr/>
            </p:nvSpPr>
            <p:spPr>
              <a:xfrm>
                <a:off x="2688923" y="3182483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0" name="Group 38">
              <a:extLst>
                <a:ext uri="{FF2B5EF4-FFF2-40B4-BE49-F238E27FC236}">
                  <a16:creationId xmlns:a16="http://schemas.microsoft.com/office/drawing/2014/main" id="{13BDF697-DDBE-46B1-93F2-8BC9D6999DE3}"/>
                </a:ext>
              </a:extLst>
            </p:cNvPr>
            <p:cNvGrpSpPr/>
            <p:nvPr/>
          </p:nvGrpSpPr>
          <p:grpSpPr>
            <a:xfrm flipH="1">
              <a:off x="9461310" y="2464934"/>
              <a:ext cx="407231" cy="432215"/>
              <a:chOff x="2371633" y="3182483"/>
              <a:chExt cx="407231" cy="432215"/>
            </a:xfrm>
            <a:solidFill>
              <a:schemeClr val="tx1"/>
            </a:solidFill>
          </p:grpSpPr>
          <p:cxnSp>
            <p:nvCxnSpPr>
              <p:cNvPr id="54" name="Straight Connector 39">
                <a:extLst>
                  <a:ext uri="{FF2B5EF4-FFF2-40B4-BE49-F238E27FC236}">
                    <a16:creationId xmlns:a16="http://schemas.microsoft.com/office/drawing/2014/main" id="{E96151FE-EC14-4368-AF49-BBF08F419F2D}"/>
                  </a:ext>
                </a:extLst>
              </p:cNvPr>
              <p:cNvCxnSpPr/>
              <p:nvPr/>
            </p:nvCxnSpPr>
            <p:spPr>
              <a:xfrm flipH="1">
                <a:off x="2413416" y="3183076"/>
                <a:ext cx="345318" cy="401641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40">
                <a:extLst>
                  <a:ext uri="{FF2B5EF4-FFF2-40B4-BE49-F238E27FC236}">
                    <a16:creationId xmlns:a16="http://schemas.microsoft.com/office/drawing/2014/main" id="{D265A52C-CB1B-4C47-B1B6-3CB5D02FA9CD}"/>
                  </a:ext>
                </a:extLst>
              </p:cNvPr>
              <p:cNvSpPr/>
              <p:nvPr/>
            </p:nvSpPr>
            <p:spPr>
              <a:xfrm>
                <a:off x="2371633" y="3524757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6" name="Oval 41">
                <a:extLst>
                  <a:ext uri="{FF2B5EF4-FFF2-40B4-BE49-F238E27FC236}">
                    <a16:creationId xmlns:a16="http://schemas.microsoft.com/office/drawing/2014/main" id="{CB1EE3B0-6A52-4815-8EF5-8FC6C20A498B}"/>
                  </a:ext>
                </a:extLst>
              </p:cNvPr>
              <p:cNvSpPr/>
              <p:nvPr/>
            </p:nvSpPr>
            <p:spPr>
              <a:xfrm>
                <a:off x="2688923" y="3182483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Group 44">
              <a:extLst>
                <a:ext uri="{FF2B5EF4-FFF2-40B4-BE49-F238E27FC236}">
                  <a16:creationId xmlns:a16="http://schemas.microsoft.com/office/drawing/2014/main" id="{BA2C09C1-0965-4899-9D7A-D9BF4FD26F63}"/>
                </a:ext>
              </a:extLst>
            </p:cNvPr>
            <p:cNvGrpSpPr/>
            <p:nvPr/>
          </p:nvGrpSpPr>
          <p:grpSpPr>
            <a:xfrm>
              <a:off x="3522881" y="4866989"/>
              <a:ext cx="641856" cy="363365"/>
              <a:chOff x="3531420" y="5494597"/>
              <a:chExt cx="641856" cy="363365"/>
            </a:xfrm>
            <a:solidFill>
              <a:schemeClr val="tx1"/>
            </a:solidFill>
          </p:grpSpPr>
          <p:cxnSp>
            <p:nvCxnSpPr>
              <p:cNvPr id="51" name="Straight Connector 34">
                <a:extLst>
                  <a:ext uri="{FF2B5EF4-FFF2-40B4-BE49-F238E27FC236}">
                    <a16:creationId xmlns:a16="http://schemas.microsoft.com/office/drawing/2014/main" id="{87BCCC53-E6E3-45AC-90B4-339526EBA8A3}"/>
                  </a:ext>
                </a:extLst>
              </p:cNvPr>
              <p:cNvCxnSpPr/>
              <p:nvPr/>
            </p:nvCxnSpPr>
            <p:spPr>
              <a:xfrm>
                <a:off x="3544111" y="5524578"/>
                <a:ext cx="567274" cy="276999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Oval 42">
                <a:extLst>
                  <a:ext uri="{FF2B5EF4-FFF2-40B4-BE49-F238E27FC236}">
                    <a16:creationId xmlns:a16="http://schemas.microsoft.com/office/drawing/2014/main" id="{997A21AC-B046-4E66-985A-B709A1107656}"/>
                  </a:ext>
                </a:extLst>
              </p:cNvPr>
              <p:cNvSpPr/>
              <p:nvPr/>
            </p:nvSpPr>
            <p:spPr>
              <a:xfrm>
                <a:off x="3531420" y="5494597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3" name="Oval 43">
                <a:extLst>
                  <a:ext uri="{FF2B5EF4-FFF2-40B4-BE49-F238E27FC236}">
                    <a16:creationId xmlns:a16="http://schemas.microsoft.com/office/drawing/2014/main" id="{45349FF1-FAC0-48B7-8AB4-0F2C73B2DCA0}"/>
                  </a:ext>
                </a:extLst>
              </p:cNvPr>
              <p:cNvSpPr/>
              <p:nvPr/>
            </p:nvSpPr>
            <p:spPr>
              <a:xfrm>
                <a:off x="4083335" y="5768021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2" name="Group 45">
              <a:extLst>
                <a:ext uri="{FF2B5EF4-FFF2-40B4-BE49-F238E27FC236}">
                  <a16:creationId xmlns:a16="http://schemas.microsoft.com/office/drawing/2014/main" id="{178CE937-F745-4813-A84A-6A8C77FCF93E}"/>
                </a:ext>
              </a:extLst>
            </p:cNvPr>
            <p:cNvGrpSpPr/>
            <p:nvPr/>
          </p:nvGrpSpPr>
          <p:grpSpPr>
            <a:xfrm flipH="1">
              <a:off x="7965487" y="4853786"/>
              <a:ext cx="641856" cy="363365"/>
              <a:chOff x="3531420" y="5494597"/>
              <a:chExt cx="641856" cy="363365"/>
            </a:xfrm>
            <a:solidFill>
              <a:schemeClr val="tx1"/>
            </a:solidFill>
          </p:grpSpPr>
          <p:cxnSp>
            <p:nvCxnSpPr>
              <p:cNvPr id="48" name="Straight Connector 46">
                <a:extLst>
                  <a:ext uri="{FF2B5EF4-FFF2-40B4-BE49-F238E27FC236}">
                    <a16:creationId xmlns:a16="http://schemas.microsoft.com/office/drawing/2014/main" id="{15993D45-8288-4F09-BDE8-1E93A3398EFF}"/>
                  </a:ext>
                </a:extLst>
              </p:cNvPr>
              <p:cNvCxnSpPr/>
              <p:nvPr/>
            </p:nvCxnSpPr>
            <p:spPr>
              <a:xfrm>
                <a:off x="3544111" y="5524578"/>
                <a:ext cx="567274" cy="276999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7">
                <a:extLst>
                  <a:ext uri="{FF2B5EF4-FFF2-40B4-BE49-F238E27FC236}">
                    <a16:creationId xmlns:a16="http://schemas.microsoft.com/office/drawing/2014/main" id="{3CD7150D-CEBC-4730-8E0C-22B4986C6363}"/>
                  </a:ext>
                </a:extLst>
              </p:cNvPr>
              <p:cNvSpPr/>
              <p:nvPr/>
            </p:nvSpPr>
            <p:spPr>
              <a:xfrm>
                <a:off x="3531420" y="5494597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0" name="Oval 48">
                <a:extLst>
                  <a:ext uri="{FF2B5EF4-FFF2-40B4-BE49-F238E27FC236}">
                    <a16:creationId xmlns:a16="http://schemas.microsoft.com/office/drawing/2014/main" id="{43F9804A-71D9-4A8F-96AF-9172D629AD24}"/>
                  </a:ext>
                </a:extLst>
              </p:cNvPr>
              <p:cNvSpPr/>
              <p:nvPr/>
            </p:nvSpPr>
            <p:spPr>
              <a:xfrm>
                <a:off x="4083335" y="5768021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Group 55">
              <a:extLst>
                <a:ext uri="{FF2B5EF4-FFF2-40B4-BE49-F238E27FC236}">
                  <a16:creationId xmlns:a16="http://schemas.microsoft.com/office/drawing/2014/main" id="{9420E93B-06DB-45DF-BADA-8463027FB397}"/>
                </a:ext>
              </a:extLst>
            </p:cNvPr>
            <p:cNvGrpSpPr/>
            <p:nvPr/>
          </p:nvGrpSpPr>
          <p:grpSpPr>
            <a:xfrm>
              <a:off x="4287358" y="2316602"/>
              <a:ext cx="197232" cy="435801"/>
              <a:chOff x="4295897" y="2944210"/>
              <a:chExt cx="197232" cy="435801"/>
            </a:xfrm>
            <a:solidFill>
              <a:schemeClr val="tx1"/>
            </a:solidFill>
          </p:grpSpPr>
          <p:cxnSp>
            <p:nvCxnSpPr>
              <p:cNvPr id="45" name="Straight Connector 26">
                <a:extLst>
                  <a:ext uri="{FF2B5EF4-FFF2-40B4-BE49-F238E27FC236}">
                    <a16:creationId xmlns:a16="http://schemas.microsoft.com/office/drawing/2014/main" id="{E84FF934-9D00-44C2-BB49-B4D5F1186050}"/>
                  </a:ext>
                </a:extLst>
              </p:cNvPr>
              <p:cNvCxnSpPr/>
              <p:nvPr/>
            </p:nvCxnSpPr>
            <p:spPr>
              <a:xfrm flipH="1">
                <a:off x="4342750" y="2951092"/>
                <a:ext cx="109329" cy="416893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53">
                <a:extLst>
                  <a:ext uri="{FF2B5EF4-FFF2-40B4-BE49-F238E27FC236}">
                    <a16:creationId xmlns:a16="http://schemas.microsoft.com/office/drawing/2014/main" id="{5F38C824-DEA2-4309-9302-E558B226EE36}"/>
                  </a:ext>
                </a:extLst>
              </p:cNvPr>
              <p:cNvSpPr/>
              <p:nvPr/>
            </p:nvSpPr>
            <p:spPr>
              <a:xfrm>
                <a:off x="4295897" y="3290070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7" name="Oval 54">
                <a:extLst>
                  <a:ext uri="{FF2B5EF4-FFF2-40B4-BE49-F238E27FC236}">
                    <a16:creationId xmlns:a16="http://schemas.microsoft.com/office/drawing/2014/main" id="{2403A81A-2F68-4361-B9E6-A94AFECC1944}"/>
                  </a:ext>
                </a:extLst>
              </p:cNvPr>
              <p:cNvSpPr/>
              <p:nvPr/>
            </p:nvSpPr>
            <p:spPr>
              <a:xfrm>
                <a:off x="4403188" y="2944210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Group 56">
              <a:extLst>
                <a:ext uri="{FF2B5EF4-FFF2-40B4-BE49-F238E27FC236}">
                  <a16:creationId xmlns:a16="http://schemas.microsoft.com/office/drawing/2014/main" id="{15BE2AE8-F170-4E95-98B6-D62E1324E452}"/>
                </a:ext>
              </a:extLst>
            </p:cNvPr>
            <p:cNvGrpSpPr/>
            <p:nvPr/>
          </p:nvGrpSpPr>
          <p:grpSpPr>
            <a:xfrm flipH="1">
              <a:off x="7607602" y="2304576"/>
              <a:ext cx="197232" cy="435801"/>
              <a:chOff x="4295897" y="2944210"/>
              <a:chExt cx="197232" cy="435801"/>
            </a:xfrm>
            <a:solidFill>
              <a:schemeClr val="tx1"/>
            </a:solidFill>
          </p:grpSpPr>
          <p:cxnSp>
            <p:nvCxnSpPr>
              <p:cNvPr id="42" name="Straight Connector 57">
                <a:extLst>
                  <a:ext uri="{FF2B5EF4-FFF2-40B4-BE49-F238E27FC236}">
                    <a16:creationId xmlns:a16="http://schemas.microsoft.com/office/drawing/2014/main" id="{476AFF6E-9C29-43D4-8284-B4A03971702B}"/>
                  </a:ext>
                </a:extLst>
              </p:cNvPr>
              <p:cNvCxnSpPr/>
              <p:nvPr/>
            </p:nvCxnSpPr>
            <p:spPr>
              <a:xfrm flipH="1">
                <a:off x="4342750" y="2951092"/>
                <a:ext cx="109329" cy="416893"/>
              </a:xfrm>
              <a:prstGeom prst="line">
                <a:avLst/>
              </a:prstGeom>
              <a:grpFill/>
              <a:ln w="19050">
                <a:solidFill>
                  <a:schemeClr val="tx2">
                    <a:lumMod val="20000"/>
                    <a:lumOff val="8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58">
                <a:extLst>
                  <a:ext uri="{FF2B5EF4-FFF2-40B4-BE49-F238E27FC236}">
                    <a16:creationId xmlns:a16="http://schemas.microsoft.com/office/drawing/2014/main" id="{01A78713-B5E6-4825-B130-DD32C81836EC}"/>
                  </a:ext>
                </a:extLst>
              </p:cNvPr>
              <p:cNvSpPr/>
              <p:nvPr/>
            </p:nvSpPr>
            <p:spPr>
              <a:xfrm>
                <a:off x="4295897" y="3290070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44" name="Oval 59">
                <a:extLst>
                  <a:ext uri="{FF2B5EF4-FFF2-40B4-BE49-F238E27FC236}">
                    <a16:creationId xmlns:a16="http://schemas.microsoft.com/office/drawing/2014/main" id="{CBF78026-1A24-4BFC-842B-E2FB5150029B}"/>
                  </a:ext>
                </a:extLst>
              </p:cNvPr>
              <p:cNvSpPr/>
              <p:nvPr/>
            </p:nvSpPr>
            <p:spPr>
              <a:xfrm>
                <a:off x="4403188" y="2944210"/>
                <a:ext cx="89941" cy="89941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25" name="Oval 11">
              <a:extLst>
                <a:ext uri="{FF2B5EF4-FFF2-40B4-BE49-F238E27FC236}">
                  <a16:creationId xmlns:a16="http://schemas.microsoft.com/office/drawing/2014/main" id="{3061097F-A5B8-4C0D-9B69-5C40D9661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212" y="1696492"/>
              <a:ext cx="758825" cy="75723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Oval 14">
              <a:extLst>
                <a:ext uri="{FF2B5EF4-FFF2-40B4-BE49-F238E27FC236}">
                  <a16:creationId xmlns:a16="http://schemas.microsoft.com/office/drawing/2014/main" id="{DEA30AAB-144A-42E6-8866-2C5F5BFDE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212" y="4203155"/>
              <a:ext cx="758825" cy="76041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7" name="Oval 17">
              <a:extLst>
                <a:ext uri="{FF2B5EF4-FFF2-40B4-BE49-F238E27FC236}">
                  <a16:creationId xmlns:a16="http://schemas.microsoft.com/office/drawing/2014/main" id="{22E6E4BA-EA00-4813-8380-F57B9B85C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2112" y="2949030"/>
              <a:ext cx="758825" cy="760413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9D560EFD-01E1-4448-AF5B-4C52ADE07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6999" y="2949030"/>
              <a:ext cx="758825" cy="76041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Oval 23">
              <a:extLst>
                <a:ext uri="{FF2B5EF4-FFF2-40B4-BE49-F238E27FC236}">
                  <a16:creationId xmlns:a16="http://schemas.microsoft.com/office/drawing/2014/main" id="{1519BE56-EF31-414F-9549-A95B80C6D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712" y="1696492"/>
              <a:ext cx="754063" cy="757238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Oval 26">
              <a:extLst>
                <a:ext uri="{FF2B5EF4-FFF2-40B4-BE49-F238E27FC236}">
                  <a16:creationId xmlns:a16="http://schemas.microsoft.com/office/drawing/2014/main" id="{63D6A537-B92E-4506-9546-B268E17B3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2712" y="4203155"/>
              <a:ext cx="754063" cy="7604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4220A218-9BF8-4C9C-A19A-0C7355BEC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6762" y="2818855"/>
              <a:ext cx="1022350" cy="1022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31BD13F-ED03-4FE8-8E75-E93B3214E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324" y="2441030"/>
              <a:ext cx="709613" cy="414338"/>
            </a:xfrm>
            <a:custGeom>
              <a:avLst/>
              <a:gdLst>
                <a:gd name="T0" fmla="*/ 23 w 189"/>
                <a:gd name="T1" fmla="*/ 104 h 110"/>
                <a:gd name="T2" fmla="*/ 177 w 189"/>
                <a:gd name="T3" fmla="*/ 24 h 110"/>
                <a:gd name="T4" fmla="*/ 189 w 189"/>
                <a:gd name="T5" fmla="*/ 12 h 110"/>
                <a:gd name="T6" fmla="*/ 189 w 189"/>
                <a:gd name="T7" fmla="*/ 12 h 110"/>
                <a:gd name="T8" fmla="*/ 176 w 189"/>
                <a:gd name="T9" fmla="*/ 0 h 110"/>
                <a:gd name="T10" fmla="*/ 4 w 189"/>
                <a:gd name="T11" fmla="*/ 89 h 110"/>
                <a:gd name="T12" fmla="*/ 7 w 189"/>
                <a:gd name="T13" fmla="*/ 106 h 110"/>
                <a:gd name="T14" fmla="*/ 7 w 189"/>
                <a:gd name="T15" fmla="*/ 107 h 110"/>
                <a:gd name="T16" fmla="*/ 23 w 189"/>
                <a:gd name="T17" fmla="*/ 10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9" h="110">
                  <a:moveTo>
                    <a:pt x="23" y="104"/>
                  </a:moveTo>
                  <a:cubicBezTo>
                    <a:pt x="60" y="58"/>
                    <a:pt x="115" y="28"/>
                    <a:pt x="177" y="24"/>
                  </a:cubicBezTo>
                  <a:cubicBezTo>
                    <a:pt x="184" y="24"/>
                    <a:pt x="189" y="19"/>
                    <a:pt x="189" y="12"/>
                  </a:cubicBezTo>
                  <a:cubicBezTo>
                    <a:pt x="189" y="12"/>
                    <a:pt x="189" y="12"/>
                    <a:pt x="189" y="12"/>
                  </a:cubicBezTo>
                  <a:cubicBezTo>
                    <a:pt x="189" y="5"/>
                    <a:pt x="183" y="0"/>
                    <a:pt x="176" y="0"/>
                  </a:cubicBezTo>
                  <a:cubicBezTo>
                    <a:pt x="106" y="4"/>
                    <a:pt x="45" y="38"/>
                    <a:pt x="4" y="89"/>
                  </a:cubicBezTo>
                  <a:cubicBezTo>
                    <a:pt x="0" y="95"/>
                    <a:pt x="1" y="103"/>
                    <a:pt x="7" y="106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13" y="110"/>
                    <a:pt x="19" y="109"/>
                    <a:pt x="23" y="10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4828280-B3B1-4E46-A111-56A38D049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437" y="2445792"/>
              <a:ext cx="822325" cy="1287463"/>
            </a:xfrm>
            <a:custGeom>
              <a:avLst/>
              <a:gdLst>
                <a:gd name="T0" fmla="*/ 195 w 219"/>
                <a:gd name="T1" fmla="*/ 235 h 342"/>
                <a:gd name="T2" fmla="*/ 175 w 219"/>
                <a:gd name="T3" fmla="*/ 323 h 342"/>
                <a:gd name="T4" fmla="*/ 179 w 219"/>
                <a:gd name="T5" fmla="*/ 337 h 342"/>
                <a:gd name="T6" fmla="*/ 179 w 219"/>
                <a:gd name="T7" fmla="*/ 337 h 342"/>
                <a:gd name="T8" fmla="*/ 197 w 219"/>
                <a:gd name="T9" fmla="*/ 333 h 342"/>
                <a:gd name="T10" fmla="*/ 219 w 219"/>
                <a:gd name="T11" fmla="*/ 235 h 342"/>
                <a:gd name="T12" fmla="*/ 13 w 219"/>
                <a:gd name="T13" fmla="*/ 1 h 342"/>
                <a:gd name="T14" fmla="*/ 0 w 219"/>
                <a:gd name="T15" fmla="*/ 13 h 342"/>
                <a:gd name="T16" fmla="*/ 0 w 219"/>
                <a:gd name="T17" fmla="*/ 13 h 342"/>
                <a:gd name="T18" fmla="*/ 10 w 219"/>
                <a:gd name="T19" fmla="*/ 25 h 342"/>
                <a:gd name="T20" fmla="*/ 195 w 219"/>
                <a:gd name="T21" fmla="*/ 235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9" h="342">
                  <a:moveTo>
                    <a:pt x="195" y="235"/>
                  </a:moveTo>
                  <a:cubicBezTo>
                    <a:pt x="195" y="266"/>
                    <a:pt x="188" y="296"/>
                    <a:pt x="175" y="323"/>
                  </a:cubicBezTo>
                  <a:cubicBezTo>
                    <a:pt x="173" y="328"/>
                    <a:pt x="175" y="334"/>
                    <a:pt x="179" y="337"/>
                  </a:cubicBezTo>
                  <a:cubicBezTo>
                    <a:pt x="179" y="337"/>
                    <a:pt x="179" y="337"/>
                    <a:pt x="179" y="337"/>
                  </a:cubicBezTo>
                  <a:cubicBezTo>
                    <a:pt x="185" y="342"/>
                    <a:pt x="194" y="340"/>
                    <a:pt x="197" y="333"/>
                  </a:cubicBezTo>
                  <a:cubicBezTo>
                    <a:pt x="211" y="303"/>
                    <a:pt x="219" y="270"/>
                    <a:pt x="219" y="235"/>
                  </a:cubicBezTo>
                  <a:cubicBezTo>
                    <a:pt x="219" y="115"/>
                    <a:pt x="129" y="16"/>
                    <a:pt x="13" y="1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9"/>
                    <a:pt x="4" y="24"/>
                    <a:pt x="10" y="25"/>
                  </a:cubicBezTo>
                  <a:cubicBezTo>
                    <a:pt x="114" y="38"/>
                    <a:pt x="195" y="127"/>
                    <a:pt x="195" y="2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9D4578C-5ED0-4697-8F45-DCF640A6D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349" y="2871242"/>
              <a:ext cx="1638300" cy="1354138"/>
            </a:xfrm>
            <a:custGeom>
              <a:avLst/>
              <a:gdLst>
                <a:gd name="T0" fmla="*/ 413 w 436"/>
                <a:gd name="T1" fmla="*/ 240 h 360"/>
                <a:gd name="T2" fmla="*/ 189 w 436"/>
                <a:gd name="T3" fmla="*/ 329 h 360"/>
                <a:gd name="T4" fmla="*/ 30 w 436"/>
                <a:gd name="T5" fmla="*/ 170 h 360"/>
                <a:gd name="T6" fmla="*/ 51 w 436"/>
                <a:gd name="T7" fmla="*/ 19 h 360"/>
                <a:gd name="T8" fmla="*/ 47 w 436"/>
                <a:gd name="T9" fmla="*/ 3 h 360"/>
                <a:gd name="T10" fmla="*/ 47 w 436"/>
                <a:gd name="T11" fmla="*/ 3 h 360"/>
                <a:gd name="T12" fmla="*/ 30 w 436"/>
                <a:gd name="T13" fmla="*/ 7 h 360"/>
                <a:gd name="T14" fmla="*/ 1 w 436"/>
                <a:gd name="T15" fmla="*/ 128 h 360"/>
                <a:gd name="T16" fmla="*/ 229 w 436"/>
                <a:gd name="T17" fmla="*/ 358 h 360"/>
                <a:gd name="T18" fmla="*/ 432 w 436"/>
                <a:gd name="T19" fmla="*/ 254 h 360"/>
                <a:gd name="T20" fmla="*/ 430 w 436"/>
                <a:gd name="T21" fmla="*/ 238 h 360"/>
                <a:gd name="T22" fmla="*/ 430 w 436"/>
                <a:gd name="T23" fmla="*/ 238 h 360"/>
                <a:gd name="T24" fmla="*/ 413 w 436"/>
                <a:gd name="T25" fmla="*/ 24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6" h="360">
                  <a:moveTo>
                    <a:pt x="413" y="240"/>
                  </a:moveTo>
                  <a:cubicBezTo>
                    <a:pt x="366" y="309"/>
                    <a:pt x="282" y="349"/>
                    <a:pt x="189" y="329"/>
                  </a:cubicBezTo>
                  <a:cubicBezTo>
                    <a:pt x="110" y="312"/>
                    <a:pt x="47" y="249"/>
                    <a:pt x="30" y="170"/>
                  </a:cubicBezTo>
                  <a:cubicBezTo>
                    <a:pt x="18" y="115"/>
                    <a:pt x="27" y="62"/>
                    <a:pt x="51" y="19"/>
                  </a:cubicBezTo>
                  <a:cubicBezTo>
                    <a:pt x="54" y="14"/>
                    <a:pt x="53" y="6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1" y="0"/>
                    <a:pt x="34" y="1"/>
                    <a:pt x="30" y="7"/>
                  </a:cubicBezTo>
                  <a:cubicBezTo>
                    <a:pt x="10" y="43"/>
                    <a:pt x="0" y="84"/>
                    <a:pt x="1" y="128"/>
                  </a:cubicBezTo>
                  <a:cubicBezTo>
                    <a:pt x="4" y="253"/>
                    <a:pt x="105" y="354"/>
                    <a:pt x="229" y="358"/>
                  </a:cubicBezTo>
                  <a:cubicBezTo>
                    <a:pt x="314" y="360"/>
                    <a:pt x="389" y="318"/>
                    <a:pt x="432" y="254"/>
                  </a:cubicBezTo>
                  <a:cubicBezTo>
                    <a:pt x="436" y="249"/>
                    <a:pt x="435" y="242"/>
                    <a:pt x="430" y="238"/>
                  </a:cubicBezTo>
                  <a:cubicBezTo>
                    <a:pt x="430" y="238"/>
                    <a:pt x="430" y="238"/>
                    <a:pt x="430" y="238"/>
                  </a:cubicBezTo>
                  <a:cubicBezTo>
                    <a:pt x="425" y="233"/>
                    <a:pt x="417" y="234"/>
                    <a:pt x="413" y="24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Oval 12">
              <a:extLst>
                <a:ext uri="{FF2B5EF4-FFF2-40B4-BE49-F238E27FC236}">
                  <a16:creationId xmlns:a16="http://schemas.microsoft.com/office/drawing/2014/main" id="{783B6CF1-258A-4B44-B7F3-746A19AE3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527" y="1877078"/>
              <a:ext cx="256196" cy="396450"/>
            </a:xfrm>
            <a:custGeom>
              <a:avLst/>
              <a:gdLst>
                <a:gd name="connsiteX0" fmla="*/ 182768 w 217488"/>
                <a:gd name="connsiteY0" fmla="*/ 277515 h 336550"/>
                <a:gd name="connsiteX1" fmla="*/ 156139 w 217488"/>
                <a:gd name="connsiteY1" fmla="*/ 283964 h 336550"/>
                <a:gd name="connsiteX2" fmla="*/ 152145 w 217488"/>
                <a:gd name="connsiteY2" fmla="*/ 292993 h 336550"/>
                <a:gd name="connsiteX3" fmla="*/ 158802 w 217488"/>
                <a:gd name="connsiteY3" fmla="*/ 296863 h 336550"/>
                <a:gd name="connsiteX4" fmla="*/ 160133 w 217488"/>
                <a:gd name="connsiteY4" fmla="*/ 296863 h 336550"/>
                <a:gd name="connsiteX5" fmla="*/ 186762 w 217488"/>
                <a:gd name="connsiteY5" fmla="*/ 290414 h 336550"/>
                <a:gd name="connsiteX6" fmla="*/ 190757 w 217488"/>
                <a:gd name="connsiteY6" fmla="*/ 282674 h 336550"/>
                <a:gd name="connsiteX7" fmla="*/ 182768 w 217488"/>
                <a:gd name="connsiteY7" fmla="*/ 277515 h 336550"/>
                <a:gd name="connsiteX8" fmla="*/ 34720 w 217488"/>
                <a:gd name="connsiteY8" fmla="*/ 277515 h 336550"/>
                <a:gd name="connsiteX9" fmla="*/ 26732 w 217488"/>
                <a:gd name="connsiteY9" fmla="*/ 282674 h 336550"/>
                <a:gd name="connsiteX10" fmla="*/ 30726 w 217488"/>
                <a:gd name="connsiteY10" fmla="*/ 290414 h 336550"/>
                <a:gd name="connsiteX11" fmla="*/ 57355 w 217488"/>
                <a:gd name="connsiteY11" fmla="*/ 296863 h 336550"/>
                <a:gd name="connsiteX12" fmla="*/ 58686 w 217488"/>
                <a:gd name="connsiteY12" fmla="*/ 296863 h 336550"/>
                <a:gd name="connsiteX13" fmla="*/ 65344 w 217488"/>
                <a:gd name="connsiteY13" fmla="*/ 292993 h 336550"/>
                <a:gd name="connsiteX14" fmla="*/ 61349 w 217488"/>
                <a:gd name="connsiteY14" fmla="*/ 283964 h 336550"/>
                <a:gd name="connsiteX15" fmla="*/ 34720 w 217488"/>
                <a:gd name="connsiteY15" fmla="*/ 277515 h 336550"/>
                <a:gd name="connsiteX16" fmla="*/ 108745 w 217488"/>
                <a:gd name="connsiteY16" fmla="*/ 271463 h 336550"/>
                <a:gd name="connsiteX17" fmla="*/ 87313 w 217488"/>
                <a:gd name="connsiteY17" fmla="*/ 292101 h 336550"/>
                <a:gd name="connsiteX18" fmla="*/ 108745 w 217488"/>
                <a:gd name="connsiteY18" fmla="*/ 312739 h 336550"/>
                <a:gd name="connsiteX19" fmla="*/ 130177 w 217488"/>
                <a:gd name="connsiteY19" fmla="*/ 292101 h 336550"/>
                <a:gd name="connsiteX20" fmla="*/ 108745 w 217488"/>
                <a:gd name="connsiteY20" fmla="*/ 271463 h 336550"/>
                <a:gd name="connsiteX21" fmla="*/ 27469 w 217488"/>
                <a:gd name="connsiteY21" fmla="*/ 38100 h 336550"/>
                <a:gd name="connsiteX22" fmla="*/ 22225 w 217488"/>
                <a:gd name="connsiteY22" fmla="*/ 42049 h 336550"/>
                <a:gd name="connsiteX23" fmla="*/ 22225 w 217488"/>
                <a:gd name="connsiteY23" fmla="*/ 240798 h 336550"/>
                <a:gd name="connsiteX24" fmla="*/ 27469 w 217488"/>
                <a:gd name="connsiteY24" fmla="*/ 246063 h 336550"/>
                <a:gd name="connsiteX25" fmla="*/ 190019 w 217488"/>
                <a:gd name="connsiteY25" fmla="*/ 246063 h 336550"/>
                <a:gd name="connsiteX26" fmla="*/ 195263 w 217488"/>
                <a:gd name="connsiteY26" fmla="*/ 240798 h 336550"/>
                <a:gd name="connsiteX27" fmla="*/ 195263 w 217488"/>
                <a:gd name="connsiteY27" fmla="*/ 42049 h 336550"/>
                <a:gd name="connsiteX28" fmla="*/ 190019 w 217488"/>
                <a:gd name="connsiteY28" fmla="*/ 38100 h 336550"/>
                <a:gd name="connsiteX29" fmla="*/ 27469 w 217488"/>
                <a:gd name="connsiteY29" fmla="*/ 38100 h 336550"/>
                <a:gd name="connsiteX30" fmla="*/ 92869 w 217488"/>
                <a:gd name="connsiteY30" fmla="*/ 15875 h 336550"/>
                <a:gd name="connsiteX31" fmla="*/ 88900 w 217488"/>
                <a:gd name="connsiteY31" fmla="*/ 19957 h 336550"/>
                <a:gd name="connsiteX32" fmla="*/ 92869 w 217488"/>
                <a:gd name="connsiteY32" fmla="*/ 25400 h 336550"/>
                <a:gd name="connsiteX33" fmla="*/ 124619 w 217488"/>
                <a:gd name="connsiteY33" fmla="*/ 25400 h 336550"/>
                <a:gd name="connsiteX34" fmla="*/ 128588 w 217488"/>
                <a:gd name="connsiteY34" fmla="*/ 19957 h 336550"/>
                <a:gd name="connsiteX35" fmla="*/ 124619 w 217488"/>
                <a:gd name="connsiteY35" fmla="*/ 15875 h 336550"/>
                <a:gd name="connsiteX36" fmla="*/ 92869 w 217488"/>
                <a:gd name="connsiteY36" fmla="*/ 15875 h 336550"/>
                <a:gd name="connsiteX37" fmla="*/ 19652 w 217488"/>
                <a:gd name="connsiteY37" fmla="*/ 0 h 336550"/>
                <a:gd name="connsiteX38" fmla="*/ 197836 w 217488"/>
                <a:gd name="connsiteY38" fmla="*/ 0 h 336550"/>
                <a:gd name="connsiteX39" fmla="*/ 217488 w 217488"/>
                <a:gd name="connsiteY39" fmla="*/ 18405 h 336550"/>
                <a:gd name="connsiteX40" fmla="*/ 217488 w 217488"/>
                <a:gd name="connsiteY40" fmla="*/ 318145 h 336550"/>
                <a:gd name="connsiteX41" fmla="*/ 197836 w 217488"/>
                <a:gd name="connsiteY41" fmla="*/ 336550 h 336550"/>
                <a:gd name="connsiteX42" fmla="*/ 19652 w 217488"/>
                <a:gd name="connsiteY42" fmla="*/ 336550 h 336550"/>
                <a:gd name="connsiteX43" fmla="*/ 0 w 217488"/>
                <a:gd name="connsiteY43" fmla="*/ 318145 h 336550"/>
                <a:gd name="connsiteX44" fmla="*/ 0 w 217488"/>
                <a:gd name="connsiteY44" fmla="*/ 18405 h 336550"/>
                <a:gd name="connsiteX45" fmla="*/ 19652 w 217488"/>
                <a:gd name="connsiteY4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7488" h="336550">
                  <a:moveTo>
                    <a:pt x="182768" y="277515"/>
                  </a:moveTo>
                  <a:cubicBezTo>
                    <a:pt x="182768" y="277515"/>
                    <a:pt x="182768" y="277515"/>
                    <a:pt x="156139" y="283964"/>
                  </a:cubicBezTo>
                  <a:cubicBezTo>
                    <a:pt x="153476" y="285254"/>
                    <a:pt x="150813" y="289124"/>
                    <a:pt x="152145" y="292993"/>
                  </a:cubicBezTo>
                  <a:cubicBezTo>
                    <a:pt x="152145" y="295573"/>
                    <a:pt x="156139" y="296863"/>
                    <a:pt x="158802" y="296863"/>
                  </a:cubicBezTo>
                  <a:cubicBezTo>
                    <a:pt x="158802" y="296863"/>
                    <a:pt x="160133" y="296863"/>
                    <a:pt x="160133" y="296863"/>
                  </a:cubicBezTo>
                  <a:cubicBezTo>
                    <a:pt x="160133" y="296863"/>
                    <a:pt x="160133" y="296863"/>
                    <a:pt x="186762" y="290414"/>
                  </a:cubicBezTo>
                  <a:cubicBezTo>
                    <a:pt x="189425" y="289124"/>
                    <a:pt x="192088" y="285254"/>
                    <a:pt x="190757" y="282674"/>
                  </a:cubicBezTo>
                  <a:cubicBezTo>
                    <a:pt x="190757" y="278805"/>
                    <a:pt x="186762" y="276225"/>
                    <a:pt x="182768" y="277515"/>
                  </a:cubicBezTo>
                  <a:close/>
                  <a:moveTo>
                    <a:pt x="34720" y="277515"/>
                  </a:moveTo>
                  <a:cubicBezTo>
                    <a:pt x="30726" y="276225"/>
                    <a:pt x="26732" y="278805"/>
                    <a:pt x="26732" y="282674"/>
                  </a:cubicBezTo>
                  <a:cubicBezTo>
                    <a:pt x="25400" y="285254"/>
                    <a:pt x="28063" y="289124"/>
                    <a:pt x="30726" y="290414"/>
                  </a:cubicBezTo>
                  <a:cubicBezTo>
                    <a:pt x="30726" y="290414"/>
                    <a:pt x="30726" y="290414"/>
                    <a:pt x="57355" y="296863"/>
                  </a:cubicBezTo>
                  <a:cubicBezTo>
                    <a:pt x="57355" y="296863"/>
                    <a:pt x="58686" y="296863"/>
                    <a:pt x="58686" y="296863"/>
                  </a:cubicBezTo>
                  <a:cubicBezTo>
                    <a:pt x="61349" y="296863"/>
                    <a:pt x="65344" y="295573"/>
                    <a:pt x="65344" y="292993"/>
                  </a:cubicBezTo>
                  <a:cubicBezTo>
                    <a:pt x="66675" y="289124"/>
                    <a:pt x="64012" y="285254"/>
                    <a:pt x="61349" y="283964"/>
                  </a:cubicBezTo>
                  <a:cubicBezTo>
                    <a:pt x="61349" y="283964"/>
                    <a:pt x="61349" y="283964"/>
                    <a:pt x="34720" y="277515"/>
                  </a:cubicBezTo>
                  <a:close/>
                  <a:moveTo>
                    <a:pt x="108745" y="271463"/>
                  </a:moveTo>
                  <a:cubicBezTo>
                    <a:pt x="96908" y="271463"/>
                    <a:pt x="87313" y="280703"/>
                    <a:pt x="87313" y="292101"/>
                  </a:cubicBezTo>
                  <a:cubicBezTo>
                    <a:pt x="87313" y="303499"/>
                    <a:pt x="96908" y="312739"/>
                    <a:pt x="108745" y="312739"/>
                  </a:cubicBezTo>
                  <a:cubicBezTo>
                    <a:pt x="120582" y="312739"/>
                    <a:pt x="130177" y="303499"/>
                    <a:pt x="130177" y="292101"/>
                  </a:cubicBezTo>
                  <a:cubicBezTo>
                    <a:pt x="130177" y="280703"/>
                    <a:pt x="120582" y="271463"/>
                    <a:pt x="108745" y="271463"/>
                  </a:cubicBezTo>
                  <a:close/>
                  <a:moveTo>
                    <a:pt x="27469" y="38100"/>
                  </a:moveTo>
                  <a:cubicBezTo>
                    <a:pt x="24847" y="38100"/>
                    <a:pt x="22225" y="39416"/>
                    <a:pt x="22225" y="42049"/>
                  </a:cubicBezTo>
                  <a:cubicBezTo>
                    <a:pt x="22225" y="42049"/>
                    <a:pt x="22225" y="42049"/>
                    <a:pt x="22225" y="240798"/>
                  </a:cubicBezTo>
                  <a:cubicBezTo>
                    <a:pt x="22225" y="243431"/>
                    <a:pt x="24847" y="246063"/>
                    <a:pt x="27469" y="246063"/>
                  </a:cubicBezTo>
                  <a:cubicBezTo>
                    <a:pt x="27469" y="246063"/>
                    <a:pt x="27469" y="246063"/>
                    <a:pt x="190019" y="246063"/>
                  </a:cubicBezTo>
                  <a:cubicBezTo>
                    <a:pt x="192641" y="246063"/>
                    <a:pt x="195263" y="243431"/>
                    <a:pt x="195263" y="240798"/>
                  </a:cubicBezTo>
                  <a:lnTo>
                    <a:pt x="195263" y="42049"/>
                  </a:lnTo>
                  <a:cubicBezTo>
                    <a:pt x="195263" y="39416"/>
                    <a:pt x="192641" y="38100"/>
                    <a:pt x="190019" y="38100"/>
                  </a:cubicBezTo>
                  <a:cubicBezTo>
                    <a:pt x="190019" y="38100"/>
                    <a:pt x="190019" y="38100"/>
                    <a:pt x="27469" y="38100"/>
                  </a:cubicBezTo>
                  <a:close/>
                  <a:moveTo>
                    <a:pt x="92869" y="15875"/>
                  </a:moveTo>
                  <a:cubicBezTo>
                    <a:pt x="90223" y="15875"/>
                    <a:pt x="88900" y="17236"/>
                    <a:pt x="88900" y="19957"/>
                  </a:cubicBezTo>
                  <a:cubicBezTo>
                    <a:pt x="88900" y="22679"/>
                    <a:pt x="90223" y="25400"/>
                    <a:pt x="92869" y="25400"/>
                  </a:cubicBezTo>
                  <a:cubicBezTo>
                    <a:pt x="92869" y="25400"/>
                    <a:pt x="92869" y="25400"/>
                    <a:pt x="124619" y="25400"/>
                  </a:cubicBezTo>
                  <a:cubicBezTo>
                    <a:pt x="127265" y="25400"/>
                    <a:pt x="128588" y="22679"/>
                    <a:pt x="128588" y="19957"/>
                  </a:cubicBezTo>
                  <a:cubicBezTo>
                    <a:pt x="128588" y="17236"/>
                    <a:pt x="127265" y="15875"/>
                    <a:pt x="124619" y="15875"/>
                  </a:cubicBezTo>
                  <a:cubicBezTo>
                    <a:pt x="124619" y="15875"/>
                    <a:pt x="124619" y="15875"/>
                    <a:pt x="92869" y="15875"/>
                  </a:cubicBezTo>
                  <a:close/>
                  <a:moveTo>
                    <a:pt x="19652" y="0"/>
                  </a:moveTo>
                  <a:cubicBezTo>
                    <a:pt x="19652" y="0"/>
                    <a:pt x="19652" y="0"/>
                    <a:pt x="197836" y="0"/>
                  </a:cubicBezTo>
                  <a:cubicBezTo>
                    <a:pt x="208317" y="0"/>
                    <a:pt x="217488" y="7888"/>
                    <a:pt x="217488" y="18405"/>
                  </a:cubicBezTo>
                  <a:cubicBezTo>
                    <a:pt x="217488" y="18405"/>
                    <a:pt x="217488" y="18405"/>
                    <a:pt x="217488" y="318145"/>
                  </a:cubicBezTo>
                  <a:cubicBezTo>
                    <a:pt x="217488" y="328662"/>
                    <a:pt x="208317" y="336550"/>
                    <a:pt x="197836" y="336550"/>
                  </a:cubicBezTo>
                  <a:cubicBezTo>
                    <a:pt x="197836" y="336550"/>
                    <a:pt x="197836" y="336550"/>
                    <a:pt x="19652" y="336550"/>
                  </a:cubicBezTo>
                  <a:cubicBezTo>
                    <a:pt x="9171" y="336550"/>
                    <a:pt x="0" y="328662"/>
                    <a:pt x="0" y="318145"/>
                  </a:cubicBezTo>
                  <a:cubicBezTo>
                    <a:pt x="0" y="318145"/>
                    <a:pt x="0" y="318145"/>
                    <a:pt x="0" y="18405"/>
                  </a:cubicBezTo>
                  <a:cubicBezTo>
                    <a:pt x="0" y="7888"/>
                    <a:pt x="9171" y="0"/>
                    <a:pt x="196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6" name="Oval 15">
              <a:extLst>
                <a:ext uri="{FF2B5EF4-FFF2-40B4-BE49-F238E27FC236}">
                  <a16:creationId xmlns:a16="http://schemas.microsoft.com/office/drawing/2014/main" id="{871F94BE-860C-4A15-B24B-DD65ECD34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2252" y="4386452"/>
              <a:ext cx="254745" cy="394204"/>
            </a:xfrm>
            <a:custGeom>
              <a:avLst/>
              <a:gdLst>
                <a:gd name="connsiteX0" fmla="*/ 182768 w 217488"/>
                <a:gd name="connsiteY0" fmla="*/ 277515 h 336550"/>
                <a:gd name="connsiteX1" fmla="*/ 156139 w 217488"/>
                <a:gd name="connsiteY1" fmla="*/ 283964 h 336550"/>
                <a:gd name="connsiteX2" fmla="*/ 152145 w 217488"/>
                <a:gd name="connsiteY2" fmla="*/ 292993 h 336550"/>
                <a:gd name="connsiteX3" fmla="*/ 158802 w 217488"/>
                <a:gd name="connsiteY3" fmla="*/ 296863 h 336550"/>
                <a:gd name="connsiteX4" fmla="*/ 160133 w 217488"/>
                <a:gd name="connsiteY4" fmla="*/ 296863 h 336550"/>
                <a:gd name="connsiteX5" fmla="*/ 186762 w 217488"/>
                <a:gd name="connsiteY5" fmla="*/ 290414 h 336550"/>
                <a:gd name="connsiteX6" fmla="*/ 190757 w 217488"/>
                <a:gd name="connsiteY6" fmla="*/ 282674 h 336550"/>
                <a:gd name="connsiteX7" fmla="*/ 182768 w 217488"/>
                <a:gd name="connsiteY7" fmla="*/ 277515 h 336550"/>
                <a:gd name="connsiteX8" fmla="*/ 34720 w 217488"/>
                <a:gd name="connsiteY8" fmla="*/ 277515 h 336550"/>
                <a:gd name="connsiteX9" fmla="*/ 26732 w 217488"/>
                <a:gd name="connsiteY9" fmla="*/ 282674 h 336550"/>
                <a:gd name="connsiteX10" fmla="*/ 30726 w 217488"/>
                <a:gd name="connsiteY10" fmla="*/ 290414 h 336550"/>
                <a:gd name="connsiteX11" fmla="*/ 57355 w 217488"/>
                <a:gd name="connsiteY11" fmla="*/ 296863 h 336550"/>
                <a:gd name="connsiteX12" fmla="*/ 58686 w 217488"/>
                <a:gd name="connsiteY12" fmla="*/ 296863 h 336550"/>
                <a:gd name="connsiteX13" fmla="*/ 65344 w 217488"/>
                <a:gd name="connsiteY13" fmla="*/ 292993 h 336550"/>
                <a:gd name="connsiteX14" fmla="*/ 61349 w 217488"/>
                <a:gd name="connsiteY14" fmla="*/ 283964 h 336550"/>
                <a:gd name="connsiteX15" fmla="*/ 34720 w 217488"/>
                <a:gd name="connsiteY15" fmla="*/ 277515 h 336550"/>
                <a:gd name="connsiteX16" fmla="*/ 108745 w 217488"/>
                <a:gd name="connsiteY16" fmla="*/ 271463 h 336550"/>
                <a:gd name="connsiteX17" fmla="*/ 87313 w 217488"/>
                <a:gd name="connsiteY17" fmla="*/ 292101 h 336550"/>
                <a:gd name="connsiteX18" fmla="*/ 108745 w 217488"/>
                <a:gd name="connsiteY18" fmla="*/ 312739 h 336550"/>
                <a:gd name="connsiteX19" fmla="*/ 130177 w 217488"/>
                <a:gd name="connsiteY19" fmla="*/ 292101 h 336550"/>
                <a:gd name="connsiteX20" fmla="*/ 108745 w 217488"/>
                <a:gd name="connsiteY20" fmla="*/ 271463 h 336550"/>
                <a:gd name="connsiteX21" fmla="*/ 27469 w 217488"/>
                <a:gd name="connsiteY21" fmla="*/ 38100 h 336550"/>
                <a:gd name="connsiteX22" fmla="*/ 22225 w 217488"/>
                <a:gd name="connsiteY22" fmla="*/ 42049 h 336550"/>
                <a:gd name="connsiteX23" fmla="*/ 22225 w 217488"/>
                <a:gd name="connsiteY23" fmla="*/ 240798 h 336550"/>
                <a:gd name="connsiteX24" fmla="*/ 27469 w 217488"/>
                <a:gd name="connsiteY24" fmla="*/ 246063 h 336550"/>
                <a:gd name="connsiteX25" fmla="*/ 190019 w 217488"/>
                <a:gd name="connsiteY25" fmla="*/ 246063 h 336550"/>
                <a:gd name="connsiteX26" fmla="*/ 195263 w 217488"/>
                <a:gd name="connsiteY26" fmla="*/ 240798 h 336550"/>
                <a:gd name="connsiteX27" fmla="*/ 195263 w 217488"/>
                <a:gd name="connsiteY27" fmla="*/ 42049 h 336550"/>
                <a:gd name="connsiteX28" fmla="*/ 190019 w 217488"/>
                <a:gd name="connsiteY28" fmla="*/ 38100 h 336550"/>
                <a:gd name="connsiteX29" fmla="*/ 27469 w 217488"/>
                <a:gd name="connsiteY29" fmla="*/ 38100 h 336550"/>
                <a:gd name="connsiteX30" fmla="*/ 92869 w 217488"/>
                <a:gd name="connsiteY30" fmla="*/ 15875 h 336550"/>
                <a:gd name="connsiteX31" fmla="*/ 88900 w 217488"/>
                <a:gd name="connsiteY31" fmla="*/ 19957 h 336550"/>
                <a:gd name="connsiteX32" fmla="*/ 92869 w 217488"/>
                <a:gd name="connsiteY32" fmla="*/ 25400 h 336550"/>
                <a:gd name="connsiteX33" fmla="*/ 124619 w 217488"/>
                <a:gd name="connsiteY33" fmla="*/ 25400 h 336550"/>
                <a:gd name="connsiteX34" fmla="*/ 128588 w 217488"/>
                <a:gd name="connsiteY34" fmla="*/ 19957 h 336550"/>
                <a:gd name="connsiteX35" fmla="*/ 124619 w 217488"/>
                <a:gd name="connsiteY35" fmla="*/ 15875 h 336550"/>
                <a:gd name="connsiteX36" fmla="*/ 92869 w 217488"/>
                <a:gd name="connsiteY36" fmla="*/ 15875 h 336550"/>
                <a:gd name="connsiteX37" fmla="*/ 19652 w 217488"/>
                <a:gd name="connsiteY37" fmla="*/ 0 h 336550"/>
                <a:gd name="connsiteX38" fmla="*/ 197836 w 217488"/>
                <a:gd name="connsiteY38" fmla="*/ 0 h 336550"/>
                <a:gd name="connsiteX39" fmla="*/ 217488 w 217488"/>
                <a:gd name="connsiteY39" fmla="*/ 18405 h 336550"/>
                <a:gd name="connsiteX40" fmla="*/ 217488 w 217488"/>
                <a:gd name="connsiteY40" fmla="*/ 318145 h 336550"/>
                <a:gd name="connsiteX41" fmla="*/ 197836 w 217488"/>
                <a:gd name="connsiteY41" fmla="*/ 336550 h 336550"/>
                <a:gd name="connsiteX42" fmla="*/ 19652 w 217488"/>
                <a:gd name="connsiteY42" fmla="*/ 336550 h 336550"/>
                <a:gd name="connsiteX43" fmla="*/ 0 w 217488"/>
                <a:gd name="connsiteY43" fmla="*/ 318145 h 336550"/>
                <a:gd name="connsiteX44" fmla="*/ 0 w 217488"/>
                <a:gd name="connsiteY44" fmla="*/ 18405 h 336550"/>
                <a:gd name="connsiteX45" fmla="*/ 19652 w 217488"/>
                <a:gd name="connsiteY4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7488" h="336550">
                  <a:moveTo>
                    <a:pt x="182768" y="277515"/>
                  </a:moveTo>
                  <a:cubicBezTo>
                    <a:pt x="182768" y="277515"/>
                    <a:pt x="182768" y="277515"/>
                    <a:pt x="156139" y="283964"/>
                  </a:cubicBezTo>
                  <a:cubicBezTo>
                    <a:pt x="153476" y="285254"/>
                    <a:pt x="150813" y="289124"/>
                    <a:pt x="152145" y="292993"/>
                  </a:cubicBezTo>
                  <a:cubicBezTo>
                    <a:pt x="152145" y="295573"/>
                    <a:pt x="156139" y="296863"/>
                    <a:pt x="158802" y="296863"/>
                  </a:cubicBezTo>
                  <a:cubicBezTo>
                    <a:pt x="158802" y="296863"/>
                    <a:pt x="160133" y="296863"/>
                    <a:pt x="160133" y="296863"/>
                  </a:cubicBezTo>
                  <a:cubicBezTo>
                    <a:pt x="160133" y="296863"/>
                    <a:pt x="160133" y="296863"/>
                    <a:pt x="186762" y="290414"/>
                  </a:cubicBezTo>
                  <a:cubicBezTo>
                    <a:pt x="189425" y="289124"/>
                    <a:pt x="192088" y="285254"/>
                    <a:pt x="190757" y="282674"/>
                  </a:cubicBezTo>
                  <a:cubicBezTo>
                    <a:pt x="190757" y="278805"/>
                    <a:pt x="186762" y="276225"/>
                    <a:pt x="182768" y="277515"/>
                  </a:cubicBezTo>
                  <a:close/>
                  <a:moveTo>
                    <a:pt x="34720" y="277515"/>
                  </a:moveTo>
                  <a:cubicBezTo>
                    <a:pt x="30726" y="276225"/>
                    <a:pt x="26732" y="278805"/>
                    <a:pt x="26732" y="282674"/>
                  </a:cubicBezTo>
                  <a:cubicBezTo>
                    <a:pt x="25400" y="285254"/>
                    <a:pt x="28063" y="289124"/>
                    <a:pt x="30726" y="290414"/>
                  </a:cubicBezTo>
                  <a:cubicBezTo>
                    <a:pt x="30726" y="290414"/>
                    <a:pt x="30726" y="290414"/>
                    <a:pt x="57355" y="296863"/>
                  </a:cubicBezTo>
                  <a:cubicBezTo>
                    <a:pt x="57355" y="296863"/>
                    <a:pt x="58686" y="296863"/>
                    <a:pt x="58686" y="296863"/>
                  </a:cubicBezTo>
                  <a:cubicBezTo>
                    <a:pt x="61349" y="296863"/>
                    <a:pt x="65344" y="295573"/>
                    <a:pt x="65344" y="292993"/>
                  </a:cubicBezTo>
                  <a:cubicBezTo>
                    <a:pt x="66675" y="289124"/>
                    <a:pt x="64012" y="285254"/>
                    <a:pt x="61349" y="283964"/>
                  </a:cubicBezTo>
                  <a:cubicBezTo>
                    <a:pt x="61349" y="283964"/>
                    <a:pt x="61349" y="283964"/>
                    <a:pt x="34720" y="277515"/>
                  </a:cubicBezTo>
                  <a:close/>
                  <a:moveTo>
                    <a:pt x="108745" y="271463"/>
                  </a:moveTo>
                  <a:cubicBezTo>
                    <a:pt x="96908" y="271463"/>
                    <a:pt x="87313" y="280703"/>
                    <a:pt x="87313" y="292101"/>
                  </a:cubicBezTo>
                  <a:cubicBezTo>
                    <a:pt x="87313" y="303499"/>
                    <a:pt x="96908" y="312739"/>
                    <a:pt x="108745" y="312739"/>
                  </a:cubicBezTo>
                  <a:cubicBezTo>
                    <a:pt x="120582" y="312739"/>
                    <a:pt x="130177" y="303499"/>
                    <a:pt x="130177" y="292101"/>
                  </a:cubicBezTo>
                  <a:cubicBezTo>
                    <a:pt x="130177" y="280703"/>
                    <a:pt x="120582" y="271463"/>
                    <a:pt x="108745" y="271463"/>
                  </a:cubicBezTo>
                  <a:close/>
                  <a:moveTo>
                    <a:pt x="27469" y="38100"/>
                  </a:moveTo>
                  <a:cubicBezTo>
                    <a:pt x="24847" y="38100"/>
                    <a:pt x="22225" y="39416"/>
                    <a:pt x="22225" y="42049"/>
                  </a:cubicBezTo>
                  <a:cubicBezTo>
                    <a:pt x="22225" y="42049"/>
                    <a:pt x="22225" y="42049"/>
                    <a:pt x="22225" y="240798"/>
                  </a:cubicBezTo>
                  <a:cubicBezTo>
                    <a:pt x="22225" y="243431"/>
                    <a:pt x="24847" y="246063"/>
                    <a:pt x="27469" y="246063"/>
                  </a:cubicBezTo>
                  <a:cubicBezTo>
                    <a:pt x="27469" y="246063"/>
                    <a:pt x="27469" y="246063"/>
                    <a:pt x="190019" y="246063"/>
                  </a:cubicBezTo>
                  <a:cubicBezTo>
                    <a:pt x="192641" y="246063"/>
                    <a:pt x="195263" y="243431"/>
                    <a:pt x="195263" y="240798"/>
                  </a:cubicBezTo>
                  <a:lnTo>
                    <a:pt x="195263" y="42049"/>
                  </a:lnTo>
                  <a:cubicBezTo>
                    <a:pt x="195263" y="39416"/>
                    <a:pt x="192641" y="38100"/>
                    <a:pt x="190019" y="38100"/>
                  </a:cubicBezTo>
                  <a:cubicBezTo>
                    <a:pt x="190019" y="38100"/>
                    <a:pt x="190019" y="38100"/>
                    <a:pt x="27469" y="38100"/>
                  </a:cubicBezTo>
                  <a:close/>
                  <a:moveTo>
                    <a:pt x="92869" y="15875"/>
                  </a:moveTo>
                  <a:cubicBezTo>
                    <a:pt x="90223" y="15875"/>
                    <a:pt x="88900" y="17236"/>
                    <a:pt x="88900" y="19957"/>
                  </a:cubicBezTo>
                  <a:cubicBezTo>
                    <a:pt x="88900" y="22679"/>
                    <a:pt x="90223" y="25400"/>
                    <a:pt x="92869" y="25400"/>
                  </a:cubicBezTo>
                  <a:cubicBezTo>
                    <a:pt x="92869" y="25400"/>
                    <a:pt x="92869" y="25400"/>
                    <a:pt x="124619" y="25400"/>
                  </a:cubicBezTo>
                  <a:cubicBezTo>
                    <a:pt x="127265" y="25400"/>
                    <a:pt x="128588" y="22679"/>
                    <a:pt x="128588" y="19957"/>
                  </a:cubicBezTo>
                  <a:cubicBezTo>
                    <a:pt x="128588" y="17236"/>
                    <a:pt x="127265" y="15875"/>
                    <a:pt x="124619" y="15875"/>
                  </a:cubicBezTo>
                  <a:cubicBezTo>
                    <a:pt x="124619" y="15875"/>
                    <a:pt x="124619" y="15875"/>
                    <a:pt x="92869" y="15875"/>
                  </a:cubicBezTo>
                  <a:close/>
                  <a:moveTo>
                    <a:pt x="19652" y="0"/>
                  </a:moveTo>
                  <a:cubicBezTo>
                    <a:pt x="19652" y="0"/>
                    <a:pt x="19652" y="0"/>
                    <a:pt x="197836" y="0"/>
                  </a:cubicBezTo>
                  <a:cubicBezTo>
                    <a:pt x="208317" y="0"/>
                    <a:pt x="217488" y="7888"/>
                    <a:pt x="217488" y="18405"/>
                  </a:cubicBezTo>
                  <a:cubicBezTo>
                    <a:pt x="217488" y="18405"/>
                    <a:pt x="217488" y="18405"/>
                    <a:pt x="217488" y="318145"/>
                  </a:cubicBezTo>
                  <a:cubicBezTo>
                    <a:pt x="217488" y="328662"/>
                    <a:pt x="208317" y="336550"/>
                    <a:pt x="197836" y="336550"/>
                  </a:cubicBezTo>
                  <a:cubicBezTo>
                    <a:pt x="197836" y="336550"/>
                    <a:pt x="197836" y="336550"/>
                    <a:pt x="19652" y="336550"/>
                  </a:cubicBezTo>
                  <a:cubicBezTo>
                    <a:pt x="9171" y="336550"/>
                    <a:pt x="0" y="328662"/>
                    <a:pt x="0" y="318145"/>
                  </a:cubicBezTo>
                  <a:cubicBezTo>
                    <a:pt x="0" y="318145"/>
                    <a:pt x="0" y="318145"/>
                    <a:pt x="0" y="18405"/>
                  </a:cubicBezTo>
                  <a:cubicBezTo>
                    <a:pt x="0" y="7888"/>
                    <a:pt x="9171" y="0"/>
                    <a:pt x="196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7" name="Oval 18">
              <a:extLst>
                <a:ext uri="{FF2B5EF4-FFF2-40B4-BE49-F238E27FC236}">
                  <a16:creationId xmlns:a16="http://schemas.microsoft.com/office/drawing/2014/main" id="{67CB2F3A-3819-4B57-A211-72FD65FB6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152" y="3132327"/>
              <a:ext cx="254745" cy="394204"/>
            </a:xfrm>
            <a:custGeom>
              <a:avLst/>
              <a:gdLst>
                <a:gd name="connsiteX0" fmla="*/ 182768 w 217488"/>
                <a:gd name="connsiteY0" fmla="*/ 277515 h 336550"/>
                <a:gd name="connsiteX1" fmla="*/ 156139 w 217488"/>
                <a:gd name="connsiteY1" fmla="*/ 283964 h 336550"/>
                <a:gd name="connsiteX2" fmla="*/ 152145 w 217488"/>
                <a:gd name="connsiteY2" fmla="*/ 292993 h 336550"/>
                <a:gd name="connsiteX3" fmla="*/ 158802 w 217488"/>
                <a:gd name="connsiteY3" fmla="*/ 296863 h 336550"/>
                <a:gd name="connsiteX4" fmla="*/ 160133 w 217488"/>
                <a:gd name="connsiteY4" fmla="*/ 296863 h 336550"/>
                <a:gd name="connsiteX5" fmla="*/ 186762 w 217488"/>
                <a:gd name="connsiteY5" fmla="*/ 290414 h 336550"/>
                <a:gd name="connsiteX6" fmla="*/ 190757 w 217488"/>
                <a:gd name="connsiteY6" fmla="*/ 282674 h 336550"/>
                <a:gd name="connsiteX7" fmla="*/ 182768 w 217488"/>
                <a:gd name="connsiteY7" fmla="*/ 277515 h 336550"/>
                <a:gd name="connsiteX8" fmla="*/ 34720 w 217488"/>
                <a:gd name="connsiteY8" fmla="*/ 277515 h 336550"/>
                <a:gd name="connsiteX9" fmla="*/ 26732 w 217488"/>
                <a:gd name="connsiteY9" fmla="*/ 282674 h 336550"/>
                <a:gd name="connsiteX10" fmla="*/ 30726 w 217488"/>
                <a:gd name="connsiteY10" fmla="*/ 290414 h 336550"/>
                <a:gd name="connsiteX11" fmla="*/ 57355 w 217488"/>
                <a:gd name="connsiteY11" fmla="*/ 296863 h 336550"/>
                <a:gd name="connsiteX12" fmla="*/ 58686 w 217488"/>
                <a:gd name="connsiteY12" fmla="*/ 296863 h 336550"/>
                <a:gd name="connsiteX13" fmla="*/ 65344 w 217488"/>
                <a:gd name="connsiteY13" fmla="*/ 292993 h 336550"/>
                <a:gd name="connsiteX14" fmla="*/ 61349 w 217488"/>
                <a:gd name="connsiteY14" fmla="*/ 283964 h 336550"/>
                <a:gd name="connsiteX15" fmla="*/ 34720 w 217488"/>
                <a:gd name="connsiteY15" fmla="*/ 277515 h 336550"/>
                <a:gd name="connsiteX16" fmla="*/ 108745 w 217488"/>
                <a:gd name="connsiteY16" fmla="*/ 271463 h 336550"/>
                <a:gd name="connsiteX17" fmla="*/ 87313 w 217488"/>
                <a:gd name="connsiteY17" fmla="*/ 292101 h 336550"/>
                <a:gd name="connsiteX18" fmla="*/ 108745 w 217488"/>
                <a:gd name="connsiteY18" fmla="*/ 312739 h 336550"/>
                <a:gd name="connsiteX19" fmla="*/ 130177 w 217488"/>
                <a:gd name="connsiteY19" fmla="*/ 292101 h 336550"/>
                <a:gd name="connsiteX20" fmla="*/ 108745 w 217488"/>
                <a:gd name="connsiteY20" fmla="*/ 271463 h 336550"/>
                <a:gd name="connsiteX21" fmla="*/ 27469 w 217488"/>
                <a:gd name="connsiteY21" fmla="*/ 38100 h 336550"/>
                <a:gd name="connsiteX22" fmla="*/ 22225 w 217488"/>
                <a:gd name="connsiteY22" fmla="*/ 42049 h 336550"/>
                <a:gd name="connsiteX23" fmla="*/ 22225 w 217488"/>
                <a:gd name="connsiteY23" fmla="*/ 240798 h 336550"/>
                <a:gd name="connsiteX24" fmla="*/ 27469 w 217488"/>
                <a:gd name="connsiteY24" fmla="*/ 246063 h 336550"/>
                <a:gd name="connsiteX25" fmla="*/ 190019 w 217488"/>
                <a:gd name="connsiteY25" fmla="*/ 246063 h 336550"/>
                <a:gd name="connsiteX26" fmla="*/ 195263 w 217488"/>
                <a:gd name="connsiteY26" fmla="*/ 240798 h 336550"/>
                <a:gd name="connsiteX27" fmla="*/ 195263 w 217488"/>
                <a:gd name="connsiteY27" fmla="*/ 42049 h 336550"/>
                <a:gd name="connsiteX28" fmla="*/ 190019 w 217488"/>
                <a:gd name="connsiteY28" fmla="*/ 38100 h 336550"/>
                <a:gd name="connsiteX29" fmla="*/ 27469 w 217488"/>
                <a:gd name="connsiteY29" fmla="*/ 38100 h 336550"/>
                <a:gd name="connsiteX30" fmla="*/ 92869 w 217488"/>
                <a:gd name="connsiteY30" fmla="*/ 15875 h 336550"/>
                <a:gd name="connsiteX31" fmla="*/ 88900 w 217488"/>
                <a:gd name="connsiteY31" fmla="*/ 19957 h 336550"/>
                <a:gd name="connsiteX32" fmla="*/ 92869 w 217488"/>
                <a:gd name="connsiteY32" fmla="*/ 25400 h 336550"/>
                <a:gd name="connsiteX33" fmla="*/ 124619 w 217488"/>
                <a:gd name="connsiteY33" fmla="*/ 25400 h 336550"/>
                <a:gd name="connsiteX34" fmla="*/ 128588 w 217488"/>
                <a:gd name="connsiteY34" fmla="*/ 19957 h 336550"/>
                <a:gd name="connsiteX35" fmla="*/ 124619 w 217488"/>
                <a:gd name="connsiteY35" fmla="*/ 15875 h 336550"/>
                <a:gd name="connsiteX36" fmla="*/ 92869 w 217488"/>
                <a:gd name="connsiteY36" fmla="*/ 15875 h 336550"/>
                <a:gd name="connsiteX37" fmla="*/ 19652 w 217488"/>
                <a:gd name="connsiteY37" fmla="*/ 0 h 336550"/>
                <a:gd name="connsiteX38" fmla="*/ 197836 w 217488"/>
                <a:gd name="connsiteY38" fmla="*/ 0 h 336550"/>
                <a:gd name="connsiteX39" fmla="*/ 217488 w 217488"/>
                <a:gd name="connsiteY39" fmla="*/ 18405 h 336550"/>
                <a:gd name="connsiteX40" fmla="*/ 217488 w 217488"/>
                <a:gd name="connsiteY40" fmla="*/ 318145 h 336550"/>
                <a:gd name="connsiteX41" fmla="*/ 197836 w 217488"/>
                <a:gd name="connsiteY41" fmla="*/ 336550 h 336550"/>
                <a:gd name="connsiteX42" fmla="*/ 19652 w 217488"/>
                <a:gd name="connsiteY42" fmla="*/ 336550 h 336550"/>
                <a:gd name="connsiteX43" fmla="*/ 0 w 217488"/>
                <a:gd name="connsiteY43" fmla="*/ 318145 h 336550"/>
                <a:gd name="connsiteX44" fmla="*/ 0 w 217488"/>
                <a:gd name="connsiteY44" fmla="*/ 18405 h 336550"/>
                <a:gd name="connsiteX45" fmla="*/ 19652 w 217488"/>
                <a:gd name="connsiteY4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7488" h="336550">
                  <a:moveTo>
                    <a:pt x="182768" y="277515"/>
                  </a:moveTo>
                  <a:cubicBezTo>
                    <a:pt x="182768" y="277515"/>
                    <a:pt x="182768" y="277515"/>
                    <a:pt x="156139" y="283964"/>
                  </a:cubicBezTo>
                  <a:cubicBezTo>
                    <a:pt x="153476" y="285254"/>
                    <a:pt x="150813" y="289124"/>
                    <a:pt x="152145" y="292993"/>
                  </a:cubicBezTo>
                  <a:cubicBezTo>
                    <a:pt x="152145" y="295573"/>
                    <a:pt x="156139" y="296863"/>
                    <a:pt x="158802" y="296863"/>
                  </a:cubicBezTo>
                  <a:cubicBezTo>
                    <a:pt x="158802" y="296863"/>
                    <a:pt x="160133" y="296863"/>
                    <a:pt x="160133" y="296863"/>
                  </a:cubicBezTo>
                  <a:cubicBezTo>
                    <a:pt x="160133" y="296863"/>
                    <a:pt x="160133" y="296863"/>
                    <a:pt x="186762" y="290414"/>
                  </a:cubicBezTo>
                  <a:cubicBezTo>
                    <a:pt x="189425" y="289124"/>
                    <a:pt x="192088" y="285254"/>
                    <a:pt x="190757" y="282674"/>
                  </a:cubicBezTo>
                  <a:cubicBezTo>
                    <a:pt x="190757" y="278805"/>
                    <a:pt x="186762" y="276225"/>
                    <a:pt x="182768" y="277515"/>
                  </a:cubicBezTo>
                  <a:close/>
                  <a:moveTo>
                    <a:pt x="34720" y="277515"/>
                  </a:moveTo>
                  <a:cubicBezTo>
                    <a:pt x="30726" y="276225"/>
                    <a:pt x="26732" y="278805"/>
                    <a:pt x="26732" y="282674"/>
                  </a:cubicBezTo>
                  <a:cubicBezTo>
                    <a:pt x="25400" y="285254"/>
                    <a:pt x="28063" y="289124"/>
                    <a:pt x="30726" y="290414"/>
                  </a:cubicBezTo>
                  <a:cubicBezTo>
                    <a:pt x="30726" y="290414"/>
                    <a:pt x="30726" y="290414"/>
                    <a:pt x="57355" y="296863"/>
                  </a:cubicBezTo>
                  <a:cubicBezTo>
                    <a:pt x="57355" y="296863"/>
                    <a:pt x="58686" y="296863"/>
                    <a:pt x="58686" y="296863"/>
                  </a:cubicBezTo>
                  <a:cubicBezTo>
                    <a:pt x="61349" y="296863"/>
                    <a:pt x="65344" y="295573"/>
                    <a:pt x="65344" y="292993"/>
                  </a:cubicBezTo>
                  <a:cubicBezTo>
                    <a:pt x="66675" y="289124"/>
                    <a:pt x="64012" y="285254"/>
                    <a:pt x="61349" y="283964"/>
                  </a:cubicBezTo>
                  <a:cubicBezTo>
                    <a:pt x="61349" y="283964"/>
                    <a:pt x="61349" y="283964"/>
                    <a:pt x="34720" y="277515"/>
                  </a:cubicBezTo>
                  <a:close/>
                  <a:moveTo>
                    <a:pt x="108745" y="271463"/>
                  </a:moveTo>
                  <a:cubicBezTo>
                    <a:pt x="96908" y="271463"/>
                    <a:pt x="87313" y="280703"/>
                    <a:pt x="87313" y="292101"/>
                  </a:cubicBezTo>
                  <a:cubicBezTo>
                    <a:pt x="87313" y="303499"/>
                    <a:pt x="96908" y="312739"/>
                    <a:pt x="108745" y="312739"/>
                  </a:cubicBezTo>
                  <a:cubicBezTo>
                    <a:pt x="120582" y="312739"/>
                    <a:pt x="130177" y="303499"/>
                    <a:pt x="130177" y="292101"/>
                  </a:cubicBezTo>
                  <a:cubicBezTo>
                    <a:pt x="130177" y="280703"/>
                    <a:pt x="120582" y="271463"/>
                    <a:pt x="108745" y="271463"/>
                  </a:cubicBezTo>
                  <a:close/>
                  <a:moveTo>
                    <a:pt x="27469" y="38100"/>
                  </a:moveTo>
                  <a:cubicBezTo>
                    <a:pt x="24847" y="38100"/>
                    <a:pt x="22225" y="39416"/>
                    <a:pt x="22225" y="42049"/>
                  </a:cubicBezTo>
                  <a:cubicBezTo>
                    <a:pt x="22225" y="42049"/>
                    <a:pt x="22225" y="42049"/>
                    <a:pt x="22225" y="240798"/>
                  </a:cubicBezTo>
                  <a:cubicBezTo>
                    <a:pt x="22225" y="243431"/>
                    <a:pt x="24847" y="246063"/>
                    <a:pt x="27469" y="246063"/>
                  </a:cubicBezTo>
                  <a:cubicBezTo>
                    <a:pt x="27469" y="246063"/>
                    <a:pt x="27469" y="246063"/>
                    <a:pt x="190019" y="246063"/>
                  </a:cubicBezTo>
                  <a:cubicBezTo>
                    <a:pt x="192641" y="246063"/>
                    <a:pt x="195263" y="243431"/>
                    <a:pt x="195263" y="240798"/>
                  </a:cubicBezTo>
                  <a:lnTo>
                    <a:pt x="195263" y="42049"/>
                  </a:lnTo>
                  <a:cubicBezTo>
                    <a:pt x="195263" y="39416"/>
                    <a:pt x="192641" y="38100"/>
                    <a:pt x="190019" y="38100"/>
                  </a:cubicBezTo>
                  <a:cubicBezTo>
                    <a:pt x="190019" y="38100"/>
                    <a:pt x="190019" y="38100"/>
                    <a:pt x="27469" y="38100"/>
                  </a:cubicBezTo>
                  <a:close/>
                  <a:moveTo>
                    <a:pt x="92869" y="15875"/>
                  </a:moveTo>
                  <a:cubicBezTo>
                    <a:pt x="90223" y="15875"/>
                    <a:pt x="88900" y="17236"/>
                    <a:pt x="88900" y="19957"/>
                  </a:cubicBezTo>
                  <a:cubicBezTo>
                    <a:pt x="88900" y="22679"/>
                    <a:pt x="90223" y="25400"/>
                    <a:pt x="92869" y="25400"/>
                  </a:cubicBezTo>
                  <a:cubicBezTo>
                    <a:pt x="92869" y="25400"/>
                    <a:pt x="92869" y="25400"/>
                    <a:pt x="124619" y="25400"/>
                  </a:cubicBezTo>
                  <a:cubicBezTo>
                    <a:pt x="127265" y="25400"/>
                    <a:pt x="128588" y="22679"/>
                    <a:pt x="128588" y="19957"/>
                  </a:cubicBezTo>
                  <a:cubicBezTo>
                    <a:pt x="128588" y="17236"/>
                    <a:pt x="127265" y="15875"/>
                    <a:pt x="124619" y="15875"/>
                  </a:cubicBezTo>
                  <a:cubicBezTo>
                    <a:pt x="124619" y="15875"/>
                    <a:pt x="124619" y="15875"/>
                    <a:pt x="92869" y="15875"/>
                  </a:cubicBezTo>
                  <a:close/>
                  <a:moveTo>
                    <a:pt x="19652" y="0"/>
                  </a:moveTo>
                  <a:cubicBezTo>
                    <a:pt x="19652" y="0"/>
                    <a:pt x="19652" y="0"/>
                    <a:pt x="197836" y="0"/>
                  </a:cubicBezTo>
                  <a:cubicBezTo>
                    <a:pt x="208317" y="0"/>
                    <a:pt x="217488" y="7888"/>
                    <a:pt x="217488" y="18405"/>
                  </a:cubicBezTo>
                  <a:cubicBezTo>
                    <a:pt x="217488" y="18405"/>
                    <a:pt x="217488" y="18405"/>
                    <a:pt x="217488" y="318145"/>
                  </a:cubicBezTo>
                  <a:cubicBezTo>
                    <a:pt x="217488" y="328662"/>
                    <a:pt x="208317" y="336550"/>
                    <a:pt x="197836" y="336550"/>
                  </a:cubicBezTo>
                  <a:cubicBezTo>
                    <a:pt x="197836" y="336550"/>
                    <a:pt x="197836" y="336550"/>
                    <a:pt x="19652" y="336550"/>
                  </a:cubicBezTo>
                  <a:cubicBezTo>
                    <a:pt x="9171" y="336550"/>
                    <a:pt x="0" y="328662"/>
                    <a:pt x="0" y="318145"/>
                  </a:cubicBezTo>
                  <a:cubicBezTo>
                    <a:pt x="0" y="318145"/>
                    <a:pt x="0" y="318145"/>
                    <a:pt x="0" y="18405"/>
                  </a:cubicBezTo>
                  <a:cubicBezTo>
                    <a:pt x="0" y="7888"/>
                    <a:pt x="9171" y="0"/>
                    <a:pt x="196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8" name="Oval 21">
              <a:extLst>
                <a:ext uri="{FF2B5EF4-FFF2-40B4-BE49-F238E27FC236}">
                  <a16:creationId xmlns:a16="http://schemas.microsoft.com/office/drawing/2014/main" id="{33B8C468-2DE2-4FEE-836A-039481F16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9039" y="3132327"/>
              <a:ext cx="254745" cy="394204"/>
            </a:xfrm>
            <a:custGeom>
              <a:avLst/>
              <a:gdLst>
                <a:gd name="connsiteX0" fmla="*/ 182768 w 217488"/>
                <a:gd name="connsiteY0" fmla="*/ 277515 h 336550"/>
                <a:gd name="connsiteX1" fmla="*/ 156139 w 217488"/>
                <a:gd name="connsiteY1" fmla="*/ 283964 h 336550"/>
                <a:gd name="connsiteX2" fmla="*/ 152145 w 217488"/>
                <a:gd name="connsiteY2" fmla="*/ 292993 h 336550"/>
                <a:gd name="connsiteX3" fmla="*/ 158802 w 217488"/>
                <a:gd name="connsiteY3" fmla="*/ 296863 h 336550"/>
                <a:gd name="connsiteX4" fmla="*/ 160133 w 217488"/>
                <a:gd name="connsiteY4" fmla="*/ 296863 h 336550"/>
                <a:gd name="connsiteX5" fmla="*/ 186762 w 217488"/>
                <a:gd name="connsiteY5" fmla="*/ 290414 h 336550"/>
                <a:gd name="connsiteX6" fmla="*/ 190757 w 217488"/>
                <a:gd name="connsiteY6" fmla="*/ 282674 h 336550"/>
                <a:gd name="connsiteX7" fmla="*/ 182768 w 217488"/>
                <a:gd name="connsiteY7" fmla="*/ 277515 h 336550"/>
                <a:gd name="connsiteX8" fmla="*/ 34720 w 217488"/>
                <a:gd name="connsiteY8" fmla="*/ 277515 h 336550"/>
                <a:gd name="connsiteX9" fmla="*/ 26732 w 217488"/>
                <a:gd name="connsiteY9" fmla="*/ 282674 h 336550"/>
                <a:gd name="connsiteX10" fmla="*/ 30726 w 217488"/>
                <a:gd name="connsiteY10" fmla="*/ 290414 h 336550"/>
                <a:gd name="connsiteX11" fmla="*/ 57355 w 217488"/>
                <a:gd name="connsiteY11" fmla="*/ 296863 h 336550"/>
                <a:gd name="connsiteX12" fmla="*/ 58686 w 217488"/>
                <a:gd name="connsiteY12" fmla="*/ 296863 h 336550"/>
                <a:gd name="connsiteX13" fmla="*/ 65344 w 217488"/>
                <a:gd name="connsiteY13" fmla="*/ 292993 h 336550"/>
                <a:gd name="connsiteX14" fmla="*/ 61349 w 217488"/>
                <a:gd name="connsiteY14" fmla="*/ 283964 h 336550"/>
                <a:gd name="connsiteX15" fmla="*/ 34720 w 217488"/>
                <a:gd name="connsiteY15" fmla="*/ 277515 h 336550"/>
                <a:gd name="connsiteX16" fmla="*/ 108745 w 217488"/>
                <a:gd name="connsiteY16" fmla="*/ 271463 h 336550"/>
                <a:gd name="connsiteX17" fmla="*/ 87313 w 217488"/>
                <a:gd name="connsiteY17" fmla="*/ 292101 h 336550"/>
                <a:gd name="connsiteX18" fmla="*/ 108745 w 217488"/>
                <a:gd name="connsiteY18" fmla="*/ 312739 h 336550"/>
                <a:gd name="connsiteX19" fmla="*/ 130177 w 217488"/>
                <a:gd name="connsiteY19" fmla="*/ 292101 h 336550"/>
                <a:gd name="connsiteX20" fmla="*/ 108745 w 217488"/>
                <a:gd name="connsiteY20" fmla="*/ 271463 h 336550"/>
                <a:gd name="connsiteX21" fmla="*/ 27469 w 217488"/>
                <a:gd name="connsiteY21" fmla="*/ 38100 h 336550"/>
                <a:gd name="connsiteX22" fmla="*/ 22225 w 217488"/>
                <a:gd name="connsiteY22" fmla="*/ 42049 h 336550"/>
                <a:gd name="connsiteX23" fmla="*/ 22225 w 217488"/>
                <a:gd name="connsiteY23" fmla="*/ 240798 h 336550"/>
                <a:gd name="connsiteX24" fmla="*/ 27469 w 217488"/>
                <a:gd name="connsiteY24" fmla="*/ 246063 h 336550"/>
                <a:gd name="connsiteX25" fmla="*/ 190019 w 217488"/>
                <a:gd name="connsiteY25" fmla="*/ 246063 h 336550"/>
                <a:gd name="connsiteX26" fmla="*/ 195263 w 217488"/>
                <a:gd name="connsiteY26" fmla="*/ 240798 h 336550"/>
                <a:gd name="connsiteX27" fmla="*/ 195263 w 217488"/>
                <a:gd name="connsiteY27" fmla="*/ 42049 h 336550"/>
                <a:gd name="connsiteX28" fmla="*/ 190019 w 217488"/>
                <a:gd name="connsiteY28" fmla="*/ 38100 h 336550"/>
                <a:gd name="connsiteX29" fmla="*/ 27469 w 217488"/>
                <a:gd name="connsiteY29" fmla="*/ 38100 h 336550"/>
                <a:gd name="connsiteX30" fmla="*/ 92869 w 217488"/>
                <a:gd name="connsiteY30" fmla="*/ 15875 h 336550"/>
                <a:gd name="connsiteX31" fmla="*/ 88900 w 217488"/>
                <a:gd name="connsiteY31" fmla="*/ 19957 h 336550"/>
                <a:gd name="connsiteX32" fmla="*/ 92869 w 217488"/>
                <a:gd name="connsiteY32" fmla="*/ 25400 h 336550"/>
                <a:gd name="connsiteX33" fmla="*/ 124619 w 217488"/>
                <a:gd name="connsiteY33" fmla="*/ 25400 h 336550"/>
                <a:gd name="connsiteX34" fmla="*/ 128588 w 217488"/>
                <a:gd name="connsiteY34" fmla="*/ 19957 h 336550"/>
                <a:gd name="connsiteX35" fmla="*/ 124619 w 217488"/>
                <a:gd name="connsiteY35" fmla="*/ 15875 h 336550"/>
                <a:gd name="connsiteX36" fmla="*/ 92869 w 217488"/>
                <a:gd name="connsiteY36" fmla="*/ 15875 h 336550"/>
                <a:gd name="connsiteX37" fmla="*/ 19652 w 217488"/>
                <a:gd name="connsiteY37" fmla="*/ 0 h 336550"/>
                <a:gd name="connsiteX38" fmla="*/ 197836 w 217488"/>
                <a:gd name="connsiteY38" fmla="*/ 0 h 336550"/>
                <a:gd name="connsiteX39" fmla="*/ 217488 w 217488"/>
                <a:gd name="connsiteY39" fmla="*/ 18405 h 336550"/>
                <a:gd name="connsiteX40" fmla="*/ 217488 w 217488"/>
                <a:gd name="connsiteY40" fmla="*/ 318145 h 336550"/>
                <a:gd name="connsiteX41" fmla="*/ 197836 w 217488"/>
                <a:gd name="connsiteY41" fmla="*/ 336550 h 336550"/>
                <a:gd name="connsiteX42" fmla="*/ 19652 w 217488"/>
                <a:gd name="connsiteY42" fmla="*/ 336550 h 336550"/>
                <a:gd name="connsiteX43" fmla="*/ 0 w 217488"/>
                <a:gd name="connsiteY43" fmla="*/ 318145 h 336550"/>
                <a:gd name="connsiteX44" fmla="*/ 0 w 217488"/>
                <a:gd name="connsiteY44" fmla="*/ 18405 h 336550"/>
                <a:gd name="connsiteX45" fmla="*/ 19652 w 217488"/>
                <a:gd name="connsiteY4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7488" h="336550">
                  <a:moveTo>
                    <a:pt x="182768" y="277515"/>
                  </a:moveTo>
                  <a:cubicBezTo>
                    <a:pt x="182768" y="277515"/>
                    <a:pt x="182768" y="277515"/>
                    <a:pt x="156139" y="283964"/>
                  </a:cubicBezTo>
                  <a:cubicBezTo>
                    <a:pt x="153476" y="285254"/>
                    <a:pt x="150813" y="289124"/>
                    <a:pt x="152145" y="292993"/>
                  </a:cubicBezTo>
                  <a:cubicBezTo>
                    <a:pt x="152145" y="295573"/>
                    <a:pt x="156139" y="296863"/>
                    <a:pt x="158802" y="296863"/>
                  </a:cubicBezTo>
                  <a:cubicBezTo>
                    <a:pt x="158802" y="296863"/>
                    <a:pt x="160133" y="296863"/>
                    <a:pt x="160133" y="296863"/>
                  </a:cubicBezTo>
                  <a:cubicBezTo>
                    <a:pt x="160133" y="296863"/>
                    <a:pt x="160133" y="296863"/>
                    <a:pt x="186762" y="290414"/>
                  </a:cubicBezTo>
                  <a:cubicBezTo>
                    <a:pt x="189425" y="289124"/>
                    <a:pt x="192088" y="285254"/>
                    <a:pt x="190757" y="282674"/>
                  </a:cubicBezTo>
                  <a:cubicBezTo>
                    <a:pt x="190757" y="278805"/>
                    <a:pt x="186762" y="276225"/>
                    <a:pt x="182768" y="277515"/>
                  </a:cubicBezTo>
                  <a:close/>
                  <a:moveTo>
                    <a:pt x="34720" y="277515"/>
                  </a:moveTo>
                  <a:cubicBezTo>
                    <a:pt x="30726" y="276225"/>
                    <a:pt x="26732" y="278805"/>
                    <a:pt x="26732" y="282674"/>
                  </a:cubicBezTo>
                  <a:cubicBezTo>
                    <a:pt x="25400" y="285254"/>
                    <a:pt x="28063" y="289124"/>
                    <a:pt x="30726" y="290414"/>
                  </a:cubicBezTo>
                  <a:cubicBezTo>
                    <a:pt x="30726" y="290414"/>
                    <a:pt x="30726" y="290414"/>
                    <a:pt x="57355" y="296863"/>
                  </a:cubicBezTo>
                  <a:cubicBezTo>
                    <a:pt x="57355" y="296863"/>
                    <a:pt x="58686" y="296863"/>
                    <a:pt x="58686" y="296863"/>
                  </a:cubicBezTo>
                  <a:cubicBezTo>
                    <a:pt x="61349" y="296863"/>
                    <a:pt x="65344" y="295573"/>
                    <a:pt x="65344" y="292993"/>
                  </a:cubicBezTo>
                  <a:cubicBezTo>
                    <a:pt x="66675" y="289124"/>
                    <a:pt x="64012" y="285254"/>
                    <a:pt x="61349" y="283964"/>
                  </a:cubicBezTo>
                  <a:cubicBezTo>
                    <a:pt x="61349" y="283964"/>
                    <a:pt x="61349" y="283964"/>
                    <a:pt x="34720" y="277515"/>
                  </a:cubicBezTo>
                  <a:close/>
                  <a:moveTo>
                    <a:pt x="108745" y="271463"/>
                  </a:moveTo>
                  <a:cubicBezTo>
                    <a:pt x="96908" y="271463"/>
                    <a:pt x="87313" y="280703"/>
                    <a:pt x="87313" y="292101"/>
                  </a:cubicBezTo>
                  <a:cubicBezTo>
                    <a:pt x="87313" y="303499"/>
                    <a:pt x="96908" y="312739"/>
                    <a:pt x="108745" y="312739"/>
                  </a:cubicBezTo>
                  <a:cubicBezTo>
                    <a:pt x="120582" y="312739"/>
                    <a:pt x="130177" y="303499"/>
                    <a:pt x="130177" y="292101"/>
                  </a:cubicBezTo>
                  <a:cubicBezTo>
                    <a:pt x="130177" y="280703"/>
                    <a:pt x="120582" y="271463"/>
                    <a:pt x="108745" y="271463"/>
                  </a:cubicBezTo>
                  <a:close/>
                  <a:moveTo>
                    <a:pt x="27469" y="38100"/>
                  </a:moveTo>
                  <a:cubicBezTo>
                    <a:pt x="24847" y="38100"/>
                    <a:pt x="22225" y="39416"/>
                    <a:pt x="22225" y="42049"/>
                  </a:cubicBezTo>
                  <a:cubicBezTo>
                    <a:pt x="22225" y="42049"/>
                    <a:pt x="22225" y="42049"/>
                    <a:pt x="22225" y="240798"/>
                  </a:cubicBezTo>
                  <a:cubicBezTo>
                    <a:pt x="22225" y="243431"/>
                    <a:pt x="24847" y="246063"/>
                    <a:pt x="27469" y="246063"/>
                  </a:cubicBezTo>
                  <a:cubicBezTo>
                    <a:pt x="27469" y="246063"/>
                    <a:pt x="27469" y="246063"/>
                    <a:pt x="190019" y="246063"/>
                  </a:cubicBezTo>
                  <a:cubicBezTo>
                    <a:pt x="192641" y="246063"/>
                    <a:pt x="195263" y="243431"/>
                    <a:pt x="195263" y="240798"/>
                  </a:cubicBezTo>
                  <a:lnTo>
                    <a:pt x="195263" y="42049"/>
                  </a:lnTo>
                  <a:cubicBezTo>
                    <a:pt x="195263" y="39416"/>
                    <a:pt x="192641" y="38100"/>
                    <a:pt x="190019" y="38100"/>
                  </a:cubicBezTo>
                  <a:cubicBezTo>
                    <a:pt x="190019" y="38100"/>
                    <a:pt x="190019" y="38100"/>
                    <a:pt x="27469" y="38100"/>
                  </a:cubicBezTo>
                  <a:close/>
                  <a:moveTo>
                    <a:pt x="92869" y="15875"/>
                  </a:moveTo>
                  <a:cubicBezTo>
                    <a:pt x="90223" y="15875"/>
                    <a:pt x="88900" y="17236"/>
                    <a:pt x="88900" y="19957"/>
                  </a:cubicBezTo>
                  <a:cubicBezTo>
                    <a:pt x="88900" y="22679"/>
                    <a:pt x="90223" y="25400"/>
                    <a:pt x="92869" y="25400"/>
                  </a:cubicBezTo>
                  <a:cubicBezTo>
                    <a:pt x="92869" y="25400"/>
                    <a:pt x="92869" y="25400"/>
                    <a:pt x="124619" y="25400"/>
                  </a:cubicBezTo>
                  <a:cubicBezTo>
                    <a:pt x="127265" y="25400"/>
                    <a:pt x="128588" y="22679"/>
                    <a:pt x="128588" y="19957"/>
                  </a:cubicBezTo>
                  <a:cubicBezTo>
                    <a:pt x="128588" y="17236"/>
                    <a:pt x="127265" y="15875"/>
                    <a:pt x="124619" y="15875"/>
                  </a:cubicBezTo>
                  <a:cubicBezTo>
                    <a:pt x="124619" y="15875"/>
                    <a:pt x="124619" y="15875"/>
                    <a:pt x="92869" y="15875"/>
                  </a:cubicBezTo>
                  <a:close/>
                  <a:moveTo>
                    <a:pt x="19652" y="0"/>
                  </a:moveTo>
                  <a:cubicBezTo>
                    <a:pt x="19652" y="0"/>
                    <a:pt x="19652" y="0"/>
                    <a:pt x="197836" y="0"/>
                  </a:cubicBezTo>
                  <a:cubicBezTo>
                    <a:pt x="208317" y="0"/>
                    <a:pt x="217488" y="7888"/>
                    <a:pt x="217488" y="18405"/>
                  </a:cubicBezTo>
                  <a:cubicBezTo>
                    <a:pt x="217488" y="18405"/>
                    <a:pt x="217488" y="18405"/>
                    <a:pt x="217488" y="318145"/>
                  </a:cubicBezTo>
                  <a:cubicBezTo>
                    <a:pt x="217488" y="328662"/>
                    <a:pt x="208317" y="336550"/>
                    <a:pt x="197836" y="336550"/>
                  </a:cubicBezTo>
                  <a:cubicBezTo>
                    <a:pt x="197836" y="336550"/>
                    <a:pt x="197836" y="336550"/>
                    <a:pt x="19652" y="336550"/>
                  </a:cubicBezTo>
                  <a:cubicBezTo>
                    <a:pt x="9171" y="336550"/>
                    <a:pt x="0" y="328662"/>
                    <a:pt x="0" y="318145"/>
                  </a:cubicBezTo>
                  <a:cubicBezTo>
                    <a:pt x="0" y="318145"/>
                    <a:pt x="0" y="318145"/>
                    <a:pt x="0" y="18405"/>
                  </a:cubicBezTo>
                  <a:cubicBezTo>
                    <a:pt x="0" y="7888"/>
                    <a:pt x="9171" y="0"/>
                    <a:pt x="196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9" name="Oval 24">
              <a:extLst>
                <a:ext uri="{FF2B5EF4-FFF2-40B4-BE49-F238E27FC236}">
                  <a16:creationId xmlns:a16="http://schemas.microsoft.com/office/drawing/2014/main" id="{3B552BC3-7F34-4992-AA72-BCA18B10A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1645" y="1877078"/>
              <a:ext cx="256196" cy="396450"/>
            </a:xfrm>
            <a:custGeom>
              <a:avLst/>
              <a:gdLst>
                <a:gd name="connsiteX0" fmla="*/ 182768 w 217488"/>
                <a:gd name="connsiteY0" fmla="*/ 277515 h 336550"/>
                <a:gd name="connsiteX1" fmla="*/ 156139 w 217488"/>
                <a:gd name="connsiteY1" fmla="*/ 283964 h 336550"/>
                <a:gd name="connsiteX2" fmla="*/ 152145 w 217488"/>
                <a:gd name="connsiteY2" fmla="*/ 292993 h 336550"/>
                <a:gd name="connsiteX3" fmla="*/ 158802 w 217488"/>
                <a:gd name="connsiteY3" fmla="*/ 296863 h 336550"/>
                <a:gd name="connsiteX4" fmla="*/ 160133 w 217488"/>
                <a:gd name="connsiteY4" fmla="*/ 296863 h 336550"/>
                <a:gd name="connsiteX5" fmla="*/ 186762 w 217488"/>
                <a:gd name="connsiteY5" fmla="*/ 290414 h 336550"/>
                <a:gd name="connsiteX6" fmla="*/ 190757 w 217488"/>
                <a:gd name="connsiteY6" fmla="*/ 282674 h 336550"/>
                <a:gd name="connsiteX7" fmla="*/ 182768 w 217488"/>
                <a:gd name="connsiteY7" fmla="*/ 277515 h 336550"/>
                <a:gd name="connsiteX8" fmla="*/ 34720 w 217488"/>
                <a:gd name="connsiteY8" fmla="*/ 277515 h 336550"/>
                <a:gd name="connsiteX9" fmla="*/ 26732 w 217488"/>
                <a:gd name="connsiteY9" fmla="*/ 282674 h 336550"/>
                <a:gd name="connsiteX10" fmla="*/ 30726 w 217488"/>
                <a:gd name="connsiteY10" fmla="*/ 290414 h 336550"/>
                <a:gd name="connsiteX11" fmla="*/ 57355 w 217488"/>
                <a:gd name="connsiteY11" fmla="*/ 296863 h 336550"/>
                <a:gd name="connsiteX12" fmla="*/ 58686 w 217488"/>
                <a:gd name="connsiteY12" fmla="*/ 296863 h 336550"/>
                <a:gd name="connsiteX13" fmla="*/ 65344 w 217488"/>
                <a:gd name="connsiteY13" fmla="*/ 292993 h 336550"/>
                <a:gd name="connsiteX14" fmla="*/ 61349 w 217488"/>
                <a:gd name="connsiteY14" fmla="*/ 283964 h 336550"/>
                <a:gd name="connsiteX15" fmla="*/ 34720 w 217488"/>
                <a:gd name="connsiteY15" fmla="*/ 277515 h 336550"/>
                <a:gd name="connsiteX16" fmla="*/ 108745 w 217488"/>
                <a:gd name="connsiteY16" fmla="*/ 271463 h 336550"/>
                <a:gd name="connsiteX17" fmla="*/ 87313 w 217488"/>
                <a:gd name="connsiteY17" fmla="*/ 292101 h 336550"/>
                <a:gd name="connsiteX18" fmla="*/ 108745 w 217488"/>
                <a:gd name="connsiteY18" fmla="*/ 312739 h 336550"/>
                <a:gd name="connsiteX19" fmla="*/ 130177 w 217488"/>
                <a:gd name="connsiteY19" fmla="*/ 292101 h 336550"/>
                <a:gd name="connsiteX20" fmla="*/ 108745 w 217488"/>
                <a:gd name="connsiteY20" fmla="*/ 271463 h 336550"/>
                <a:gd name="connsiteX21" fmla="*/ 27469 w 217488"/>
                <a:gd name="connsiteY21" fmla="*/ 38100 h 336550"/>
                <a:gd name="connsiteX22" fmla="*/ 22225 w 217488"/>
                <a:gd name="connsiteY22" fmla="*/ 42049 h 336550"/>
                <a:gd name="connsiteX23" fmla="*/ 22225 w 217488"/>
                <a:gd name="connsiteY23" fmla="*/ 240798 h 336550"/>
                <a:gd name="connsiteX24" fmla="*/ 27469 w 217488"/>
                <a:gd name="connsiteY24" fmla="*/ 246063 h 336550"/>
                <a:gd name="connsiteX25" fmla="*/ 190019 w 217488"/>
                <a:gd name="connsiteY25" fmla="*/ 246063 h 336550"/>
                <a:gd name="connsiteX26" fmla="*/ 195263 w 217488"/>
                <a:gd name="connsiteY26" fmla="*/ 240798 h 336550"/>
                <a:gd name="connsiteX27" fmla="*/ 195263 w 217488"/>
                <a:gd name="connsiteY27" fmla="*/ 42049 h 336550"/>
                <a:gd name="connsiteX28" fmla="*/ 190019 w 217488"/>
                <a:gd name="connsiteY28" fmla="*/ 38100 h 336550"/>
                <a:gd name="connsiteX29" fmla="*/ 27469 w 217488"/>
                <a:gd name="connsiteY29" fmla="*/ 38100 h 336550"/>
                <a:gd name="connsiteX30" fmla="*/ 92869 w 217488"/>
                <a:gd name="connsiteY30" fmla="*/ 15875 h 336550"/>
                <a:gd name="connsiteX31" fmla="*/ 88900 w 217488"/>
                <a:gd name="connsiteY31" fmla="*/ 19957 h 336550"/>
                <a:gd name="connsiteX32" fmla="*/ 92869 w 217488"/>
                <a:gd name="connsiteY32" fmla="*/ 25400 h 336550"/>
                <a:gd name="connsiteX33" fmla="*/ 124619 w 217488"/>
                <a:gd name="connsiteY33" fmla="*/ 25400 h 336550"/>
                <a:gd name="connsiteX34" fmla="*/ 128588 w 217488"/>
                <a:gd name="connsiteY34" fmla="*/ 19957 h 336550"/>
                <a:gd name="connsiteX35" fmla="*/ 124619 w 217488"/>
                <a:gd name="connsiteY35" fmla="*/ 15875 h 336550"/>
                <a:gd name="connsiteX36" fmla="*/ 92869 w 217488"/>
                <a:gd name="connsiteY36" fmla="*/ 15875 h 336550"/>
                <a:gd name="connsiteX37" fmla="*/ 19652 w 217488"/>
                <a:gd name="connsiteY37" fmla="*/ 0 h 336550"/>
                <a:gd name="connsiteX38" fmla="*/ 197836 w 217488"/>
                <a:gd name="connsiteY38" fmla="*/ 0 h 336550"/>
                <a:gd name="connsiteX39" fmla="*/ 217488 w 217488"/>
                <a:gd name="connsiteY39" fmla="*/ 18405 h 336550"/>
                <a:gd name="connsiteX40" fmla="*/ 217488 w 217488"/>
                <a:gd name="connsiteY40" fmla="*/ 318145 h 336550"/>
                <a:gd name="connsiteX41" fmla="*/ 197836 w 217488"/>
                <a:gd name="connsiteY41" fmla="*/ 336550 h 336550"/>
                <a:gd name="connsiteX42" fmla="*/ 19652 w 217488"/>
                <a:gd name="connsiteY42" fmla="*/ 336550 h 336550"/>
                <a:gd name="connsiteX43" fmla="*/ 0 w 217488"/>
                <a:gd name="connsiteY43" fmla="*/ 318145 h 336550"/>
                <a:gd name="connsiteX44" fmla="*/ 0 w 217488"/>
                <a:gd name="connsiteY44" fmla="*/ 18405 h 336550"/>
                <a:gd name="connsiteX45" fmla="*/ 19652 w 217488"/>
                <a:gd name="connsiteY4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7488" h="336550">
                  <a:moveTo>
                    <a:pt x="182768" y="277515"/>
                  </a:moveTo>
                  <a:cubicBezTo>
                    <a:pt x="182768" y="277515"/>
                    <a:pt x="182768" y="277515"/>
                    <a:pt x="156139" y="283964"/>
                  </a:cubicBezTo>
                  <a:cubicBezTo>
                    <a:pt x="153476" y="285254"/>
                    <a:pt x="150813" y="289124"/>
                    <a:pt x="152145" y="292993"/>
                  </a:cubicBezTo>
                  <a:cubicBezTo>
                    <a:pt x="152145" y="295573"/>
                    <a:pt x="156139" y="296863"/>
                    <a:pt x="158802" y="296863"/>
                  </a:cubicBezTo>
                  <a:cubicBezTo>
                    <a:pt x="158802" y="296863"/>
                    <a:pt x="160133" y="296863"/>
                    <a:pt x="160133" y="296863"/>
                  </a:cubicBezTo>
                  <a:cubicBezTo>
                    <a:pt x="160133" y="296863"/>
                    <a:pt x="160133" y="296863"/>
                    <a:pt x="186762" y="290414"/>
                  </a:cubicBezTo>
                  <a:cubicBezTo>
                    <a:pt x="189425" y="289124"/>
                    <a:pt x="192088" y="285254"/>
                    <a:pt x="190757" y="282674"/>
                  </a:cubicBezTo>
                  <a:cubicBezTo>
                    <a:pt x="190757" y="278805"/>
                    <a:pt x="186762" y="276225"/>
                    <a:pt x="182768" y="277515"/>
                  </a:cubicBezTo>
                  <a:close/>
                  <a:moveTo>
                    <a:pt x="34720" y="277515"/>
                  </a:moveTo>
                  <a:cubicBezTo>
                    <a:pt x="30726" y="276225"/>
                    <a:pt x="26732" y="278805"/>
                    <a:pt x="26732" y="282674"/>
                  </a:cubicBezTo>
                  <a:cubicBezTo>
                    <a:pt x="25400" y="285254"/>
                    <a:pt x="28063" y="289124"/>
                    <a:pt x="30726" y="290414"/>
                  </a:cubicBezTo>
                  <a:cubicBezTo>
                    <a:pt x="30726" y="290414"/>
                    <a:pt x="30726" y="290414"/>
                    <a:pt x="57355" y="296863"/>
                  </a:cubicBezTo>
                  <a:cubicBezTo>
                    <a:pt x="57355" y="296863"/>
                    <a:pt x="58686" y="296863"/>
                    <a:pt x="58686" y="296863"/>
                  </a:cubicBezTo>
                  <a:cubicBezTo>
                    <a:pt x="61349" y="296863"/>
                    <a:pt x="65344" y="295573"/>
                    <a:pt x="65344" y="292993"/>
                  </a:cubicBezTo>
                  <a:cubicBezTo>
                    <a:pt x="66675" y="289124"/>
                    <a:pt x="64012" y="285254"/>
                    <a:pt x="61349" y="283964"/>
                  </a:cubicBezTo>
                  <a:cubicBezTo>
                    <a:pt x="61349" y="283964"/>
                    <a:pt x="61349" y="283964"/>
                    <a:pt x="34720" y="277515"/>
                  </a:cubicBezTo>
                  <a:close/>
                  <a:moveTo>
                    <a:pt x="108745" y="271463"/>
                  </a:moveTo>
                  <a:cubicBezTo>
                    <a:pt x="96908" y="271463"/>
                    <a:pt x="87313" y="280703"/>
                    <a:pt x="87313" y="292101"/>
                  </a:cubicBezTo>
                  <a:cubicBezTo>
                    <a:pt x="87313" y="303499"/>
                    <a:pt x="96908" y="312739"/>
                    <a:pt x="108745" y="312739"/>
                  </a:cubicBezTo>
                  <a:cubicBezTo>
                    <a:pt x="120582" y="312739"/>
                    <a:pt x="130177" y="303499"/>
                    <a:pt x="130177" y="292101"/>
                  </a:cubicBezTo>
                  <a:cubicBezTo>
                    <a:pt x="130177" y="280703"/>
                    <a:pt x="120582" y="271463"/>
                    <a:pt x="108745" y="271463"/>
                  </a:cubicBezTo>
                  <a:close/>
                  <a:moveTo>
                    <a:pt x="27469" y="38100"/>
                  </a:moveTo>
                  <a:cubicBezTo>
                    <a:pt x="24847" y="38100"/>
                    <a:pt x="22225" y="39416"/>
                    <a:pt x="22225" y="42049"/>
                  </a:cubicBezTo>
                  <a:cubicBezTo>
                    <a:pt x="22225" y="42049"/>
                    <a:pt x="22225" y="42049"/>
                    <a:pt x="22225" y="240798"/>
                  </a:cubicBezTo>
                  <a:cubicBezTo>
                    <a:pt x="22225" y="243431"/>
                    <a:pt x="24847" y="246063"/>
                    <a:pt x="27469" y="246063"/>
                  </a:cubicBezTo>
                  <a:cubicBezTo>
                    <a:pt x="27469" y="246063"/>
                    <a:pt x="27469" y="246063"/>
                    <a:pt x="190019" y="246063"/>
                  </a:cubicBezTo>
                  <a:cubicBezTo>
                    <a:pt x="192641" y="246063"/>
                    <a:pt x="195263" y="243431"/>
                    <a:pt x="195263" y="240798"/>
                  </a:cubicBezTo>
                  <a:lnTo>
                    <a:pt x="195263" y="42049"/>
                  </a:lnTo>
                  <a:cubicBezTo>
                    <a:pt x="195263" y="39416"/>
                    <a:pt x="192641" y="38100"/>
                    <a:pt x="190019" y="38100"/>
                  </a:cubicBezTo>
                  <a:cubicBezTo>
                    <a:pt x="190019" y="38100"/>
                    <a:pt x="190019" y="38100"/>
                    <a:pt x="27469" y="38100"/>
                  </a:cubicBezTo>
                  <a:close/>
                  <a:moveTo>
                    <a:pt x="92869" y="15875"/>
                  </a:moveTo>
                  <a:cubicBezTo>
                    <a:pt x="90223" y="15875"/>
                    <a:pt x="88900" y="17236"/>
                    <a:pt x="88900" y="19957"/>
                  </a:cubicBezTo>
                  <a:cubicBezTo>
                    <a:pt x="88900" y="22679"/>
                    <a:pt x="90223" y="25400"/>
                    <a:pt x="92869" y="25400"/>
                  </a:cubicBezTo>
                  <a:cubicBezTo>
                    <a:pt x="92869" y="25400"/>
                    <a:pt x="92869" y="25400"/>
                    <a:pt x="124619" y="25400"/>
                  </a:cubicBezTo>
                  <a:cubicBezTo>
                    <a:pt x="127265" y="25400"/>
                    <a:pt x="128588" y="22679"/>
                    <a:pt x="128588" y="19957"/>
                  </a:cubicBezTo>
                  <a:cubicBezTo>
                    <a:pt x="128588" y="17236"/>
                    <a:pt x="127265" y="15875"/>
                    <a:pt x="124619" y="15875"/>
                  </a:cubicBezTo>
                  <a:cubicBezTo>
                    <a:pt x="124619" y="15875"/>
                    <a:pt x="124619" y="15875"/>
                    <a:pt x="92869" y="15875"/>
                  </a:cubicBezTo>
                  <a:close/>
                  <a:moveTo>
                    <a:pt x="19652" y="0"/>
                  </a:moveTo>
                  <a:cubicBezTo>
                    <a:pt x="19652" y="0"/>
                    <a:pt x="19652" y="0"/>
                    <a:pt x="197836" y="0"/>
                  </a:cubicBezTo>
                  <a:cubicBezTo>
                    <a:pt x="208317" y="0"/>
                    <a:pt x="217488" y="7888"/>
                    <a:pt x="217488" y="18405"/>
                  </a:cubicBezTo>
                  <a:cubicBezTo>
                    <a:pt x="217488" y="18405"/>
                    <a:pt x="217488" y="18405"/>
                    <a:pt x="217488" y="318145"/>
                  </a:cubicBezTo>
                  <a:cubicBezTo>
                    <a:pt x="217488" y="328662"/>
                    <a:pt x="208317" y="336550"/>
                    <a:pt x="197836" y="336550"/>
                  </a:cubicBezTo>
                  <a:cubicBezTo>
                    <a:pt x="197836" y="336550"/>
                    <a:pt x="197836" y="336550"/>
                    <a:pt x="19652" y="336550"/>
                  </a:cubicBezTo>
                  <a:cubicBezTo>
                    <a:pt x="9171" y="336550"/>
                    <a:pt x="0" y="328662"/>
                    <a:pt x="0" y="318145"/>
                  </a:cubicBezTo>
                  <a:cubicBezTo>
                    <a:pt x="0" y="318145"/>
                    <a:pt x="0" y="318145"/>
                    <a:pt x="0" y="18405"/>
                  </a:cubicBezTo>
                  <a:cubicBezTo>
                    <a:pt x="0" y="7888"/>
                    <a:pt x="9171" y="0"/>
                    <a:pt x="196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0" name="Oval 27">
              <a:extLst>
                <a:ext uri="{FF2B5EF4-FFF2-40B4-BE49-F238E27FC236}">
                  <a16:creationId xmlns:a16="http://schemas.microsoft.com/office/drawing/2014/main" id="{AFC709D4-97C7-4347-A018-520BE2BF0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1645" y="4385329"/>
              <a:ext cx="256196" cy="396450"/>
            </a:xfrm>
            <a:custGeom>
              <a:avLst/>
              <a:gdLst>
                <a:gd name="connsiteX0" fmla="*/ 182768 w 217488"/>
                <a:gd name="connsiteY0" fmla="*/ 277515 h 336550"/>
                <a:gd name="connsiteX1" fmla="*/ 156139 w 217488"/>
                <a:gd name="connsiteY1" fmla="*/ 283964 h 336550"/>
                <a:gd name="connsiteX2" fmla="*/ 152145 w 217488"/>
                <a:gd name="connsiteY2" fmla="*/ 292993 h 336550"/>
                <a:gd name="connsiteX3" fmla="*/ 158802 w 217488"/>
                <a:gd name="connsiteY3" fmla="*/ 296863 h 336550"/>
                <a:gd name="connsiteX4" fmla="*/ 160133 w 217488"/>
                <a:gd name="connsiteY4" fmla="*/ 296863 h 336550"/>
                <a:gd name="connsiteX5" fmla="*/ 186762 w 217488"/>
                <a:gd name="connsiteY5" fmla="*/ 290414 h 336550"/>
                <a:gd name="connsiteX6" fmla="*/ 190757 w 217488"/>
                <a:gd name="connsiteY6" fmla="*/ 282674 h 336550"/>
                <a:gd name="connsiteX7" fmla="*/ 182768 w 217488"/>
                <a:gd name="connsiteY7" fmla="*/ 277515 h 336550"/>
                <a:gd name="connsiteX8" fmla="*/ 34720 w 217488"/>
                <a:gd name="connsiteY8" fmla="*/ 277515 h 336550"/>
                <a:gd name="connsiteX9" fmla="*/ 26732 w 217488"/>
                <a:gd name="connsiteY9" fmla="*/ 282674 h 336550"/>
                <a:gd name="connsiteX10" fmla="*/ 30726 w 217488"/>
                <a:gd name="connsiteY10" fmla="*/ 290414 h 336550"/>
                <a:gd name="connsiteX11" fmla="*/ 57355 w 217488"/>
                <a:gd name="connsiteY11" fmla="*/ 296863 h 336550"/>
                <a:gd name="connsiteX12" fmla="*/ 58686 w 217488"/>
                <a:gd name="connsiteY12" fmla="*/ 296863 h 336550"/>
                <a:gd name="connsiteX13" fmla="*/ 65344 w 217488"/>
                <a:gd name="connsiteY13" fmla="*/ 292993 h 336550"/>
                <a:gd name="connsiteX14" fmla="*/ 61349 w 217488"/>
                <a:gd name="connsiteY14" fmla="*/ 283964 h 336550"/>
                <a:gd name="connsiteX15" fmla="*/ 34720 w 217488"/>
                <a:gd name="connsiteY15" fmla="*/ 277515 h 336550"/>
                <a:gd name="connsiteX16" fmla="*/ 108745 w 217488"/>
                <a:gd name="connsiteY16" fmla="*/ 271463 h 336550"/>
                <a:gd name="connsiteX17" fmla="*/ 87313 w 217488"/>
                <a:gd name="connsiteY17" fmla="*/ 292101 h 336550"/>
                <a:gd name="connsiteX18" fmla="*/ 108745 w 217488"/>
                <a:gd name="connsiteY18" fmla="*/ 312739 h 336550"/>
                <a:gd name="connsiteX19" fmla="*/ 130177 w 217488"/>
                <a:gd name="connsiteY19" fmla="*/ 292101 h 336550"/>
                <a:gd name="connsiteX20" fmla="*/ 108745 w 217488"/>
                <a:gd name="connsiteY20" fmla="*/ 271463 h 336550"/>
                <a:gd name="connsiteX21" fmla="*/ 27469 w 217488"/>
                <a:gd name="connsiteY21" fmla="*/ 38100 h 336550"/>
                <a:gd name="connsiteX22" fmla="*/ 22225 w 217488"/>
                <a:gd name="connsiteY22" fmla="*/ 42049 h 336550"/>
                <a:gd name="connsiteX23" fmla="*/ 22225 w 217488"/>
                <a:gd name="connsiteY23" fmla="*/ 240798 h 336550"/>
                <a:gd name="connsiteX24" fmla="*/ 27469 w 217488"/>
                <a:gd name="connsiteY24" fmla="*/ 246063 h 336550"/>
                <a:gd name="connsiteX25" fmla="*/ 190019 w 217488"/>
                <a:gd name="connsiteY25" fmla="*/ 246063 h 336550"/>
                <a:gd name="connsiteX26" fmla="*/ 195263 w 217488"/>
                <a:gd name="connsiteY26" fmla="*/ 240798 h 336550"/>
                <a:gd name="connsiteX27" fmla="*/ 195263 w 217488"/>
                <a:gd name="connsiteY27" fmla="*/ 42049 h 336550"/>
                <a:gd name="connsiteX28" fmla="*/ 190019 w 217488"/>
                <a:gd name="connsiteY28" fmla="*/ 38100 h 336550"/>
                <a:gd name="connsiteX29" fmla="*/ 27469 w 217488"/>
                <a:gd name="connsiteY29" fmla="*/ 38100 h 336550"/>
                <a:gd name="connsiteX30" fmla="*/ 92869 w 217488"/>
                <a:gd name="connsiteY30" fmla="*/ 15875 h 336550"/>
                <a:gd name="connsiteX31" fmla="*/ 88900 w 217488"/>
                <a:gd name="connsiteY31" fmla="*/ 19957 h 336550"/>
                <a:gd name="connsiteX32" fmla="*/ 92869 w 217488"/>
                <a:gd name="connsiteY32" fmla="*/ 25400 h 336550"/>
                <a:gd name="connsiteX33" fmla="*/ 124619 w 217488"/>
                <a:gd name="connsiteY33" fmla="*/ 25400 h 336550"/>
                <a:gd name="connsiteX34" fmla="*/ 128588 w 217488"/>
                <a:gd name="connsiteY34" fmla="*/ 19957 h 336550"/>
                <a:gd name="connsiteX35" fmla="*/ 124619 w 217488"/>
                <a:gd name="connsiteY35" fmla="*/ 15875 h 336550"/>
                <a:gd name="connsiteX36" fmla="*/ 92869 w 217488"/>
                <a:gd name="connsiteY36" fmla="*/ 15875 h 336550"/>
                <a:gd name="connsiteX37" fmla="*/ 19652 w 217488"/>
                <a:gd name="connsiteY37" fmla="*/ 0 h 336550"/>
                <a:gd name="connsiteX38" fmla="*/ 197836 w 217488"/>
                <a:gd name="connsiteY38" fmla="*/ 0 h 336550"/>
                <a:gd name="connsiteX39" fmla="*/ 217488 w 217488"/>
                <a:gd name="connsiteY39" fmla="*/ 18405 h 336550"/>
                <a:gd name="connsiteX40" fmla="*/ 217488 w 217488"/>
                <a:gd name="connsiteY40" fmla="*/ 318145 h 336550"/>
                <a:gd name="connsiteX41" fmla="*/ 197836 w 217488"/>
                <a:gd name="connsiteY41" fmla="*/ 336550 h 336550"/>
                <a:gd name="connsiteX42" fmla="*/ 19652 w 217488"/>
                <a:gd name="connsiteY42" fmla="*/ 336550 h 336550"/>
                <a:gd name="connsiteX43" fmla="*/ 0 w 217488"/>
                <a:gd name="connsiteY43" fmla="*/ 318145 h 336550"/>
                <a:gd name="connsiteX44" fmla="*/ 0 w 217488"/>
                <a:gd name="connsiteY44" fmla="*/ 18405 h 336550"/>
                <a:gd name="connsiteX45" fmla="*/ 19652 w 217488"/>
                <a:gd name="connsiteY4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7488" h="336550">
                  <a:moveTo>
                    <a:pt x="182768" y="277515"/>
                  </a:moveTo>
                  <a:cubicBezTo>
                    <a:pt x="182768" y="277515"/>
                    <a:pt x="182768" y="277515"/>
                    <a:pt x="156139" y="283964"/>
                  </a:cubicBezTo>
                  <a:cubicBezTo>
                    <a:pt x="153476" y="285254"/>
                    <a:pt x="150813" y="289124"/>
                    <a:pt x="152145" y="292993"/>
                  </a:cubicBezTo>
                  <a:cubicBezTo>
                    <a:pt x="152145" y="295573"/>
                    <a:pt x="156139" y="296863"/>
                    <a:pt x="158802" y="296863"/>
                  </a:cubicBezTo>
                  <a:cubicBezTo>
                    <a:pt x="158802" y="296863"/>
                    <a:pt x="160133" y="296863"/>
                    <a:pt x="160133" y="296863"/>
                  </a:cubicBezTo>
                  <a:cubicBezTo>
                    <a:pt x="160133" y="296863"/>
                    <a:pt x="160133" y="296863"/>
                    <a:pt x="186762" y="290414"/>
                  </a:cubicBezTo>
                  <a:cubicBezTo>
                    <a:pt x="189425" y="289124"/>
                    <a:pt x="192088" y="285254"/>
                    <a:pt x="190757" y="282674"/>
                  </a:cubicBezTo>
                  <a:cubicBezTo>
                    <a:pt x="190757" y="278805"/>
                    <a:pt x="186762" y="276225"/>
                    <a:pt x="182768" y="277515"/>
                  </a:cubicBezTo>
                  <a:close/>
                  <a:moveTo>
                    <a:pt x="34720" y="277515"/>
                  </a:moveTo>
                  <a:cubicBezTo>
                    <a:pt x="30726" y="276225"/>
                    <a:pt x="26732" y="278805"/>
                    <a:pt x="26732" y="282674"/>
                  </a:cubicBezTo>
                  <a:cubicBezTo>
                    <a:pt x="25400" y="285254"/>
                    <a:pt x="28063" y="289124"/>
                    <a:pt x="30726" y="290414"/>
                  </a:cubicBezTo>
                  <a:cubicBezTo>
                    <a:pt x="30726" y="290414"/>
                    <a:pt x="30726" y="290414"/>
                    <a:pt x="57355" y="296863"/>
                  </a:cubicBezTo>
                  <a:cubicBezTo>
                    <a:pt x="57355" y="296863"/>
                    <a:pt x="58686" y="296863"/>
                    <a:pt x="58686" y="296863"/>
                  </a:cubicBezTo>
                  <a:cubicBezTo>
                    <a:pt x="61349" y="296863"/>
                    <a:pt x="65344" y="295573"/>
                    <a:pt x="65344" y="292993"/>
                  </a:cubicBezTo>
                  <a:cubicBezTo>
                    <a:pt x="66675" y="289124"/>
                    <a:pt x="64012" y="285254"/>
                    <a:pt x="61349" y="283964"/>
                  </a:cubicBezTo>
                  <a:cubicBezTo>
                    <a:pt x="61349" y="283964"/>
                    <a:pt x="61349" y="283964"/>
                    <a:pt x="34720" y="277515"/>
                  </a:cubicBezTo>
                  <a:close/>
                  <a:moveTo>
                    <a:pt x="108745" y="271463"/>
                  </a:moveTo>
                  <a:cubicBezTo>
                    <a:pt x="96908" y="271463"/>
                    <a:pt x="87313" y="280703"/>
                    <a:pt x="87313" y="292101"/>
                  </a:cubicBezTo>
                  <a:cubicBezTo>
                    <a:pt x="87313" y="303499"/>
                    <a:pt x="96908" y="312739"/>
                    <a:pt x="108745" y="312739"/>
                  </a:cubicBezTo>
                  <a:cubicBezTo>
                    <a:pt x="120582" y="312739"/>
                    <a:pt x="130177" y="303499"/>
                    <a:pt x="130177" y="292101"/>
                  </a:cubicBezTo>
                  <a:cubicBezTo>
                    <a:pt x="130177" y="280703"/>
                    <a:pt x="120582" y="271463"/>
                    <a:pt x="108745" y="271463"/>
                  </a:cubicBezTo>
                  <a:close/>
                  <a:moveTo>
                    <a:pt x="27469" y="38100"/>
                  </a:moveTo>
                  <a:cubicBezTo>
                    <a:pt x="24847" y="38100"/>
                    <a:pt x="22225" y="39416"/>
                    <a:pt x="22225" y="42049"/>
                  </a:cubicBezTo>
                  <a:cubicBezTo>
                    <a:pt x="22225" y="42049"/>
                    <a:pt x="22225" y="42049"/>
                    <a:pt x="22225" y="240798"/>
                  </a:cubicBezTo>
                  <a:cubicBezTo>
                    <a:pt x="22225" y="243431"/>
                    <a:pt x="24847" y="246063"/>
                    <a:pt x="27469" y="246063"/>
                  </a:cubicBezTo>
                  <a:cubicBezTo>
                    <a:pt x="27469" y="246063"/>
                    <a:pt x="27469" y="246063"/>
                    <a:pt x="190019" y="246063"/>
                  </a:cubicBezTo>
                  <a:cubicBezTo>
                    <a:pt x="192641" y="246063"/>
                    <a:pt x="195263" y="243431"/>
                    <a:pt x="195263" y="240798"/>
                  </a:cubicBezTo>
                  <a:lnTo>
                    <a:pt x="195263" y="42049"/>
                  </a:lnTo>
                  <a:cubicBezTo>
                    <a:pt x="195263" y="39416"/>
                    <a:pt x="192641" y="38100"/>
                    <a:pt x="190019" y="38100"/>
                  </a:cubicBezTo>
                  <a:cubicBezTo>
                    <a:pt x="190019" y="38100"/>
                    <a:pt x="190019" y="38100"/>
                    <a:pt x="27469" y="38100"/>
                  </a:cubicBezTo>
                  <a:close/>
                  <a:moveTo>
                    <a:pt x="92869" y="15875"/>
                  </a:moveTo>
                  <a:cubicBezTo>
                    <a:pt x="90223" y="15875"/>
                    <a:pt x="88900" y="17236"/>
                    <a:pt x="88900" y="19957"/>
                  </a:cubicBezTo>
                  <a:cubicBezTo>
                    <a:pt x="88900" y="22679"/>
                    <a:pt x="90223" y="25400"/>
                    <a:pt x="92869" y="25400"/>
                  </a:cubicBezTo>
                  <a:cubicBezTo>
                    <a:pt x="92869" y="25400"/>
                    <a:pt x="92869" y="25400"/>
                    <a:pt x="124619" y="25400"/>
                  </a:cubicBezTo>
                  <a:cubicBezTo>
                    <a:pt x="127265" y="25400"/>
                    <a:pt x="128588" y="22679"/>
                    <a:pt x="128588" y="19957"/>
                  </a:cubicBezTo>
                  <a:cubicBezTo>
                    <a:pt x="128588" y="17236"/>
                    <a:pt x="127265" y="15875"/>
                    <a:pt x="124619" y="15875"/>
                  </a:cubicBezTo>
                  <a:cubicBezTo>
                    <a:pt x="124619" y="15875"/>
                    <a:pt x="124619" y="15875"/>
                    <a:pt x="92869" y="15875"/>
                  </a:cubicBezTo>
                  <a:close/>
                  <a:moveTo>
                    <a:pt x="19652" y="0"/>
                  </a:moveTo>
                  <a:cubicBezTo>
                    <a:pt x="19652" y="0"/>
                    <a:pt x="19652" y="0"/>
                    <a:pt x="197836" y="0"/>
                  </a:cubicBezTo>
                  <a:cubicBezTo>
                    <a:pt x="208317" y="0"/>
                    <a:pt x="217488" y="7888"/>
                    <a:pt x="217488" y="18405"/>
                  </a:cubicBezTo>
                  <a:cubicBezTo>
                    <a:pt x="217488" y="18405"/>
                    <a:pt x="217488" y="18405"/>
                    <a:pt x="217488" y="318145"/>
                  </a:cubicBezTo>
                  <a:cubicBezTo>
                    <a:pt x="217488" y="328662"/>
                    <a:pt x="208317" y="336550"/>
                    <a:pt x="197836" y="336550"/>
                  </a:cubicBezTo>
                  <a:cubicBezTo>
                    <a:pt x="197836" y="336550"/>
                    <a:pt x="197836" y="336550"/>
                    <a:pt x="19652" y="336550"/>
                  </a:cubicBezTo>
                  <a:cubicBezTo>
                    <a:pt x="9171" y="336550"/>
                    <a:pt x="0" y="328662"/>
                    <a:pt x="0" y="318145"/>
                  </a:cubicBezTo>
                  <a:cubicBezTo>
                    <a:pt x="0" y="318145"/>
                    <a:pt x="0" y="318145"/>
                    <a:pt x="0" y="18405"/>
                  </a:cubicBezTo>
                  <a:cubicBezTo>
                    <a:pt x="0" y="7888"/>
                    <a:pt x="9171" y="0"/>
                    <a:pt x="196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1" name="Oval 30">
              <a:extLst>
                <a:ext uri="{FF2B5EF4-FFF2-40B4-BE49-F238E27FC236}">
                  <a16:creationId xmlns:a16="http://schemas.microsoft.com/office/drawing/2014/main" id="{38B83A91-74A2-457F-9D47-E49E2A610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8614" y="3131766"/>
              <a:ext cx="255470" cy="395326"/>
            </a:xfrm>
            <a:custGeom>
              <a:avLst/>
              <a:gdLst>
                <a:gd name="connsiteX0" fmla="*/ 182768 w 217488"/>
                <a:gd name="connsiteY0" fmla="*/ 277515 h 336550"/>
                <a:gd name="connsiteX1" fmla="*/ 156139 w 217488"/>
                <a:gd name="connsiteY1" fmla="*/ 283964 h 336550"/>
                <a:gd name="connsiteX2" fmla="*/ 152145 w 217488"/>
                <a:gd name="connsiteY2" fmla="*/ 292993 h 336550"/>
                <a:gd name="connsiteX3" fmla="*/ 158802 w 217488"/>
                <a:gd name="connsiteY3" fmla="*/ 296863 h 336550"/>
                <a:gd name="connsiteX4" fmla="*/ 160133 w 217488"/>
                <a:gd name="connsiteY4" fmla="*/ 296863 h 336550"/>
                <a:gd name="connsiteX5" fmla="*/ 186762 w 217488"/>
                <a:gd name="connsiteY5" fmla="*/ 290414 h 336550"/>
                <a:gd name="connsiteX6" fmla="*/ 190757 w 217488"/>
                <a:gd name="connsiteY6" fmla="*/ 282674 h 336550"/>
                <a:gd name="connsiteX7" fmla="*/ 182768 w 217488"/>
                <a:gd name="connsiteY7" fmla="*/ 277515 h 336550"/>
                <a:gd name="connsiteX8" fmla="*/ 34720 w 217488"/>
                <a:gd name="connsiteY8" fmla="*/ 277515 h 336550"/>
                <a:gd name="connsiteX9" fmla="*/ 26732 w 217488"/>
                <a:gd name="connsiteY9" fmla="*/ 282674 h 336550"/>
                <a:gd name="connsiteX10" fmla="*/ 30726 w 217488"/>
                <a:gd name="connsiteY10" fmla="*/ 290414 h 336550"/>
                <a:gd name="connsiteX11" fmla="*/ 57355 w 217488"/>
                <a:gd name="connsiteY11" fmla="*/ 296863 h 336550"/>
                <a:gd name="connsiteX12" fmla="*/ 58686 w 217488"/>
                <a:gd name="connsiteY12" fmla="*/ 296863 h 336550"/>
                <a:gd name="connsiteX13" fmla="*/ 65344 w 217488"/>
                <a:gd name="connsiteY13" fmla="*/ 292993 h 336550"/>
                <a:gd name="connsiteX14" fmla="*/ 61349 w 217488"/>
                <a:gd name="connsiteY14" fmla="*/ 283964 h 336550"/>
                <a:gd name="connsiteX15" fmla="*/ 34720 w 217488"/>
                <a:gd name="connsiteY15" fmla="*/ 277515 h 336550"/>
                <a:gd name="connsiteX16" fmla="*/ 108745 w 217488"/>
                <a:gd name="connsiteY16" fmla="*/ 271463 h 336550"/>
                <a:gd name="connsiteX17" fmla="*/ 87313 w 217488"/>
                <a:gd name="connsiteY17" fmla="*/ 292101 h 336550"/>
                <a:gd name="connsiteX18" fmla="*/ 108745 w 217488"/>
                <a:gd name="connsiteY18" fmla="*/ 312739 h 336550"/>
                <a:gd name="connsiteX19" fmla="*/ 130177 w 217488"/>
                <a:gd name="connsiteY19" fmla="*/ 292101 h 336550"/>
                <a:gd name="connsiteX20" fmla="*/ 108745 w 217488"/>
                <a:gd name="connsiteY20" fmla="*/ 271463 h 336550"/>
                <a:gd name="connsiteX21" fmla="*/ 27469 w 217488"/>
                <a:gd name="connsiteY21" fmla="*/ 38100 h 336550"/>
                <a:gd name="connsiteX22" fmla="*/ 22225 w 217488"/>
                <a:gd name="connsiteY22" fmla="*/ 42049 h 336550"/>
                <a:gd name="connsiteX23" fmla="*/ 22225 w 217488"/>
                <a:gd name="connsiteY23" fmla="*/ 240798 h 336550"/>
                <a:gd name="connsiteX24" fmla="*/ 27469 w 217488"/>
                <a:gd name="connsiteY24" fmla="*/ 246063 h 336550"/>
                <a:gd name="connsiteX25" fmla="*/ 190019 w 217488"/>
                <a:gd name="connsiteY25" fmla="*/ 246063 h 336550"/>
                <a:gd name="connsiteX26" fmla="*/ 195263 w 217488"/>
                <a:gd name="connsiteY26" fmla="*/ 240798 h 336550"/>
                <a:gd name="connsiteX27" fmla="*/ 195263 w 217488"/>
                <a:gd name="connsiteY27" fmla="*/ 42049 h 336550"/>
                <a:gd name="connsiteX28" fmla="*/ 190019 w 217488"/>
                <a:gd name="connsiteY28" fmla="*/ 38100 h 336550"/>
                <a:gd name="connsiteX29" fmla="*/ 27469 w 217488"/>
                <a:gd name="connsiteY29" fmla="*/ 38100 h 336550"/>
                <a:gd name="connsiteX30" fmla="*/ 92869 w 217488"/>
                <a:gd name="connsiteY30" fmla="*/ 15875 h 336550"/>
                <a:gd name="connsiteX31" fmla="*/ 88900 w 217488"/>
                <a:gd name="connsiteY31" fmla="*/ 19957 h 336550"/>
                <a:gd name="connsiteX32" fmla="*/ 92869 w 217488"/>
                <a:gd name="connsiteY32" fmla="*/ 25400 h 336550"/>
                <a:gd name="connsiteX33" fmla="*/ 124619 w 217488"/>
                <a:gd name="connsiteY33" fmla="*/ 25400 h 336550"/>
                <a:gd name="connsiteX34" fmla="*/ 128588 w 217488"/>
                <a:gd name="connsiteY34" fmla="*/ 19957 h 336550"/>
                <a:gd name="connsiteX35" fmla="*/ 124619 w 217488"/>
                <a:gd name="connsiteY35" fmla="*/ 15875 h 336550"/>
                <a:gd name="connsiteX36" fmla="*/ 92869 w 217488"/>
                <a:gd name="connsiteY36" fmla="*/ 15875 h 336550"/>
                <a:gd name="connsiteX37" fmla="*/ 19652 w 217488"/>
                <a:gd name="connsiteY37" fmla="*/ 0 h 336550"/>
                <a:gd name="connsiteX38" fmla="*/ 197836 w 217488"/>
                <a:gd name="connsiteY38" fmla="*/ 0 h 336550"/>
                <a:gd name="connsiteX39" fmla="*/ 217488 w 217488"/>
                <a:gd name="connsiteY39" fmla="*/ 18405 h 336550"/>
                <a:gd name="connsiteX40" fmla="*/ 217488 w 217488"/>
                <a:gd name="connsiteY40" fmla="*/ 318145 h 336550"/>
                <a:gd name="connsiteX41" fmla="*/ 197836 w 217488"/>
                <a:gd name="connsiteY41" fmla="*/ 336550 h 336550"/>
                <a:gd name="connsiteX42" fmla="*/ 19652 w 217488"/>
                <a:gd name="connsiteY42" fmla="*/ 336550 h 336550"/>
                <a:gd name="connsiteX43" fmla="*/ 0 w 217488"/>
                <a:gd name="connsiteY43" fmla="*/ 318145 h 336550"/>
                <a:gd name="connsiteX44" fmla="*/ 0 w 217488"/>
                <a:gd name="connsiteY44" fmla="*/ 18405 h 336550"/>
                <a:gd name="connsiteX45" fmla="*/ 19652 w 217488"/>
                <a:gd name="connsiteY45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7488" h="336550">
                  <a:moveTo>
                    <a:pt x="182768" y="277515"/>
                  </a:moveTo>
                  <a:cubicBezTo>
                    <a:pt x="182768" y="277515"/>
                    <a:pt x="182768" y="277515"/>
                    <a:pt x="156139" y="283964"/>
                  </a:cubicBezTo>
                  <a:cubicBezTo>
                    <a:pt x="153476" y="285254"/>
                    <a:pt x="150813" y="289124"/>
                    <a:pt x="152145" y="292993"/>
                  </a:cubicBezTo>
                  <a:cubicBezTo>
                    <a:pt x="152145" y="295573"/>
                    <a:pt x="156139" y="296863"/>
                    <a:pt x="158802" y="296863"/>
                  </a:cubicBezTo>
                  <a:cubicBezTo>
                    <a:pt x="158802" y="296863"/>
                    <a:pt x="160133" y="296863"/>
                    <a:pt x="160133" y="296863"/>
                  </a:cubicBezTo>
                  <a:cubicBezTo>
                    <a:pt x="160133" y="296863"/>
                    <a:pt x="160133" y="296863"/>
                    <a:pt x="186762" y="290414"/>
                  </a:cubicBezTo>
                  <a:cubicBezTo>
                    <a:pt x="189425" y="289124"/>
                    <a:pt x="192088" y="285254"/>
                    <a:pt x="190757" y="282674"/>
                  </a:cubicBezTo>
                  <a:cubicBezTo>
                    <a:pt x="190757" y="278805"/>
                    <a:pt x="186762" y="276225"/>
                    <a:pt x="182768" y="277515"/>
                  </a:cubicBezTo>
                  <a:close/>
                  <a:moveTo>
                    <a:pt x="34720" y="277515"/>
                  </a:moveTo>
                  <a:cubicBezTo>
                    <a:pt x="30726" y="276225"/>
                    <a:pt x="26732" y="278805"/>
                    <a:pt x="26732" y="282674"/>
                  </a:cubicBezTo>
                  <a:cubicBezTo>
                    <a:pt x="25400" y="285254"/>
                    <a:pt x="28063" y="289124"/>
                    <a:pt x="30726" y="290414"/>
                  </a:cubicBezTo>
                  <a:cubicBezTo>
                    <a:pt x="30726" y="290414"/>
                    <a:pt x="30726" y="290414"/>
                    <a:pt x="57355" y="296863"/>
                  </a:cubicBezTo>
                  <a:cubicBezTo>
                    <a:pt x="57355" y="296863"/>
                    <a:pt x="58686" y="296863"/>
                    <a:pt x="58686" y="296863"/>
                  </a:cubicBezTo>
                  <a:cubicBezTo>
                    <a:pt x="61349" y="296863"/>
                    <a:pt x="65344" y="295573"/>
                    <a:pt x="65344" y="292993"/>
                  </a:cubicBezTo>
                  <a:cubicBezTo>
                    <a:pt x="66675" y="289124"/>
                    <a:pt x="64012" y="285254"/>
                    <a:pt x="61349" y="283964"/>
                  </a:cubicBezTo>
                  <a:cubicBezTo>
                    <a:pt x="61349" y="283964"/>
                    <a:pt x="61349" y="283964"/>
                    <a:pt x="34720" y="277515"/>
                  </a:cubicBezTo>
                  <a:close/>
                  <a:moveTo>
                    <a:pt x="108745" y="271463"/>
                  </a:moveTo>
                  <a:cubicBezTo>
                    <a:pt x="96908" y="271463"/>
                    <a:pt x="87313" y="280703"/>
                    <a:pt x="87313" y="292101"/>
                  </a:cubicBezTo>
                  <a:cubicBezTo>
                    <a:pt x="87313" y="303499"/>
                    <a:pt x="96908" y="312739"/>
                    <a:pt x="108745" y="312739"/>
                  </a:cubicBezTo>
                  <a:cubicBezTo>
                    <a:pt x="120582" y="312739"/>
                    <a:pt x="130177" y="303499"/>
                    <a:pt x="130177" y="292101"/>
                  </a:cubicBezTo>
                  <a:cubicBezTo>
                    <a:pt x="130177" y="280703"/>
                    <a:pt x="120582" y="271463"/>
                    <a:pt x="108745" y="271463"/>
                  </a:cubicBezTo>
                  <a:close/>
                  <a:moveTo>
                    <a:pt x="27469" y="38100"/>
                  </a:moveTo>
                  <a:cubicBezTo>
                    <a:pt x="24847" y="38100"/>
                    <a:pt x="22225" y="39416"/>
                    <a:pt x="22225" y="42049"/>
                  </a:cubicBezTo>
                  <a:cubicBezTo>
                    <a:pt x="22225" y="42049"/>
                    <a:pt x="22225" y="42049"/>
                    <a:pt x="22225" y="240798"/>
                  </a:cubicBezTo>
                  <a:cubicBezTo>
                    <a:pt x="22225" y="243431"/>
                    <a:pt x="24847" y="246063"/>
                    <a:pt x="27469" y="246063"/>
                  </a:cubicBezTo>
                  <a:cubicBezTo>
                    <a:pt x="27469" y="246063"/>
                    <a:pt x="27469" y="246063"/>
                    <a:pt x="190019" y="246063"/>
                  </a:cubicBezTo>
                  <a:cubicBezTo>
                    <a:pt x="192641" y="246063"/>
                    <a:pt x="195263" y="243431"/>
                    <a:pt x="195263" y="240798"/>
                  </a:cubicBezTo>
                  <a:lnTo>
                    <a:pt x="195263" y="42049"/>
                  </a:lnTo>
                  <a:cubicBezTo>
                    <a:pt x="195263" y="39416"/>
                    <a:pt x="192641" y="38100"/>
                    <a:pt x="190019" y="38100"/>
                  </a:cubicBezTo>
                  <a:cubicBezTo>
                    <a:pt x="190019" y="38100"/>
                    <a:pt x="190019" y="38100"/>
                    <a:pt x="27469" y="38100"/>
                  </a:cubicBezTo>
                  <a:close/>
                  <a:moveTo>
                    <a:pt x="92869" y="15875"/>
                  </a:moveTo>
                  <a:cubicBezTo>
                    <a:pt x="90223" y="15875"/>
                    <a:pt x="88900" y="17236"/>
                    <a:pt x="88900" y="19957"/>
                  </a:cubicBezTo>
                  <a:cubicBezTo>
                    <a:pt x="88900" y="22679"/>
                    <a:pt x="90223" y="25400"/>
                    <a:pt x="92869" y="25400"/>
                  </a:cubicBezTo>
                  <a:cubicBezTo>
                    <a:pt x="92869" y="25400"/>
                    <a:pt x="92869" y="25400"/>
                    <a:pt x="124619" y="25400"/>
                  </a:cubicBezTo>
                  <a:cubicBezTo>
                    <a:pt x="127265" y="25400"/>
                    <a:pt x="128588" y="22679"/>
                    <a:pt x="128588" y="19957"/>
                  </a:cubicBezTo>
                  <a:cubicBezTo>
                    <a:pt x="128588" y="17236"/>
                    <a:pt x="127265" y="15875"/>
                    <a:pt x="124619" y="15875"/>
                  </a:cubicBezTo>
                  <a:cubicBezTo>
                    <a:pt x="124619" y="15875"/>
                    <a:pt x="124619" y="15875"/>
                    <a:pt x="92869" y="15875"/>
                  </a:cubicBezTo>
                  <a:close/>
                  <a:moveTo>
                    <a:pt x="19652" y="0"/>
                  </a:moveTo>
                  <a:cubicBezTo>
                    <a:pt x="19652" y="0"/>
                    <a:pt x="19652" y="0"/>
                    <a:pt x="197836" y="0"/>
                  </a:cubicBezTo>
                  <a:cubicBezTo>
                    <a:pt x="208317" y="0"/>
                    <a:pt x="217488" y="7888"/>
                    <a:pt x="217488" y="18405"/>
                  </a:cubicBezTo>
                  <a:cubicBezTo>
                    <a:pt x="217488" y="18405"/>
                    <a:pt x="217488" y="18405"/>
                    <a:pt x="217488" y="318145"/>
                  </a:cubicBezTo>
                  <a:cubicBezTo>
                    <a:pt x="217488" y="328662"/>
                    <a:pt x="208317" y="336550"/>
                    <a:pt x="197836" y="336550"/>
                  </a:cubicBezTo>
                  <a:cubicBezTo>
                    <a:pt x="197836" y="336550"/>
                    <a:pt x="197836" y="336550"/>
                    <a:pt x="19652" y="336550"/>
                  </a:cubicBezTo>
                  <a:cubicBezTo>
                    <a:pt x="9171" y="336550"/>
                    <a:pt x="0" y="328662"/>
                    <a:pt x="0" y="318145"/>
                  </a:cubicBezTo>
                  <a:cubicBezTo>
                    <a:pt x="0" y="318145"/>
                    <a:pt x="0" y="318145"/>
                    <a:pt x="0" y="18405"/>
                  </a:cubicBezTo>
                  <a:cubicBezTo>
                    <a:pt x="0" y="7888"/>
                    <a:pt x="9171" y="0"/>
                    <a:pt x="196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74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عوامل مؤثر بر گیرش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92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5825623" y="2213139"/>
            <a:ext cx="2684529" cy="936560"/>
          </a:xfrm>
          <a:prstGeom prst="roundRect">
            <a:avLst>
              <a:gd name="adj" fmla="val 687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" name="Rectangle: Rounded Corners 4"/>
          <p:cNvSpPr/>
          <p:nvPr/>
        </p:nvSpPr>
        <p:spPr>
          <a:xfrm>
            <a:off x="5825623" y="1059582"/>
            <a:ext cx="2684529" cy="936560"/>
          </a:xfrm>
          <a:prstGeom prst="roundRect">
            <a:avLst>
              <a:gd name="adj" fmla="val 687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569468" y="1059581"/>
            <a:ext cx="2625475" cy="3346915"/>
            <a:chOff x="569468" y="1059581"/>
            <a:chExt cx="2625475" cy="3346915"/>
          </a:xfrm>
        </p:grpSpPr>
        <p:grpSp>
          <p:nvGrpSpPr>
            <p:cNvPr id="6" name="Group 5"/>
            <p:cNvGrpSpPr/>
            <p:nvPr/>
          </p:nvGrpSpPr>
          <p:grpSpPr>
            <a:xfrm>
              <a:off x="2574677" y="1552283"/>
              <a:ext cx="620266" cy="620266"/>
              <a:chOff x="5038726" y="1838325"/>
              <a:chExt cx="625475" cy="625475"/>
            </a:xfrm>
            <a:solidFill>
              <a:schemeClr val="accent4"/>
            </a:solidFill>
          </p:grpSpPr>
          <p:sp>
            <p:nvSpPr>
              <p:cNvPr id="58" name="Freeform: Shape 6"/>
              <p:cNvSpPr>
                <a:spLocks/>
              </p:cNvSpPr>
              <p:nvPr/>
            </p:nvSpPr>
            <p:spPr bwMode="auto">
              <a:xfrm>
                <a:off x="5038726" y="1838325"/>
                <a:ext cx="625475" cy="625475"/>
              </a:xfrm>
              <a:custGeom>
                <a:avLst/>
                <a:gdLst/>
                <a:ahLst/>
                <a:cxnLst>
                  <a:cxn ang="0">
                    <a:pos x="147" y="0"/>
                  </a:cxn>
                  <a:cxn ang="0">
                    <a:pos x="0" y="147"/>
                  </a:cxn>
                  <a:cxn ang="0">
                    <a:pos x="147" y="294"/>
                  </a:cxn>
                  <a:cxn ang="0">
                    <a:pos x="294" y="147"/>
                  </a:cxn>
                  <a:cxn ang="0">
                    <a:pos x="147" y="0"/>
                  </a:cxn>
                  <a:cxn ang="0">
                    <a:pos x="147" y="261"/>
                  </a:cxn>
                  <a:cxn ang="0">
                    <a:pos x="33" y="147"/>
                  </a:cxn>
                  <a:cxn ang="0">
                    <a:pos x="147" y="32"/>
                  </a:cxn>
                  <a:cxn ang="0">
                    <a:pos x="262" y="147"/>
                  </a:cxn>
                  <a:cxn ang="0">
                    <a:pos x="147" y="261"/>
                  </a:cxn>
                  <a:cxn ang="0">
                    <a:pos x="147" y="261"/>
                  </a:cxn>
                  <a:cxn ang="0">
                    <a:pos x="147" y="261"/>
                  </a:cxn>
                </a:cxnLst>
                <a:rect l="0" t="0" r="r" b="b"/>
                <a:pathLst>
                  <a:path w="294" h="294">
                    <a:moveTo>
                      <a:pt x="147" y="0"/>
                    </a:moveTo>
                    <a:cubicBezTo>
                      <a:pt x="66" y="0"/>
                      <a:pt x="0" y="66"/>
                      <a:pt x="0" y="147"/>
                    </a:cubicBezTo>
                    <a:cubicBezTo>
                      <a:pt x="0" y="228"/>
                      <a:pt x="66" y="294"/>
                      <a:pt x="147" y="294"/>
                    </a:cubicBezTo>
                    <a:cubicBezTo>
                      <a:pt x="228" y="294"/>
                      <a:pt x="294" y="228"/>
                      <a:pt x="294" y="147"/>
                    </a:cubicBezTo>
                    <a:cubicBezTo>
                      <a:pt x="294" y="66"/>
                      <a:pt x="228" y="0"/>
                      <a:pt x="147" y="0"/>
                    </a:cubicBezTo>
                    <a:close/>
                    <a:moveTo>
                      <a:pt x="147" y="261"/>
                    </a:moveTo>
                    <a:cubicBezTo>
                      <a:pt x="84" y="261"/>
                      <a:pt x="33" y="210"/>
                      <a:pt x="33" y="147"/>
                    </a:cubicBezTo>
                    <a:cubicBezTo>
                      <a:pt x="33" y="83"/>
                      <a:pt x="84" y="32"/>
                      <a:pt x="147" y="32"/>
                    </a:cubicBezTo>
                    <a:cubicBezTo>
                      <a:pt x="210" y="32"/>
                      <a:pt x="262" y="83"/>
                      <a:pt x="262" y="147"/>
                    </a:cubicBezTo>
                    <a:cubicBezTo>
                      <a:pt x="262" y="210"/>
                      <a:pt x="210" y="261"/>
                      <a:pt x="147" y="261"/>
                    </a:cubicBezTo>
                    <a:close/>
                    <a:moveTo>
                      <a:pt x="147" y="261"/>
                    </a:moveTo>
                    <a:cubicBezTo>
                      <a:pt x="147" y="261"/>
                      <a:pt x="147" y="261"/>
                      <a:pt x="147" y="26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Freeform: Shape 7"/>
              <p:cNvSpPr>
                <a:spLocks/>
              </p:cNvSpPr>
              <p:nvPr/>
            </p:nvSpPr>
            <p:spPr bwMode="auto">
              <a:xfrm>
                <a:off x="5143501" y="2078038"/>
                <a:ext cx="417513" cy="161925"/>
              </a:xfrm>
              <a:custGeom>
                <a:avLst/>
                <a:gdLst/>
                <a:ahLst/>
                <a:cxnLst>
                  <a:cxn ang="0">
                    <a:pos x="192" y="11"/>
                  </a:cxn>
                  <a:cxn ang="0">
                    <a:pos x="170" y="4"/>
                  </a:cxn>
                  <a:cxn ang="0">
                    <a:pos x="102" y="41"/>
                  </a:cxn>
                  <a:cxn ang="0">
                    <a:pos x="25" y="4"/>
                  </a:cxn>
                  <a:cxn ang="0">
                    <a:pos x="4" y="11"/>
                  </a:cxn>
                  <a:cxn ang="0">
                    <a:pos x="11" y="33"/>
                  </a:cxn>
                  <a:cxn ang="0">
                    <a:pos x="95" y="74"/>
                  </a:cxn>
                  <a:cxn ang="0">
                    <a:pos x="102" y="76"/>
                  </a:cxn>
                  <a:cxn ang="0">
                    <a:pos x="110" y="74"/>
                  </a:cxn>
                  <a:cxn ang="0">
                    <a:pos x="186" y="33"/>
                  </a:cxn>
                  <a:cxn ang="0">
                    <a:pos x="192" y="11"/>
                  </a:cxn>
                  <a:cxn ang="0">
                    <a:pos x="192" y="11"/>
                  </a:cxn>
                  <a:cxn ang="0">
                    <a:pos x="192" y="11"/>
                  </a:cxn>
                </a:cxnLst>
                <a:rect l="0" t="0" r="r" b="b"/>
                <a:pathLst>
                  <a:path w="197" h="76">
                    <a:moveTo>
                      <a:pt x="192" y="11"/>
                    </a:moveTo>
                    <a:cubicBezTo>
                      <a:pt x="188" y="3"/>
                      <a:pt x="178" y="0"/>
                      <a:pt x="170" y="4"/>
                    </a:cubicBezTo>
                    <a:cubicBezTo>
                      <a:pt x="102" y="41"/>
                      <a:pt x="102" y="41"/>
                      <a:pt x="102" y="41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17" y="0"/>
                      <a:pt x="7" y="3"/>
                      <a:pt x="4" y="11"/>
                    </a:cubicBezTo>
                    <a:cubicBezTo>
                      <a:pt x="0" y="20"/>
                      <a:pt x="3" y="29"/>
                      <a:pt x="11" y="33"/>
                    </a:cubicBezTo>
                    <a:cubicBezTo>
                      <a:pt x="95" y="74"/>
                      <a:pt x="95" y="74"/>
                      <a:pt x="95" y="74"/>
                    </a:cubicBezTo>
                    <a:cubicBezTo>
                      <a:pt x="97" y="76"/>
                      <a:pt x="100" y="76"/>
                      <a:pt x="102" y="76"/>
                    </a:cubicBezTo>
                    <a:cubicBezTo>
                      <a:pt x="105" y="76"/>
                      <a:pt x="108" y="75"/>
                      <a:pt x="110" y="74"/>
                    </a:cubicBezTo>
                    <a:cubicBezTo>
                      <a:pt x="186" y="33"/>
                      <a:pt x="186" y="33"/>
                      <a:pt x="186" y="33"/>
                    </a:cubicBezTo>
                    <a:cubicBezTo>
                      <a:pt x="194" y="29"/>
                      <a:pt x="197" y="19"/>
                      <a:pt x="192" y="11"/>
                    </a:cubicBezTo>
                    <a:close/>
                    <a:moveTo>
                      <a:pt x="192" y="11"/>
                    </a:moveTo>
                    <a:cubicBezTo>
                      <a:pt x="192" y="11"/>
                      <a:pt x="192" y="11"/>
                      <a:pt x="192" y="1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Group 8"/>
            <p:cNvGrpSpPr/>
            <p:nvPr/>
          </p:nvGrpSpPr>
          <p:grpSpPr>
            <a:xfrm>
              <a:off x="988096" y="1059581"/>
              <a:ext cx="2033967" cy="3346915"/>
              <a:chOff x="3478213" y="1268413"/>
              <a:chExt cx="2051050" cy="3375025"/>
            </a:xfrm>
            <a:solidFill>
              <a:schemeClr val="bg1">
                <a:lumMod val="65000"/>
              </a:schemeClr>
            </a:solidFill>
          </p:grpSpPr>
          <p:sp>
            <p:nvSpPr>
              <p:cNvPr id="56" name="Freeform: Shape 9"/>
              <p:cNvSpPr>
                <a:spLocks/>
              </p:cNvSpPr>
              <p:nvPr/>
            </p:nvSpPr>
            <p:spPr bwMode="auto">
              <a:xfrm>
                <a:off x="4160838" y="1268413"/>
                <a:ext cx="685800" cy="696913"/>
              </a:xfrm>
              <a:custGeom>
                <a:avLst/>
                <a:gdLst/>
                <a:ahLst/>
                <a:cxnLst>
                  <a:cxn ang="0">
                    <a:pos x="161" y="328"/>
                  </a:cxn>
                  <a:cxn ang="0">
                    <a:pos x="323" y="164"/>
                  </a:cxn>
                  <a:cxn ang="0">
                    <a:pos x="161" y="0"/>
                  </a:cxn>
                  <a:cxn ang="0">
                    <a:pos x="0" y="164"/>
                  </a:cxn>
                  <a:cxn ang="0">
                    <a:pos x="161" y="328"/>
                  </a:cxn>
                  <a:cxn ang="0">
                    <a:pos x="161" y="328"/>
                  </a:cxn>
                  <a:cxn ang="0">
                    <a:pos x="161" y="328"/>
                  </a:cxn>
                </a:cxnLst>
                <a:rect l="0" t="0" r="r" b="b"/>
                <a:pathLst>
                  <a:path w="323" h="328">
                    <a:moveTo>
                      <a:pt x="161" y="328"/>
                    </a:moveTo>
                    <a:cubicBezTo>
                      <a:pt x="251" y="327"/>
                      <a:pt x="323" y="254"/>
                      <a:pt x="323" y="164"/>
                    </a:cubicBezTo>
                    <a:cubicBezTo>
                      <a:pt x="323" y="75"/>
                      <a:pt x="251" y="2"/>
                      <a:pt x="161" y="0"/>
                    </a:cubicBezTo>
                    <a:cubicBezTo>
                      <a:pt x="72" y="2"/>
                      <a:pt x="0" y="75"/>
                      <a:pt x="0" y="164"/>
                    </a:cubicBezTo>
                    <a:cubicBezTo>
                      <a:pt x="0" y="254"/>
                      <a:pt x="72" y="327"/>
                      <a:pt x="161" y="328"/>
                    </a:cubicBezTo>
                    <a:close/>
                    <a:moveTo>
                      <a:pt x="161" y="328"/>
                    </a:moveTo>
                    <a:cubicBezTo>
                      <a:pt x="161" y="328"/>
                      <a:pt x="161" y="328"/>
                      <a:pt x="161" y="3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Freeform: Shape 10"/>
              <p:cNvSpPr>
                <a:spLocks/>
              </p:cNvSpPr>
              <p:nvPr/>
            </p:nvSpPr>
            <p:spPr bwMode="auto">
              <a:xfrm>
                <a:off x="3478213" y="1987550"/>
                <a:ext cx="2051050" cy="2655888"/>
              </a:xfrm>
              <a:custGeom>
                <a:avLst/>
                <a:gdLst/>
                <a:ahLst/>
                <a:cxnLst>
                  <a:cxn ang="0">
                    <a:pos x="901" y="261"/>
                  </a:cxn>
                  <a:cxn ang="0">
                    <a:pos x="769" y="256"/>
                  </a:cxn>
                  <a:cxn ang="0">
                    <a:pos x="740" y="213"/>
                  </a:cxn>
                  <a:cxn ang="0">
                    <a:pos x="623" y="62"/>
                  </a:cxn>
                  <a:cxn ang="0">
                    <a:pos x="524" y="0"/>
                  </a:cxn>
                  <a:cxn ang="0">
                    <a:pos x="524" y="0"/>
                  </a:cxn>
                  <a:cxn ang="0">
                    <a:pos x="484" y="41"/>
                  </a:cxn>
                  <a:cxn ang="0">
                    <a:pos x="482" y="40"/>
                  </a:cxn>
                  <a:cxn ang="0">
                    <a:pos x="524" y="312"/>
                  </a:cxn>
                  <a:cxn ang="0">
                    <a:pos x="484" y="366"/>
                  </a:cxn>
                  <a:cxn ang="0">
                    <a:pos x="484" y="366"/>
                  </a:cxn>
                  <a:cxn ang="0">
                    <a:pos x="482" y="365"/>
                  </a:cxn>
                  <a:cxn ang="0">
                    <a:pos x="481" y="366"/>
                  </a:cxn>
                  <a:cxn ang="0">
                    <a:pos x="481" y="366"/>
                  </a:cxn>
                  <a:cxn ang="0">
                    <a:pos x="441" y="312"/>
                  </a:cxn>
                  <a:cxn ang="0">
                    <a:pos x="482" y="40"/>
                  </a:cxn>
                  <a:cxn ang="0">
                    <a:pos x="481" y="41"/>
                  </a:cxn>
                  <a:cxn ang="0">
                    <a:pos x="441" y="0"/>
                  </a:cxn>
                  <a:cxn ang="0">
                    <a:pos x="441" y="0"/>
                  </a:cxn>
                  <a:cxn ang="0">
                    <a:pos x="342" y="62"/>
                  </a:cxn>
                  <a:cxn ang="0">
                    <a:pos x="225" y="213"/>
                  </a:cxn>
                  <a:cxn ang="0">
                    <a:pos x="196" y="256"/>
                  </a:cxn>
                  <a:cxn ang="0">
                    <a:pos x="64" y="261"/>
                  </a:cxn>
                  <a:cxn ang="0">
                    <a:pos x="0" y="325"/>
                  </a:cxn>
                  <a:cxn ang="0">
                    <a:pos x="64" y="389"/>
                  </a:cxn>
                  <a:cxn ang="0">
                    <a:pos x="64" y="389"/>
                  </a:cxn>
                  <a:cxn ang="0">
                    <a:pos x="256" y="371"/>
                  </a:cxn>
                  <a:cxn ang="0">
                    <a:pos x="313" y="311"/>
                  </a:cxn>
                  <a:cxn ang="0">
                    <a:pos x="313" y="500"/>
                  </a:cxn>
                  <a:cxn ang="0">
                    <a:pos x="312" y="564"/>
                  </a:cxn>
                  <a:cxn ang="0">
                    <a:pos x="311" y="1174"/>
                  </a:cxn>
                  <a:cxn ang="0">
                    <a:pos x="398" y="1250"/>
                  </a:cxn>
                  <a:cxn ang="0">
                    <a:pos x="474" y="1174"/>
                  </a:cxn>
                  <a:cxn ang="0">
                    <a:pos x="474" y="650"/>
                  </a:cxn>
                  <a:cxn ang="0">
                    <a:pos x="482" y="650"/>
                  </a:cxn>
                  <a:cxn ang="0">
                    <a:pos x="491" y="650"/>
                  </a:cxn>
                  <a:cxn ang="0">
                    <a:pos x="491" y="1174"/>
                  </a:cxn>
                  <a:cxn ang="0">
                    <a:pos x="566" y="1250"/>
                  </a:cxn>
                  <a:cxn ang="0">
                    <a:pos x="654" y="1174"/>
                  </a:cxn>
                  <a:cxn ang="0">
                    <a:pos x="653" y="564"/>
                  </a:cxn>
                  <a:cxn ang="0">
                    <a:pos x="652" y="500"/>
                  </a:cxn>
                  <a:cxn ang="0">
                    <a:pos x="652" y="311"/>
                  </a:cxn>
                  <a:cxn ang="0">
                    <a:pos x="709" y="371"/>
                  </a:cxn>
                  <a:cxn ang="0">
                    <a:pos x="901" y="389"/>
                  </a:cxn>
                  <a:cxn ang="0">
                    <a:pos x="901" y="389"/>
                  </a:cxn>
                  <a:cxn ang="0">
                    <a:pos x="965" y="325"/>
                  </a:cxn>
                  <a:cxn ang="0">
                    <a:pos x="901" y="261"/>
                  </a:cxn>
                </a:cxnLst>
                <a:rect l="0" t="0" r="r" b="b"/>
                <a:pathLst>
                  <a:path w="965" h="1250">
                    <a:moveTo>
                      <a:pt x="901" y="261"/>
                    </a:moveTo>
                    <a:cubicBezTo>
                      <a:pt x="854" y="261"/>
                      <a:pt x="795" y="259"/>
                      <a:pt x="769" y="256"/>
                    </a:cubicBezTo>
                    <a:cubicBezTo>
                      <a:pt x="761" y="245"/>
                      <a:pt x="749" y="227"/>
                      <a:pt x="740" y="213"/>
                    </a:cubicBezTo>
                    <a:cubicBezTo>
                      <a:pt x="706" y="162"/>
                      <a:pt x="667" y="103"/>
                      <a:pt x="623" y="62"/>
                    </a:cubicBezTo>
                    <a:cubicBezTo>
                      <a:pt x="591" y="31"/>
                      <a:pt x="562" y="10"/>
                      <a:pt x="524" y="0"/>
                    </a:cubicBezTo>
                    <a:cubicBezTo>
                      <a:pt x="524" y="0"/>
                      <a:pt x="524" y="0"/>
                      <a:pt x="524" y="0"/>
                    </a:cubicBezTo>
                    <a:cubicBezTo>
                      <a:pt x="484" y="41"/>
                      <a:pt x="484" y="41"/>
                      <a:pt x="484" y="41"/>
                    </a:cubicBezTo>
                    <a:cubicBezTo>
                      <a:pt x="482" y="40"/>
                      <a:pt x="482" y="40"/>
                      <a:pt x="482" y="40"/>
                    </a:cubicBezTo>
                    <a:cubicBezTo>
                      <a:pt x="524" y="312"/>
                      <a:pt x="524" y="312"/>
                      <a:pt x="524" y="312"/>
                    </a:cubicBezTo>
                    <a:cubicBezTo>
                      <a:pt x="484" y="366"/>
                      <a:pt x="484" y="366"/>
                      <a:pt x="484" y="366"/>
                    </a:cubicBezTo>
                    <a:cubicBezTo>
                      <a:pt x="484" y="366"/>
                      <a:pt x="484" y="366"/>
                      <a:pt x="484" y="366"/>
                    </a:cubicBezTo>
                    <a:cubicBezTo>
                      <a:pt x="482" y="365"/>
                      <a:pt x="482" y="365"/>
                      <a:pt x="482" y="365"/>
                    </a:cubicBezTo>
                    <a:cubicBezTo>
                      <a:pt x="481" y="366"/>
                      <a:pt x="481" y="366"/>
                      <a:pt x="481" y="366"/>
                    </a:cubicBezTo>
                    <a:cubicBezTo>
                      <a:pt x="481" y="366"/>
                      <a:pt x="481" y="366"/>
                      <a:pt x="481" y="366"/>
                    </a:cubicBezTo>
                    <a:cubicBezTo>
                      <a:pt x="441" y="312"/>
                      <a:pt x="441" y="312"/>
                      <a:pt x="441" y="312"/>
                    </a:cubicBezTo>
                    <a:cubicBezTo>
                      <a:pt x="482" y="40"/>
                      <a:pt x="482" y="40"/>
                      <a:pt x="482" y="40"/>
                    </a:cubicBezTo>
                    <a:cubicBezTo>
                      <a:pt x="481" y="41"/>
                      <a:pt x="481" y="41"/>
                      <a:pt x="481" y="41"/>
                    </a:cubicBezTo>
                    <a:cubicBezTo>
                      <a:pt x="441" y="0"/>
                      <a:pt x="441" y="0"/>
                      <a:pt x="441" y="0"/>
                    </a:cubicBezTo>
                    <a:cubicBezTo>
                      <a:pt x="441" y="0"/>
                      <a:pt x="441" y="0"/>
                      <a:pt x="441" y="0"/>
                    </a:cubicBezTo>
                    <a:cubicBezTo>
                      <a:pt x="403" y="10"/>
                      <a:pt x="374" y="31"/>
                      <a:pt x="342" y="62"/>
                    </a:cubicBezTo>
                    <a:cubicBezTo>
                      <a:pt x="298" y="103"/>
                      <a:pt x="259" y="162"/>
                      <a:pt x="225" y="213"/>
                    </a:cubicBezTo>
                    <a:cubicBezTo>
                      <a:pt x="216" y="227"/>
                      <a:pt x="204" y="245"/>
                      <a:pt x="196" y="256"/>
                    </a:cubicBezTo>
                    <a:cubicBezTo>
                      <a:pt x="170" y="259"/>
                      <a:pt x="111" y="261"/>
                      <a:pt x="64" y="261"/>
                    </a:cubicBezTo>
                    <a:cubicBezTo>
                      <a:pt x="29" y="261"/>
                      <a:pt x="0" y="290"/>
                      <a:pt x="0" y="325"/>
                    </a:cubicBezTo>
                    <a:cubicBezTo>
                      <a:pt x="0" y="360"/>
                      <a:pt x="29" y="389"/>
                      <a:pt x="64" y="389"/>
                    </a:cubicBezTo>
                    <a:cubicBezTo>
                      <a:pt x="64" y="389"/>
                      <a:pt x="64" y="389"/>
                      <a:pt x="64" y="389"/>
                    </a:cubicBezTo>
                    <a:cubicBezTo>
                      <a:pt x="219" y="389"/>
                      <a:pt x="246" y="376"/>
                      <a:pt x="256" y="371"/>
                    </a:cubicBezTo>
                    <a:cubicBezTo>
                      <a:pt x="276" y="362"/>
                      <a:pt x="290" y="344"/>
                      <a:pt x="313" y="311"/>
                    </a:cubicBezTo>
                    <a:cubicBezTo>
                      <a:pt x="313" y="500"/>
                      <a:pt x="313" y="500"/>
                      <a:pt x="313" y="500"/>
                    </a:cubicBezTo>
                    <a:cubicBezTo>
                      <a:pt x="313" y="528"/>
                      <a:pt x="309" y="560"/>
                      <a:pt x="312" y="564"/>
                    </a:cubicBezTo>
                    <a:cubicBezTo>
                      <a:pt x="311" y="567"/>
                      <a:pt x="311" y="1174"/>
                      <a:pt x="311" y="1174"/>
                    </a:cubicBezTo>
                    <a:cubicBezTo>
                      <a:pt x="311" y="1216"/>
                      <a:pt x="357" y="1250"/>
                      <a:pt x="398" y="1250"/>
                    </a:cubicBezTo>
                    <a:cubicBezTo>
                      <a:pt x="440" y="1250"/>
                      <a:pt x="474" y="1216"/>
                      <a:pt x="474" y="1174"/>
                    </a:cubicBezTo>
                    <a:cubicBezTo>
                      <a:pt x="474" y="650"/>
                      <a:pt x="474" y="650"/>
                      <a:pt x="474" y="650"/>
                    </a:cubicBezTo>
                    <a:cubicBezTo>
                      <a:pt x="482" y="650"/>
                      <a:pt x="482" y="650"/>
                      <a:pt x="482" y="650"/>
                    </a:cubicBezTo>
                    <a:cubicBezTo>
                      <a:pt x="491" y="650"/>
                      <a:pt x="491" y="650"/>
                      <a:pt x="491" y="650"/>
                    </a:cubicBezTo>
                    <a:cubicBezTo>
                      <a:pt x="491" y="1174"/>
                      <a:pt x="491" y="1174"/>
                      <a:pt x="491" y="1174"/>
                    </a:cubicBezTo>
                    <a:cubicBezTo>
                      <a:pt x="491" y="1216"/>
                      <a:pt x="525" y="1250"/>
                      <a:pt x="566" y="1250"/>
                    </a:cubicBezTo>
                    <a:cubicBezTo>
                      <a:pt x="608" y="1250"/>
                      <a:pt x="654" y="1216"/>
                      <a:pt x="654" y="1174"/>
                    </a:cubicBezTo>
                    <a:cubicBezTo>
                      <a:pt x="654" y="1174"/>
                      <a:pt x="654" y="567"/>
                      <a:pt x="653" y="564"/>
                    </a:cubicBezTo>
                    <a:cubicBezTo>
                      <a:pt x="656" y="560"/>
                      <a:pt x="652" y="528"/>
                      <a:pt x="652" y="500"/>
                    </a:cubicBezTo>
                    <a:cubicBezTo>
                      <a:pt x="652" y="311"/>
                      <a:pt x="652" y="311"/>
                      <a:pt x="652" y="311"/>
                    </a:cubicBezTo>
                    <a:cubicBezTo>
                      <a:pt x="675" y="344"/>
                      <a:pt x="689" y="362"/>
                      <a:pt x="709" y="371"/>
                    </a:cubicBezTo>
                    <a:cubicBezTo>
                      <a:pt x="719" y="376"/>
                      <a:pt x="746" y="389"/>
                      <a:pt x="901" y="389"/>
                    </a:cubicBezTo>
                    <a:cubicBezTo>
                      <a:pt x="901" y="389"/>
                      <a:pt x="901" y="389"/>
                      <a:pt x="901" y="389"/>
                    </a:cubicBezTo>
                    <a:cubicBezTo>
                      <a:pt x="936" y="389"/>
                      <a:pt x="965" y="360"/>
                      <a:pt x="965" y="325"/>
                    </a:cubicBezTo>
                    <a:cubicBezTo>
                      <a:pt x="965" y="290"/>
                      <a:pt x="936" y="261"/>
                      <a:pt x="901" y="26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8" name="Straight Connector 11"/>
            <p:cNvSpPr>
              <a:spLocks/>
            </p:cNvSpPr>
            <p:nvPr/>
          </p:nvSpPr>
          <p:spPr bwMode="auto">
            <a:xfrm>
              <a:off x="2888253" y="2322154"/>
              <a:ext cx="1575" cy="1575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" name="Straight Connector 12"/>
            <p:cNvSpPr>
              <a:spLocks/>
            </p:cNvSpPr>
            <p:nvPr/>
          </p:nvSpPr>
          <p:spPr bwMode="auto">
            <a:xfrm>
              <a:off x="2888253" y="2322154"/>
              <a:ext cx="1575" cy="1575"/>
            </a:xfrm>
            <a:prstGeom prst="lin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grpSp>
          <p:nvGrpSpPr>
            <p:cNvPr id="10" name="Group 13"/>
            <p:cNvGrpSpPr/>
            <p:nvPr/>
          </p:nvGrpSpPr>
          <p:grpSpPr>
            <a:xfrm>
              <a:off x="569468" y="1492771"/>
              <a:ext cx="989155" cy="745043"/>
              <a:chOff x="550863" y="1190626"/>
              <a:chExt cx="3840163" cy="2892424"/>
            </a:xfrm>
            <a:solidFill>
              <a:schemeClr val="accent1"/>
            </a:solidFill>
          </p:grpSpPr>
          <p:sp>
            <p:nvSpPr>
              <p:cNvPr id="50" name="Freeform: Shape 14"/>
              <p:cNvSpPr>
                <a:spLocks/>
              </p:cNvSpPr>
              <p:nvPr/>
            </p:nvSpPr>
            <p:spPr bwMode="auto">
              <a:xfrm>
                <a:off x="2425701" y="2978150"/>
                <a:ext cx="149225" cy="239712"/>
              </a:xfrm>
              <a:custGeom>
                <a:avLst/>
                <a:gdLst/>
                <a:ahLst/>
                <a:cxnLst>
                  <a:cxn ang="0">
                    <a:pos x="65" y="30"/>
                  </a:cxn>
                  <a:cxn ang="0">
                    <a:pos x="46" y="17"/>
                  </a:cxn>
                  <a:cxn ang="0">
                    <a:pos x="0" y="0"/>
                  </a:cxn>
                  <a:cxn ang="0">
                    <a:pos x="0" y="122"/>
                  </a:cxn>
                  <a:cxn ang="0">
                    <a:pos x="69" y="86"/>
                  </a:cxn>
                  <a:cxn ang="0">
                    <a:pos x="74" y="48"/>
                  </a:cxn>
                  <a:cxn ang="0">
                    <a:pos x="65" y="30"/>
                  </a:cxn>
                  <a:cxn ang="0">
                    <a:pos x="65" y="30"/>
                  </a:cxn>
                  <a:cxn ang="0">
                    <a:pos x="65" y="30"/>
                  </a:cxn>
                </a:cxnLst>
                <a:rect l="0" t="0" r="r" b="b"/>
                <a:pathLst>
                  <a:path w="76" h="122">
                    <a:moveTo>
                      <a:pt x="65" y="30"/>
                    </a:moveTo>
                    <a:cubicBezTo>
                      <a:pt x="59" y="24"/>
                      <a:pt x="53" y="20"/>
                      <a:pt x="46" y="17"/>
                    </a:cubicBezTo>
                    <a:cubicBezTo>
                      <a:pt x="32" y="9"/>
                      <a:pt x="16" y="4"/>
                      <a:pt x="0" y="0"/>
                    </a:cubicBezTo>
                    <a:cubicBezTo>
                      <a:pt x="0" y="122"/>
                      <a:pt x="0" y="122"/>
                      <a:pt x="0" y="122"/>
                    </a:cubicBezTo>
                    <a:cubicBezTo>
                      <a:pt x="26" y="119"/>
                      <a:pt x="55" y="110"/>
                      <a:pt x="69" y="86"/>
                    </a:cubicBezTo>
                    <a:cubicBezTo>
                      <a:pt x="75" y="75"/>
                      <a:pt x="76" y="61"/>
                      <a:pt x="74" y="48"/>
                    </a:cubicBezTo>
                    <a:cubicBezTo>
                      <a:pt x="72" y="41"/>
                      <a:pt x="69" y="35"/>
                      <a:pt x="65" y="30"/>
                    </a:cubicBezTo>
                    <a:close/>
                    <a:moveTo>
                      <a:pt x="65" y="30"/>
                    </a:moveTo>
                    <a:cubicBezTo>
                      <a:pt x="65" y="30"/>
                      <a:pt x="65" y="30"/>
                      <a:pt x="65" y="3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Freeform: Shape 15"/>
              <p:cNvSpPr>
                <a:spLocks/>
              </p:cNvSpPr>
              <p:nvPr/>
            </p:nvSpPr>
            <p:spPr bwMode="auto">
              <a:xfrm>
                <a:off x="2559051" y="3148013"/>
                <a:ext cx="1588" cy="15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Freeform: Shape 16"/>
              <p:cNvSpPr>
                <a:spLocks/>
              </p:cNvSpPr>
              <p:nvPr/>
            </p:nvSpPr>
            <p:spPr bwMode="auto">
              <a:xfrm>
                <a:off x="2174876" y="2597150"/>
                <a:ext cx="120650" cy="214312"/>
              </a:xfrm>
              <a:custGeom>
                <a:avLst/>
                <a:gdLst/>
                <a:ahLst/>
                <a:cxnLst>
                  <a:cxn ang="0">
                    <a:pos x="9" y="30"/>
                  </a:cxn>
                  <a:cxn ang="0">
                    <a:pos x="1" y="52"/>
                  </a:cxn>
                  <a:cxn ang="0">
                    <a:pos x="4" y="75"/>
                  </a:cxn>
                  <a:cxn ang="0">
                    <a:pos x="18" y="92"/>
                  </a:cxn>
                  <a:cxn ang="0">
                    <a:pos x="40" y="103"/>
                  </a:cxn>
                  <a:cxn ang="0">
                    <a:pos x="61" y="110"/>
                  </a:cxn>
                  <a:cxn ang="0">
                    <a:pos x="61" y="0"/>
                  </a:cxn>
                  <a:cxn ang="0">
                    <a:pos x="9" y="30"/>
                  </a:cxn>
                  <a:cxn ang="0">
                    <a:pos x="9" y="30"/>
                  </a:cxn>
                  <a:cxn ang="0">
                    <a:pos x="9" y="30"/>
                  </a:cxn>
                </a:cxnLst>
                <a:rect l="0" t="0" r="r" b="b"/>
                <a:pathLst>
                  <a:path w="61" h="110">
                    <a:moveTo>
                      <a:pt x="9" y="30"/>
                    </a:moveTo>
                    <a:cubicBezTo>
                      <a:pt x="4" y="37"/>
                      <a:pt x="2" y="44"/>
                      <a:pt x="1" y="52"/>
                    </a:cubicBezTo>
                    <a:cubicBezTo>
                      <a:pt x="0" y="59"/>
                      <a:pt x="1" y="68"/>
                      <a:pt x="4" y="75"/>
                    </a:cubicBezTo>
                    <a:cubicBezTo>
                      <a:pt x="6" y="82"/>
                      <a:pt x="12" y="87"/>
                      <a:pt x="18" y="92"/>
                    </a:cubicBezTo>
                    <a:cubicBezTo>
                      <a:pt x="25" y="96"/>
                      <a:pt x="33" y="100"/>
                      <a:pt x="40" y="103"/>
                    </a:cubicBezTo>
                    <a:cubicBezTo>
                      <a:pt x="47" y="105"/>
                      <a:pt x="54" y="108"/>
                      <a:pt x="61" y="11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42" y="4"/>
                      <a:pt x="21" y="13"/>
                      <a:pt x="9" y="30"/>
                    </a:cubicBezTo>
                    <a:close/>
                    <a:moveTo>
                      <a:pt x="9" y="30"/>
                    </a:moveTo>
                    <a:cubicBezTo>
                      <a:pt x="9" y="30"/>
                      <a:pt x="9" y="30"/>
                      <a:pt x="9" y="3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Freeform: Shape 17"/>
              <p:cNvSpPr>
                <a:spLocks/>
              </p:cNvSpPr>
              <p:nvPr/>
            </p:nvSpPr>
            <p:spPr bwMode="auto">
              <a:xfrm>
                <a:off x="2560638" y="3144838"/>
                <a:ext cx="1588" cy="31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Freeform: Shape 18"/>
              <p:cNvSpPr>
                <a:spLocks/>
              </p:cNvSpPr>
              <p:nvPr/>
            </p:nvSpPr>
            <p:spPr bwMode="auto">
              <a:xfrm>
                <a:off x="550863" y="1190626"/>
                <a:ext cx="3840163" cy="2892424"/>
              </a:xfrm>
              <a:custGeom>
                <a:avLst/>
                <a:gdLst/>
                <a:ahLst/>
                <a:cxnLst>
                  <a:cxn ang="0">
                    <a:pos x="1000" y="335"/>
                  </a:cxn>
                  <a:cxn ang="0">
                    <a:pos x="1130" y="44"/>
                  </a:cxn>
                  <a:cxn ang="0">
                    <a:pos x="892" y="91"/>
                  </a:cxn>
                  <a:cxn ang="0">
                    <a:pos x="664" y="57"/>
                  </a:cxn>
                  <a:cxn ang="0">
                    <a:pos x="807" y="343"/>
                  </a:cxn>
                  <a:cxn ang="0">
                    <a:pos x="822" y="1394"/>
                  </a:cxn>
                  <a:cxn ang="0">
                    <a:pos x="1000" y="335"/>
                  </a:cxn>
                  <a:cxn ang="0">
                    <a:pos x="1098" y="988"/>
                  </a:cxn>
                  <a:cxn ang="0">
                    <a:pos x="1052" y="1069"/>
                  </a:cxn>
                  <a:cxn ang="0">
                    <a:pos x="957" y="1102"/>
                  </a:cxn>
                  <a:cxn ang="0">
                    <a:pos x="957" y="1138"/>
                  </a:cxn>
                  <a:cxn ang="0">
                    <a:pos x="946" y="1163"/>
                  </a:cxn>
                  <a:cxn ang="0">
                    <a:pos x="910" y="1168"/>
                  </a:cxn>
                  <a:cxn ang="0">
                    <a:pos x="890" y="1138"/>
                  </a:cxn>
                  <a:cxn ang="0">
                    <a:pos x="890" y="1099"/>
                  </a:cxn>
                  <a:cxn ang="0">
                    <a:pos x="873" y="1095"/>
                  </a:cxn>
                  <a:cxn ang="0">
                    <a:pos x="792" y="1045"/>
                  </a:cxn>
                  <a:cxn ang="0">
                    <a:pos x="766" y="1003"/>
                  </a:cxn>
                  <a:cxn ang="0">
                    <a:pos x="762" y="991"/>
                  </a:cxn>
                  <a:cxn ang="0">
                    <a:pos x="759" y="979"/>
                  </a:cxn>
                  <a:cxn ang="0">
                    <a:pos x="763" y="961"/>
                  </a:cxn>
                  <a:cxn ang="0">
                    <a:pos x="796" y="943"/>
                  </a:cxn>
                  <a:cxn ang="0">
                    <a:pos x="825" y="966"/>
                  </a:cxn>
                  <a:cxn ang="0">
                    <a:pos x="828" y="977"/>
                  </a:cxn>
                  <a:cxn ang="0">
                    <a:pos x="833" y="988"/>
                  </a:cxn>
                  <a:cxn ang="0">
                    <a:pos x="848" y="1007"/>
                  </a:cxn>
                  <a:cxn ang="0">
                    <a:pos x="890" y="1030"/>
                  </a:cxn>
                  <a:cxn ang="0">
                    <a:pos x="890" y="898"/>
                  </a:cxn>
                  <a:cxn ang="0">
                    <a:pos x="803" y="860"/>
                  </a:cxn>
                  <a:cxn ang="0">
                    <a:pos x="773" y="824"/>
                  </a:cxn>
                  <a:cxn ang="0">
                    <a:pos x="763" y="776"/>
                  </a:cxn>
                  <a:cxn ang="0">
                    <a:pos x="773" y="728"/>
                  </a:cxn>
                  <a:cxn ang="0">
                    <a:pos x="800" y="690"/>
                  </a:cxn>
                  <a:cxn ang="0">
                    <a:pos x="890" y="650"/>
                  </a:cxn>
                  <a:cxn ang="0">
                    <a:pos x="890" y="613"/>
                  </a:cxn>
                  <a:cxn ang="0">
                    <a:pos x="902" y="588"/>
                  </a:cxn>
                  <a:cxn ang="0">
                    <a:pos x="938" y="583"/>
                  </a:cxn>
                  <a:cxn ang="0">
                    <a:pos x="957" y="613"/>
                  </a:cxn>
                  <a:cxn ang="0">
                    <a:pos x="957" y="650"/>
                  </a:cxn>
                  <a:cxn ang="0">
                    <a:pos x="970" y="652"/>
                  </a:cxn>
                  <a:cxn ang="0">
                    <a:pos x="1058" y="694"/>
                  </a:cxn>
                  <a:cxn ang="0">
                    <a:pos x="1085" y="733"/>
                  </a:cxn>
                  <a:cxn ang="0">
                    <a:pos x="1089" y="745"/>
                  </a:cxn>
                  <a:cxn ang="0">
                    <a:pos x="1092" y="757"/>
                  </a:cxn>
                  <a:cxn ang="0">
                    <a:pos x="1090" y="776"/>
                  </a:cxn>
                  <a:cxn ang="0">
                    <a:pos x="1058" y="795"/>
                  </a:cxn>
                  <a:cxn ang="0">
                    <a:pos x="1028" y="774"/>
                  </a:cxn>
                  <a:cxn ang="0">
                    <a:pos x="1025" y="763"/>
                  </a:cxn>
                  <a:cxn ang="0">
                    <a:pos x="1019" y="752"/>
                  </a:cxn>
                  <a:cxn ang="0">
                    <a:pos x="1003" y="736"/>
                  </a:cxn>
                  <a:cxn ang="0">
                    <a:pos x="957" y="718"/>
                  </a:cxn>
                  <a:cxn ang="0">
                    <a:pos x="957" y="844"/>
                  </a:cxn>
                  <a:cxn ang="0">
                    <a:pos x="1015" y="861"/>
                  </a:cxn>
                  <a:cxn ang="0">
                    <a:pos x="1084" y="916"/>
                  </a:cxn>
                  <a:cxn ang="0">
                    <a:pos x="1084" y="916"/>
                  </a:cxn>
                  <a:cxn ang="0">
                    <a:pos x="1084" y="916"/>
                  </a:cxn>
                  <a:cxn ang="0">
                    <a:pos x="1098" y="988"/>
                  </a:cxn>
                  <a:cxn ang="0">
                    <a:pos x="1098" y="988"/>
                  </a:cxn>
                  <a:cxn ang="0">
                    <a:pos x="1098" y="988"/>
                  </a:cxn>
                </a:cxnLst>
                <a:rect l="0" t="0" r="r" b="b"/>
                <a:pathLst>
                  <a:path w="1960" h="1477">
                    <a:moveTo>
                      <a:pt x="1000" y="335"/>
                    </a:moveTo>
                    <a:cubicBezTo>
                      <a:pt x="1104" y="248"/>
                      <a:pt x="1173" y="53"/>
                      <a:pt x="1130" y="44"/>
                    </a:cubicBezTo>
                    <a:cubicBezTo>
                      <a:pt x="1074" y="33"/>
                      <a:pt x="951" y="83"/>
                      <a:pt x="892" y="91"/>
                    </a:cubicBezTo>
                    <a:cubicBezTo>
                      <a:pt x="808" y="102"/>
                      <a:pt x="716" y="0"/>
                      <a:pt x="664" y="57"/>
                    </a:cubicBezTo>
                    <a:cubicBezTo>
                      <a:pt x="623" y="103"/>
                      <a:pt x="694" y="270"/>
                      <a:pt x="807" y="343"/>
                    </a:cubicBezTo>
                    <a:cubicBezTo>
                      <a:pt x="472" y="507"/>
                      <a:pt x="0" y="1334"/>
                      <a:pt x="822" y="1394"/>
                    </a:cubicBezTo>
                    <a:cubicBezTo>
                      <a:pt x="1960" y="1477"/>
                      <a:pt x="1390" y="496"/>
                      <a:pt x="1000" y="335"/>
                    </a:cubicBezTo>
                    <a:close/>
                    <a:moveTo>
                      <a:pt x="1098" y="988"/>
                    </a:moveTo>
                    <a:cubicBezTo>
                      <a:pt x="1094" y="1020"/>
                      <a:pt x="1077" y="1049"/>
                      <a:pt x="1052" y="1069"/>
                    </a:cubicBezTo>
                    <a:cubicBezTo>
                      <a:pt x="1025" y="1090"/>
                      <a:pt x="991" y="1099"/>
                      <a:pt x="957" y="1102"/>
                    </a:cubicBezTo>
                    <a:cubicBezTo>
                      <a:pt x="957" y="1138"/>
                      <a:pt x="957" y="1138"/>
                      <a:pt x="957" y="1138"/>
                    </a:cubicBezTo>
                    <a:cubicBezTo>
                      <a:pt x="957" y="1147"/>
                      <a:pt x="953" y="1156"/>
                      <a:pt x="946" y="1163"/>
                    </a:cubicBezTo>
                    <a:cubicBezTo>
                      <a:pt x="936" y="1171"/>
                      <a:pt x="922" y="1174"/>
                      <a:pt x="910" y="1168"/>
                    </a:cubicBezTo>
                    <a:cubicBezTo>
                      <a:pt x="898" y="1163"/>
                      <a:pt x="890" y="1151"/>
                      <a:pt x="890" y="1138"/>
                    </a:cubicBezTo>
                    <a:cubicBezTo>
                      <a:pt x="890" y="1099"/>
                      <a:pt x="890" y="1099"/>
                      <a:pt x="890" y="1099"/>
                    </a:cubicBezTo>
                    <a:cubicBezTo>
                      <a:pt x="885" y="1098"/>
                      <a:pt x="879" y="1096"/>
                      <a:pt x="873" y="1095"/>
                    </a:cubicBezTo>
                    <a:cubicBezTo>
                      <a:pt x="842" y="1086"/>
                      <a:pt x="813" y="1069"/>
                      <a:pt x="792" y="1045"/>
                    </a:cubicBezTo>
                    <a:cubicBezTo>
                      <a:pt x="781" y="1032"/>
                      <a:pt x="772" y="1018"/>
                      <a:pt x="766" y="1003"/>
                    </a:cubicBezTo>
                    <a:cubicBezTo>
                      <a:pt x="765" y="999"/>
                      <a:pt x="763" y="995"/>
                      <a:pt x="762" y="991"/>
                    </a:cubicBezTo>
                    <a:cubicBezTo>
                      <a:pt x="761" y="987"/>
                      <a:pt x="760" y="983"/>
                      <a:pt x="759" y="979"/>
                    </a:cubicBezTo>
                    <a:cubicBezTo>
                      <a:pt x="759" y="973"/>
                      <a:pt x="760" y="966"/>
                      <a:pt x="763" y="961"/>
                    </a:cubicBezTo>
                    <a:cubicBezTo>
                      <a:pt x="769" y="949"/>
                      <a:pt x="782" y="942"/>
                      <a:pt x="796" y="943"/>
                    </a:cubicBezTo>
                    <a:cubicBezTo>
                      <a:pt x="809" y="944"/>
                      <a:pt x="820" y="953"/>
                      <a:pt x="825" y="966"/>
                    </a:cubicBezTo>
                    <a:cubicBezTo>
                      <a:pt x="826" y="969"/>
                      <a:pt x="827" y="973"/>
                      <a:pt x="828" y="977"/>
                    </a:cubicBezTo>
                    <a:cubicBezTo>
                      <a:pt x="830" y="981"/>
                      <a:pt x="831" y="985"/>
                      <a:pt x="833" y="988"/>
                    </a:cubicBezTo>
                    <a:cubicBezTo>
                      <a:pt x="837" y="995"/>
                      <a:pt x="842" y="1001"/>
                      <a:pt x="848" y="1007"/>
                    </a:cubicBezTo>
                    <a:cubicBezTo>
                      <a:pt x="860" y="1018"/>
                      <a:pt x="875" y="1026"/>
                      <a:pt x="890" y="1030"/>
                    </a:cubicBezTo>
                    <a:cubicBezTo>
                      <a:pt x="890" y="898"/>
                      <a:pt x="890" y="898"/>
                      <a:pt x="890" y="898"/>
                    </a:cubicBezTo>
                    <a:cubicBezTo>
                      <a:pt x="860" y="890"/>
                      <a:pt x="828" y="880"/>
                      <a:pt x="803" y="860"/>
                    </a:cubicBezTo>
                    <a:cubicBezTo>
                      <a:pt x="790" y="850"/>
                      <a:pt x="780" y="838"/>
                      <a:pt x="773" y="824"/>
                    </a:cubicBezTo>
                    <a:cubicBezTo>
                      <a:pt x="766" y="809"/>
                      <a:pt x="763" y="793"/>
                      <a:pt x="763" y="776"/>
                    </a:cubicBezTo>
                    <a:cubicBezTo>
                      <a:pt x="763" y="760"/>
                      <a:pt x="766" y="743"/>
                      <a:pt x="773" y="728"/>
                    </a:cubicBezTo>
                    <a:cubicBezTo>
                      <a:pt x="779" y="714"/>
                      <a:pt x="789" y="701"/>
                      <a:pt x="800" y="690"/>
                    </a:cubicBezTo>
                    <a:cubicBezTo>
                      <a:pt x="825" y="668"/>
                      <a:pt x="858" y="655"/>
                      <a:pt x="890" y="650"/>
                    </a:cubicBezTo>
                    <a:cubicBezTo>
                      <a:pt x="890" y="613"/>
                      <a:pt x="890" y="613"/>
                      <a:pt x="890" y="613"/>
                    </a:cubicBezTo>
                    <a:cubicBezTo>
                      <a:pt x="890" y="604"/>
                      <a:pt x="895" y="595"/>
                      <a:pt x="902" y="588"/>
                    </a:cubicBezTo>
                    <a:cubicBezTo>
                      <a:pt x="912" y="580"/>
                      <a:pt x="926" y="577"/>
                      <a:pt x="938" y="583"/>
                    </a:cubicBezTo>
                    <a:cubicBezTo>
                      <a:pt x="950" y="588"/>
                      <a:pt x="957" y="600"/>
                      <a:pt x="957" y="613"/>
                    </a:cubicBezTo>
                    <a:cubicBezTo>
                      <a:pt x="957" y="650"/>
                      <a:pt x="957" y="650"/>
                      <a:pt x="957" y="650"/>
                    </a:cubicBezTo>
                    <a:cubicBezTo>
                      <a:pt x="962" y="651"/>
                      <a:pt x="966" y="651"/>
                      <a:pt x="970" y="652"/>
                    </a:cubicBezTo>
                    <a:cubicBezTo>
                      <a:pt x="1003" y="658"/>
                      <a:pt x="1034" y="671"/>
                      <a:pt x="1058" y="694"/>
                    </a:cubicBezTo>
                    <a:cubicBezTo>
                      <a:pt x="1069" y="705"/>
                      <a:pt x="1078" y="719"/>
                      <a:pt x="1085" y="733"/>
                    </a:cubicBezTo>
                    <a:cubicBezTo>
                      <a:pt x="1086" y="737"/>
                      <a:pt x="1088" y="741"/>
                      <a:pt x="1089" y="745"/>
                    </a:cubicBezTo>
                    <a:cubicBezTo>
                      <a:pt x="1091" y="749"/>
                      <a:pt x="1092" y="753"/>
                      <a:pt x="1092" y="757"/>
                    </a:cubicBezTo>
                    <a:cubicBezTo>
                      <a:pt x="1093" y="763"/>
                      <a:pt x="1092" y="770"/>
                      <a:pt x="1090" y="776"/>
                    </a:cubicBezTo>
                    <a:cubicBezTo>
                      <a:pt x="1084" y="788"/>
                      <a:pt x="1071" y="796"/>
                      <a:pt x="1058" y="795"/>
                    </a:cubicBezTo>
                    <a:cubicBezTo>
                      <a:pt x="1045" y="795"/>
                      <a:pt x="1033" y="786"/>
                      <a:pt x="1028" y="774"/>
                    </a:cubicBezTo>
                    <a:cubicBezTo>
                      <a:pt x="1027" y="770"/>
                      <a:pt x="1026" y="766"/>
                      <a:pt x="1025" y="763"/>
                    </a:cubicBezTo>
                    <a:cubicBezTo>
                      <a:pt x="1023" y="759"/>
                      <a:pt x="1021" y="756"/>
                      <a:pt x="1019" y="752"/>
                    </a:cubicBezTo>
                    <a:cubicBezTo>
                      <a:pt x="1015" y="746"/>
                      <a:pt x="1010" y="740"/>
                      <a:pt x="1003" y="736"/>
                    </a:cubicBezTo>
                    <a:cubicBezTo>
                      <a:pt x="990" y="726"/>
                      <a:pt x="974" y="721"/>
                      <a:pt x="957" y="718"/>
                    </a:cubicBezTo>
                    <a:cubicBezTo>
                      <a:pt x="957" y="844"/>
                      <a:pt x="957" y="844"/>
                      <a:pt x="957" y="844"/>
                    </a:cubicBezTo>
                    <a:cubicBezTo>
                      <a:pt x="977" y="849"/>
                      <a:pt x="996" y="854"/>
                      <a:pt x="1015" y="861"/>
                    </a:cubicBezTo>
                    <a:cubicBezTo>
                      <a:pt x="1043" y="872"/>
                      <a:pt x="1069" y="889"/>
                      <a:pt x="1084" y="916"/>
                    </a:cubicBezTo>
                    <a:cubicBezTo>
                      <a:pt x="1082" y="912"/>
                      <a:pt x="1080" y="908"/>
                      <a:pt x="1084" y="916"/>
                    </a:cubicBezTo>
                    <a:cubicBezTo>
                      <a:pt x="1089" y="924"/>
                      <a:pt x="1087" y="920"/>
                      <a:pt x="1084" y="916"/>
                    </a:cubicBezTo>
                    <a:cubicBezTo>
                      <a:pt x="1097" y="938"/>
                      <a:pt x="1101" y="963"/>
                      <a:pt x="1098" y="988"/>
                    </a:cubicBezTo>
                    <a:close/>
                    <a:moveTo>
                      <a:pt x="1098" y="988"/>
                    </a:moveTo>
                    <a:cubicBezTo>
                      <a:pt x="1098" y="988"/>
                      <a:pt x="1098" y="988"/>
                      <a:pt x="1098" y="98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Freeform: Shape 19"/>
              <p:cNvSpPr>
                <a:spLocks/>
              </p:cNvSpPr>
              <p:nvPr/>
            </p:nvSpPr>
            <p:spPr bwMode="auto">
              <a:xfrm>
                <a:off x="2559051" y="3149600"/>
                <a:ext cx="1588" cy="15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sp>
        <p:nvSpPr>
          <p:cNvPr id="11" name="TextBox 20"/>
          <p:cNvSpPr txBox="1"/>
          <p:nvPr/>
        </p:nvSpPr>
        <p:spPr>
          <a:xfrm>
            <a:off x="6029320" y="1254313"/>
            <a:ext cx="770643" cy="461665"/>
          </a:xfrm>
          <a:prstGeom prst="rect">
            <a:avLst/>
          </a:prstGeom>
          <a:noFill/>
        </p:spPr>
        <p:txBody>
          <a:bodyPr wrap="none" lIns="0" tIns="0" rIns="0" bIns="0">
            <a:normAutofit fontScale="85000" lnSpcReduction="20000"/>
          </a:bodyPr>
          <a:lstStyle/>
          <a:p>
            <a:pPr algn="ctr"/>
            <a:r>
              <a:rPr lang="en-US" sz="4000" b="1">
                <a:solidFill>
                  <a:schemeClr val="bg1"/>
                </a:solidFill>
                <a:cs typeface="+mn-ea"/>
                <a:sym typeface="+mn-lt"/>
              </a:rPr>
              <a:t>35%</a:t>
            </a:r>
          </a:p>
        </p:txBody>
      </p:sp>
      <p:sp>
        <p:nvSpPr>
          <p:cNvPr id="12" name="TextBox 21"/>
          <p:cNvSpPr txBox="1"/>
          <p:nvPr/>
        </p:nvSpPr>
        <p:spPr>
          <a:xfrm>
            <a:off x="6007570" y="2394697"/>
            <a:ext cx="770643" cy="461665"/>
          </a:xfrm>
          <a:prstGeom prst="rect">
            <a:avLst/>
          </a:prstGeom>
          <a:noFill/>
        </p:spPr>
        <p:txBody>
          <a:bodyPr wrap="none" lIns="0" tIns="0" rIns="0" bIns="0">
            <a:normAutofit fontScale="85000" lnSpcReduction="20000"/>
          </a:bodyPr>
          <a:lstStyle/>
          <a:p>
            <a:pPr algn="ctr"/>
            <a:r>
              <a:rPr lang="en-US" sz="4000" b="1">
                <a:solidFill>
                  <a:schemeClr val="bg1"/>
                </a:solidFill>
                <a:cs typeface="+mn-ea"/>
                <a:sym typeface="+mn-lt"/>
              </a:rPr>
              <a:t>65%</a:t>
            </a:r>
          </a:p>
        </p:txBody>
      </p:sp>
      <p:grpSp>
        <p:nvGrpSpPr>
          <p:cNvPr id="13" name="Group 22"/>
          <p:cNvGrpSpPr/>
          <p:nvPr/>
        </p:nvGrpSpPr>
        <p:grpSpPr>
          <a:xfrm>
            <a:off x="6966352" y="1204661"/>
            <a:ext cx="1384023" cy="626497"/>
            <a:chOff x="6901680" y="1348995"/>
            <a:chExt cx="1395645" cy="631759"/>
          </a:xfrm>
          <a:solidFill>
            <a:schemeClr val="bg1"/>
          </a:solidFill>
        </p:grpSpPr>
        <p:grpSp>
          <p:nvGrpSpPr>
            <p:cNvPr id="38" name="Group 23"/>
            <p:cNvGrpSpPr/>
            <p:nvPr/>
          </p:nvGrpSpPr>
          <p:grpSpPr>
            <a:xfrm>
              <a:off x="8050477" y="1348995"/>
              <a:ext cx="246848" cy="631759"/>
              <a:chOff x="5054600" y="1652588"/>
              <a:chExt cx="187325" cy="479424"/>
            </a:xfrm>
            <a:grpFill/>
          </p:grpSpPr>
          <p:sp>
            <p:nvSpPr>
              <p:cNvPr id="48" name="Freeform: Shape 33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Oval 34"/>
              <p:cNvSpPr>
                <a:spLocks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9" name="Group 24"/>
            <p:cNvGrpSpPr/>
            <p:nvPr/>
          </p:nvGrpSpPr>
          <p:grpSpPr>
            <a:xfrm>
              <a:off x="7708178" y="1348995"/>
              <a:ext cx="246848" cy="631759"/>
              <a:chOff x="5054600" y="1652588"/>
              <a:chExt cx="187325" cy="479424"/>
            </a:xfrm>
            <a:grpFill/>
          </p:grpSpPr>
          <p:sp>
            <p:nvSpPr>
              <p:cNvPr id="46" name="Freeform: Shape 31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Oval 32"/>
              <p:cNvSpPr>
                <a:spLocks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0" name="Group 25"/>
            <p:cNvGrpSpPr/>
            <p:nvPr/>
          </p:nvGrpSpPr>
          <p:grpSpPr>
            <a:xfrm>
              <a:off x="7288477" y="1348995"/>
              <a:ext cx="246848" cy="631759"/>
              <a:chOff x="5054600" y="1652588"/>
              <a:chExt cx="187325" cy="479424"/>
            </a:xfrm>
            <a:grpFill/>
          </p:grpSpPr>
          <p:sp>
            <p:nvSpPr>
              <p:cNvPr id="44" name="Freeform: Shape 29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Oval 30"/>
              <p:cNvSpPr>
                <a:spLocks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Group 26"/>
            <p:cNvGrpSpPr/>
            <p:nvPr/>
          </p:nvGrpSpPr>
          <p:grpSpPr>
            <a:xfrm>
              <a:off x="6901680" y="1348995"/>
              <a:ext cx="246848" cy="631759"/>
              <a:chOff x="5054600" y="1652588"/>
              <a:chExt cx="187325" cy="479424"/>
            </a:xfrm>
            <a:grpFill/>
          </p:grpSpPr>
          <p:sp>
            <p:nvSpPr>
              <p:cNvPr id="42" name="Freeform: Shape 27"/>
              <p:cNvSpPr>
                <a:spLocks/>
              </p:cNvSpPr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Oval 28"/>
              <p:cNvSpPr>
                <a:spLocks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" name="Group 35"/>
          <p:cNvGrpSpPr/>
          <p:nvPr/>
        </p:nvGrpSpPr>
        <p:grpSpPr>
          <a:xfrm>
            <a:off x="6946370" y="2373348"/>
            <a:ext cx="1444799" cy="613214"/>
            <a:chOff x="6881548" y="2111437"/>
            <a:chExt cx="1456935" cy="618364"/>
          </a:xfrm>
          <a:solidFill>
            <a:schemeClr val="bg1"/>
          </a:solidFill>
        </p:grpSpPr>
        <p:grpSp>
          <p:nvGrpSpPr>
            <p:cNvPr id="26" name="Group 36"/>
            <p:cNvGrpSpPr/>
            <p:nvPr/>
          </p:nvGrpSpPr>
          <p:grpSpPr>
            <a:xfrm>
              <a:off x="6881548" y="2111437"/>
              <a:ext cx="288034" cy="618364"/>
              <a:chOff x="6213475" y="1668463"/>
              <a:chExt cx="227013" cy="487362"/>
            </a:xfrm>
            <a:grpFill/>
          </p:grpSpPr>
          <p:sp>
            <p:nvSpPr>
              <p:cNvPr id="36" name="Oval 46"/>
              <p:cNvSpPr>
                <a:spLocks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Freeform: Shape 47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37"/>
            <p:cNvGrpSpPr/>
            <p:nvPr/>
          </p:nvGrpSpPr>
          <p:grpSpPr>
            <a:xfrm>
              <a:off x="7278084" y="2111437"/>
              <a:ext cx="288034" cy="618364"/>
              <a:chOff x="6213475" y="1668463"/>
              <a:chExt cx="227013" cy="487362"/>
            </a:xfrm>
            <a:grpFill/>
          </p:grpSpPr>
          <p:sp>
            <p:nvSpPr>
              <p:cNvPr id="34" name="Oval 44"/>
              <p:cNvSpPr>
                <a:spLocks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" name="Freeform: Shape 45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28" name="Group 38"/>
            <p:cNvGrpSpPr/>
            <p:nvPr/>
          </p:nvGrpSpPr>
          <p:grpSpPr>
            <a:xfrm>
              <a:off x="7708150" y="2111437"/>
              <a:ext cx="288034" cy="618364"/>
              <a:chOff x="6213475" y="1668463"/>
              <a:chExt cx="227013" cy="487362"/>
            </a:xfrm>
            <a:grpFill/>
          </p:grpSpPr>
          <p:sp>
            <p:nvSpPr>
              <p:cNvPr id="32" name="Oval 42"/>
              <p:cNvSpPr>
                <a:spLocks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" name="Freeform: Shape 43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29" name="Group 39"/>
            <p:cNvGrpSpPr/>
            <p:nvPr/>
          </p:nvGrpSpPr>
          <p:grpSpPr>
            <a:xfrm>
              <a:off x="8050449" y="2111437"/>
              <a:ext cx="288034" cy="618364"/>
              <a:chOff x="6213475" y="1668463"/>
              <a:chExt cx="227013" cy="487362"/>
            </a:xfrm>
            <a:grpFill/>
          </p:grpSpPr>
          <p:sp>
            <p:nvSpPr>
              <p:cNvPr id="30" name="Oval 40"/>
              <p:cNvSpPr>
                <a:spLocks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" name="Freeform: Shape 41"/>
              <p:cNvSpPr>
                <a:spLocks/>
              </p:cNvSpPr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15" name="Straight Connector 48"/>
          <p:cNvCxnSpPr/>
          <p:nvPr/>
        </p:nvCxnSpPr>
        <p:spPr>
          <a:xfrm>
            <a:off x="3390036" y="1059582"/>
            <a:ext cx="0" cy="3346916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9"/>
          <p:cNvGrpSpPr/>
          <p:nvPr/>
        </p:nvGrpSpPr>
        <p:grpSpPr>
          <a:xfrm>
            <a:off x="3861973" y="2610127"/>
            <a:ext cx="832793" cy="1789954"/>
            <a:chOff x="3802063" y="2776538"/>
            <a:chExt cx="839788" cy="1804987"/>
          </a:xfrm>
          <a:solidFill>
            <a:schemeClr val="accent1"/>
          </a:solidFill>
        </p:grpSpPr>
        <p:sp>
          <p:nvSpPr>
            <p:cNvPr id="24" name="Freeform: Shape 50"/>
            <p:cNvSpPr>
              <a:spLocks/>
            </p:cNvSpPr>
            <p:nvPr/>
          </p:nvSpPr>
          <p:spPr bwMode="auto">
            <a:xfrm>
              <a:off x="3833813" y="2776538"/>
              <a:ext cx="425450" cy="425450"/>
            </a:xfrm>
            <a:custGeom>
              <a:avLst/>
              <a:gdLst/>
              <a:ahLst/>
              <a:cxnLst>
                <a:cxn ang="0">
                  <a:pos x="96" y="193"/>
                </a:cxn>
                <a:cxn ang="0">
                  <a:pos x="193" y="96"/>
                </a:cxn>
                <a:cxn ang="0">
                  <a:pos x="96" y="0"/>
                </a:cxn>
                <a:cxn ang="0">
                  <a:pos x="0" y="96"/>
                </a:cxn>
                <a:cxn ang="0">
                  <a:pos x="96" y="193"/>
                </a:cxn>
                <a:cxn ang="0">
                  <a:pos x="96" y="193"/>
                </a:cxn>
                <a:cxn ang="0">
                  <a:pos x="96" y="193"/>
                </a:cxn>
              </a:cxnLst>
              <a:rect l="0" t="0" r="r" b="b"/>
              <a:pathLst>
                <a:path w="193" h="193">
                  <a:moveTo>
                    <a:pt x="96" y="193"/>
                  </a:moveTo>
                  <a:cubicBezTo>
                    <a:pt x="150" y="193"/>
                    <a:pt x="193" y="150"/>
                    <a:pt x="193" y="96"/>
                  </a:cubicBezTo>
                  <a:cubicBezTo>
                    <a:pt x="193" y="43"/>
                    <a:pt x="150" y="0"/>
                    <a:pt x="96" y="0"/>
                  </a:cubicBezTo>
                  <a:cubicBezTo>
                    <a:pt x="43" y="0"/>
                    <a:pt x="0" y="43"/>
                    <a:pt x="0" y="96"/>
                  </a:cubicBezTo>
                  <a:cubicBezTo>
                    <a:pt x="0" y="150"/>
                    <a:pt x="43" y="193"/>
                    <a:pt x="96" y="193"/>
                  </a:cubicBezTo>
                  <a:close/>
                  <a:moveTo>
                    <a:pt x="96" y="193"/>
                  </a:moveTo>
                  <a:cubicBezTo>
                    <a:pt x="96" y="193"/>
                    <a:pt x="96" y="193"/>
                    <a:pt x="96" y="19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Freeform: Shape 51"/>
            <p:cNvSpPr>
              <a:spLocks/>
            </p:cNvSpPr>
            <p:nvPr/>
          </p:nvSpPr>
          <p:spPr bwMode="auto">
            <a:xfrm>
              <a:off x="3802063" y="3208338"/>
              <a:ext cx="839788" cy="1373187"/>
            </a:xfrm>
            <a:custGeom>
              <a:avLst/>
              <a:gdLst/>
              <a:ahLst/>
              <a:cxnLst>
                <a:cxn ang="0">
                  <a:pos x="298" y="315"/>
                </a:cxn>
                <a:cxn ang="0">
                  <a:pos x="254" y="276"/>
                </a:cxn>
                <a:cxn ang="0">
                  <a:pos x="254" y="276"/>
                </a:cxn>
                <a:cxn ang="0">
                  <a:pos x="177" y="276"/>
                </a:cxn>
                <a:cxn ang="0">
                  <a:pos x="177" y="170"/>
                </a:cxn>
                <a:cxn ang="0">
                  <a:pos x="270" y="207"/>
                </a:cxn>
                <a:cxn ang="0">
                  <a:pos x="351" y="190"/>
                </a:cxn>
                <a:cxn ang="0">
                  <a:pos x="372" y="141"/>
                </a:cxn>
                <a:cxn ang="0">
                  <a:pos x="324" y="120"/>
                </a:cxn>
                <a:cxn ang="0">
                  <a:pos x="167" y="42"/>
                </a:cxn>
                <a:cxn ang="0">
                  <a:pos x="167" y="41"/>
                </a:cxn>
                <a:cxn ang="0">
                  <a:pos x="110" y="3"/>
                </a:cxn>
                <a:cxn ang="0">
                  <a:pos x="89" y="0"/>
                </a:cxn>
                <a:cxn ang="0">
                  <a:pos x="67" y="3"/>
                </a:cxn>
                <a:cxn ang="0">
                  <a:pos x="67" y="3"/>
                </a:cxn>
                <a:cxn ang="0">
                  <a:pos x="0" y="77"/>
                </a:cxn>
                <a:cxn ang="0">
                  <a:pos x="0" y="290"/>
                </a:cxn>
                <a:cxn ang="0">
                  <a:pos x="89" y="365"/>
                </a:cxn>
                <a:cxn ang="0">
                  <a:pos x="96" y="364"/>
                </a:cxn>
                <a:cxn ang="0">
                  <a:pos x="215" y="364"/>
                </a:cxn>
                <a:cxn ang="0">
                  <a:pos x="240" y="583"/>
                </a:cxn>
                <a:cxn ang="0">
                  <a:pos x="284" y="622"/>
                </a:cxn>
                <a:cxn ang="0">
                  <a:pos x="289" y="622"/>
                </a:cxn>
                <a:cxn ang="0">
                  <a:pos x="328" y="573"/>
                </a:cxn>
                <a:cxn ang="0">
                  <a:pos x="298" y="315"/>
                </a:cxn>
                <a:cxn ang="0">
                  <a:pos x="298" y="315"/>
                </a:cxn>
                <a:cxn ang="0">
                  <a:pos x="298" y="315"/>
                </a:cxn>
              </a:cxnLst>
              <a:rect l="0" t="0" r="r" b="b"/>
              <a:pathLst>
                <a:path w="380" h="622">
                  <a:moveTo>
                    <a:pt x="298" y="315"/>
                  </a:moveTo>
                  <a:cubicBezTo>
                    <a:pt x="295" y="292"/>
                    <a:pt x="276" y="276"/>
                    <a:pt x="254" y="276"/>
                  </a:cubicBezTo>
                  <a:cubicBezTo>
                    <a:pt x="254" y="276"/>
                    <a:pt x="254" y="276"/>
                    <a:pt x="254" y="276"/>
                  </a:cubicBezTo>
                  <a:cubicBezTo>
                    <a:pt x="177" y="276"/>
                    <a:pt x="177" y="276"/>
                    <a:pt x="177" y="276"/>
                  </a:cubicBezTo>
                  <a:cubicBezTo>
                    <a:pt x="177" y="170"/>
                    <a:pt x="177" y="170"/>
                    <a:pt x="177" y="170"/>
                  </a:cubicBezTo>
                  <a:cubicBezTo>
                    <a:pt x="203" y="193"/>
                    <a:pt x="232" y="207"/>
                    <a:pt x="270" y="207"/>
                  </a:cubicBezTo>
                  <a:cubicBezTo>
                    <a:pt x="293" y="207"/>
                    <a:pt x="320" y="202"/>
                    <a:pt x="351" y="190"/>
                  </a:cubicBezTo>
                  <a:cubicBezTo>
                    <a:pt x="370" y="182"/>
                    <a:pt x="380" y="161"/>
                    <a:pt x="372" y="141"/>
                  </a:cubicBezTo>
                  <a:cubicBezTo>
                    <a:pt x="365" y="122"/>
                    <a:pt x="343" y="113"/>
                    <a:pt x="324" y="120"/>
                  </a:cubicBezTo>
                  <a:cubicBezTo>
                    <a:pt x="248" y="149"/>
                    <a:pt x="233" y="133"/>
                    <a:pt x="167" y="42"/>
                  </a:cubicBezTo>
                  <a:cubicBezTo>
                    <a:pt x="167" y="42"/>
                    <a:pt x="167" y="42"/>
                    <a:pt x="167" y="41"/>
                  </a:cubicBezTo>
                  <a:cubicBezTo>
                    <a:pt x="154" y="22"/>
                    <a:pt x="132" y="8"/>
                    <a:pt x="110" y="3"/>
                  </a:cubicBezTo>
                  <a:cubicBezTo>
                    <a:pt x="110" y="3"/>
                    <a:pt x="100" y="0"/>
                    <a:pt x="89" y="0"/>
                  </a:cubicBezTo>
                  <a:cubicBezTo>
                    <a:pt x="79" y="0"/>
                    <a:pt x="67" y="3"/>
                    <a:pt x="67" y="3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35" y="11"/>
                    <a:pt x="0" y="37"/>
                    <a:pt x="0" y="77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336"/>
                    <a:pt x="46" y="365"/>
                    <a:pt x="89" y="365"/>
                  </a:cubicBezTo>
                  <a:cubicBezTo>
                    <a:pt x="91" y="365"/>
                    <a:pt x="93" y="364"/>
                    <a:pt x="96" y="364"/>
                  </a:cubicBezTo>
                  <a:cubicBezTo>
                    <a:pt x="215" y="364"/>
                    <a:pt x="215" y="364"/>
                    <a:pt x="215" y="364"/>
                  </a:cubicBezTo>
                  <a:cubicBezTo>
                    <a:pt x="240" y="583"/>
                    <a:pt x="240" y="583"/>
                    <a:pt x="240" y="583"/>
                  </a:cubicBezTo>
                  <a:cubicBezTo>
                    <a:pt x="242" y="605"/>
                    <a:pt x="262" y="622"/>
                    <a:pt x="284" y="622"/>
                  </a:cubicBezTo>
                  <a:cubicBezTo>
                    <a:pt x="285" y="622"/>
                    <a:pt x="287" y="622"/>
                    <a:pt x="289" y="622"/>
                  </a:cubicBezTo>
                  <a:cubicBezTo>
                    <a:pt x="313" y="619"/>
                    <a:pt x="331" y="597"/>
                    <a:pt x="328" y="573"/>
                  </a:cubicBezTo>
                  <a:lnTo>
                    <a:pt x="298" y="315"/>
                  </a:lnTo>
                  <a:close/>
                  <a:moveTo>
                    <a:pt x="298" y="315"/>
                  </a:moveTo>
                  <a:cubicBezTo>
                    <a:pt x="298" y="315"/>
                    <a:pt x="298" y="315"/>
                    <a:pt x="298" y="31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7" name="Freeform: Shape 52"/>
          <p:cNvSpPr>
            <a:spLocks/>
          </p:cNvSpPr>
          <p:nvPr/>
        </p:nvSpPr>
        <p:spPr bwMode="auto">
          <a:xfrm>
            <a:off x="3654172" y="3129640"/>
            <a:ext cx="653326" cy="1278314"/>
          </a:xfrm>
          <a:custGeom>
            <a:avLst/>
            <a:gdLst/>
            <a:ahLst/>
            <a:cxnLst>
              <a:cxn ang="0">
                <a:pos x="298" y="372"/>
              </a:cxn>
              <a:cxn ang="0">
                <a:pos x="260" y="335"/>
              </a:cxn>
              <a:cxn ang="0">
                <a:pos x="75" y="335"/>
              </a:cxn>
              <a:cxn ang="0">
                <a:pos x="75" y="38"/>
              </a:cxn>
              <a:cxn ang="0">
                <a:pos x="38" y="0"/>
              </a:cxn>
              <a:cxn ang="0">
                <a:pos x="0" y="38"/>
              </a:cxn>
              <a:cxn ang="0">
                <a:pos x="0" y="372"/>
              </a:cxn>
              <a:cxn ang="0">
                <a:pos x="19" y="405"/>
              </a:cxn>
              <a:cxn ang="0">
                <a:pos x="8" y="448"/>
              </a:cxn>
              <a:cxn ang="0">
                <a:pos x="8" y="552"/>
              </a:cxn>
              <a:cxn ang="0">
                <a:pos x="39" y="584"/>
              </a:cxn>
              <a:cxn ang="0">
                <a:pos x="70" y="552"/>
              </a:cxn>
              <a:cxn ang="0">
                <a:pos x="70" y="448"/>
              </a:cxn>
              <a:cxn ang="0">
                <a:pos x="96" y="422"/>
              </a:cxn>
              <a:cxn ang="0">
                <a:pos x="201" y="422"/>
              </a:cxn>
              <a:cxn ang="0">
                <a:pos x="226" y="448"/>
              </a:cxn>
              <a:cxn ang="0">
                <a:pos x="226" y="552"/>
              </a:cxn>
              <a:cxn ang="0">
                <a:pos x="258" y="584"/>
              </a:cxn>
              <a:cxn ang="0">
                <a:pos x="289" y="552"/>
              </a:cxn>
              <a:cxn ang="0">
                <a:pos x="289" y="448"/>
              </a:cxn>
              <a:cxn ang="0">
                <a:pos x="278" y="405"/>
              </a:cxn>
              <a:cxn ang="0">
                <a:pos x="298" y="372"/>
              </a:cxn>
              <a:cxn ang="0">
                <a:pos x="298" y="372"/>
              </a:cxn>
              <a:cxn ang="0">
                <a:pos x="298" y="372"/>
              </a:cxn>
            </a:cxnLst>
            <a:rect l="0" t="0" r="r" b="b"/>
            <a:pathLst>
              <a:path w="298" h="584">
                <a:moveTo>
                  <a:pt x="298" y="372"/>
                </a:moveTo>
                <a:cubicBezTo>
                  <a:pt x="298" y="352"/>
                  <a:pt x="281" y="335"/>
                  <a:pt x="260" y="335"/>
                </a:cubicBezTo>
                <a:cubicBezTo>
                  <a:pt x="75" y="335"/>
                  <a:pt x="75" y="335"/>
                  <a:pt x="75" y="335"/>
                </a:cubicBezTo>
                <a:cubicBezTo>
                  <a:pt x="75" y="38"/>
                  <a:pt x="75" y="38"/>
                  <a:pt x="75" y="38"/>
                </a:cubicBezTo>
                <a:cubicBezTo>
                  <a:pt x="75" y="17"/>
                  <a:pt x="59" y="0"/>
                  <a:pt x="38" y="0"/>
                </a:cubicBezTo>
                <a:cubicBezTo>
                  <a:pt x="17" y="0"/>
                  <a:pt x="0" y="17"/>
                  <a:pt x="0" y="38"/>
                </a:cubicBezTo>
                <a:cubicBezTo>
                  <a:pt x="0" y="372"/>
                  <a:pt x="0" y="372"/>
                  <a:pt x="0" y="372"/>
                </a:cubicBezTo>
                <a:cubicBezTo>
                  <a:pt x="0" y="386"/>
                  <a:pt x="8" y="398"/>
                  <a:pt x="19" y="405"/>
                </a:cubicBezTo>
                <a:cubicBezTo>
                  <a:pt x="12" y="417"/>
                  <a:pt x="8" y="432"/>
                  <a:pt x="8" y="448"/>
                </a:cubicBezTo>
                <a:cubicBezTo>
                  <a:pt x="8" y="552"/>
                  <a:pt x="8" y="552"/>
                  <a:pt x="8" y="552"/>
                </a:cubicBezTo>
                <a:cubicBezTo>
                  <a:pt x="8" y="570"/>
                  <a:pt x="22" y="584"/>
                  <a:pt x="39" y="584"/>
                </a:cubicBezTo>
                <a:cubicBezTo>
                  <a:pt x="56" y="584"/>
                  <a:pt x="70" y="570"/>
                  <a:pt x="70" y="552"/>
                </a:cubicBezTo>
                <a:cubicBezTo>
                  <a:pt x="70" y="448"/>
                  <a:pt x="70" y="448"/>
                  <a:pt x="70" y="448"/>
                </a:cubicBezTo>
                <a:cubicBezTo>
                  <a:pt x="70" y="433"/>
                  <a:pt x="82" y="422"/>
                  <a:pt x="96" y="422"/>
                </a:cubicBezTo>
                <a:cubicBezTo>
                  <a:pt x="201" y="422"/>
                  <a:pt x="201" y="422"/>
                  <a:pt x="201" y="422"/>
                </a:cubicBezTo>
                <a:cubicBezTo>
                  <a:pt x="215" y="422"/>
                  <a:pt x="226" y="433"/>
                  <a:pt x="226" y="448"/>
                </a:cubicBezTo>
                <a:cubicBezTo>
                  <a:pt x="226" y="552"/>
                  <a:pt x="226" y="552"/>
                  <a:pt x="226" y="552"/>
                </a:cubicBezTo>
                <a:cubicBezTo>
                  <a:pt x="226" y="570"/>
                  <a:pt x="240" y="584"/>
                  <a:pt x="258" y="584"/>
                </a:cubicBezTo>
                <a:cubicBezTo>
                  <a:pt x="275" y="584"/>
                  <a:pt x="289" y="570"/>
                  <a:pt x="289" y="552"/>
                </a:cubicBezTo>
                <a:cubicBezTo>
                  <a:pt x="289" y="448"/>
                  <a:pt x="289" y="448"/>
                  <a:pt x="289" y="448"/>
                </a:cubicBezTo>
                <a:cubicBezTo>
                  <a:pt x="289" y="432"/>
                  <a:pt x="285" y="418"/>
                  <a:pt x="278" y="405"/>
                </a:cubicBezTo>
                <a:cubicBezTo>
                  <a:pt x="290" y="399"/>
                  <a:pt x="298" y="387"/>
                  <a:pt x="298" y="372"/>
                </a:cubicBezTo>
                <a:close/>
                <a:moveTo>
                  <a:pt x="298" y="372"/>
                </a:moveTo>
                <a:cubicBezTo>
                  <a:pt x="298" y="372"/>
                  <a:pt x="298" y="372"/>
                  <a:pt x="298" y="372"/>
                </a:cubicBezTo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8" name="Freeform: Shape 53"/>
          <p:cNvSpPr>
            <a:spLocks/>
          </p:cNvSpPr>
          <p:nvPr/>
        </p:nvSpPr>
        <p:spPr bwMode="auto">
          <a:xfrm>
            <a:off x="4471223" y="3509041"/>
            <a:ext cx="1068936" cy="853259"/>
          </a:xfrm>
          <a:custGeom>
            <a:avLst/>
            <a:gdLst/>
            <a:ahLst/>
            <a:cxnLst>
              <a:cxn ang="0">
                <a:pos x="452" y="0"/>
              </a:cxn>
              <a:cxn ang="0">
                <a:pos x="36" y="0"/>
              </a:cxn>
              <a:cxn ang="0">
                <a:pos x="0" y="36"/>
              </a:cxn>
              <a:cxn ang="0">
                <a:pos x="36" y="72"/>
              </a:cxn>
              <a:cxn ang="0">
                <a:pos x="85" y="72"/>
              </a:cxn>
              <a:cxn ang="0">
                <a:pos x="85" y="390"/>
              </a:cxn>
              <a:cxn ang="0">
                <a:pos x="403" y="390"/>
              </a:cxn>
              <a:cxn ang="0">
                <a:pos x="403" y="72"/>
              </a:cxn>
              <a:cxn ang="0">
                <a:pos x="452" y="72"/>
              </a:cxn>
              <a:cxn ang="0">
                <a:pos x="488" y="36"/>
              </a:cxn>
              <a:cxn ang="0">
                <a:pos x="452" y="0"/>
              </a:cxn>
              <a:cxn ang="0">
                <a:pos x="452" y="0"/>
              </a:cxn>
              <a:cxn ang="0">
                <a:pos x="452" y="0"/>
              </a:cxn>
            </a:cxnLst>
            <a:rect l="0" t="0" r="r" b="b"/>
            <a:pathLst>
              <a:path w="488" h="390">
                <a:moveTo>
                  <a:pt x="452" y="0"/>
                </a:moveTo>
                <a:cubicBezTo>
                  <a:pt x="36" y="0"/>
                  <a:pt x="36" y="0"/>
                  <a:pt x="36" y="0"/>
                </a:cubicBezTo>
                <a:cubicBezTo>
                  <a:pt x="16" y="0"/>
                  <a:pt x="0" y="16"/>
                  <a:pt x="0" y="36"/>
                </a:cubicBezTo>
                <a:cubicBezTo>
                  <a:pt x="0" y="56"/>
                  <a:pt x="16" y="72"/>
                  <a:pt x="36" y="72"/>
                </a:cubicBezTo>
                <a:cubicBezTo>
                  <a:pt x="85" y="72"/>
                  <a:pt x="85" y="72"/>
                  <a:pt x="85" y="72"/>
                </a:cubicBezTo>
                <a:cubicBezTo>
                  <a:pt x="85" y="390"/>
                  <a:pt x="85" y="390"/>
                  <a:pt x="85" y="390"/>
                </a:cubicBezTo>
                <a:cubicBezTo>
                  <a:pt x="403" y="390"/>
                  <a:pt x="403" y="390"/>
                  <a:pt x="403" y="390"/>
                </a:cubicBezTo>
                <a:cubicBezTo>
                  <a:pt x="403" y="72"/>
                  <a:pt x="403" y="72"/>
                  <a:pt x="403" y="72"/>
                </a:cubicBezTo>
                <a:cubicBezTo>
                  <a:pt x="452" y="72"/>
                  <a:pt x="452" y="72"/>
                  <a:pt x="452" y="72"/>
                </a:cubicBezTo>
                <a:cubicBezTo>
                  <a:pt x="472" y="72"/>
                  <a:pt x="488" y="56"/>
                  <a:pt x="488" y="36"/>
                </a:cubicBezTo>
                <a:cubicBezTo>
                  <a:pt x="488" y="16"/>
                  <a:pt x="472" y="0"/>
                  <a:pt x="452" y="0"/>
                </a:cubicBezTo>
                <a:close/>
                <a:moveTo>
                  <a:pt x="452" y="0"/>
                </a:moveTo>
                <a:cubicBezTo>
                  <a:pt x="452" y="0"/>
                  <a:pt x="452" y="0"/>
                  <a:pt x="452" y="0"/>
                </a:cubicBezTo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9" name="Freeform: Shape 54"/>
          <p:cNvSpPr>
            <a:spLocks/>
          </p:cNvSpPr>
          <p:nvPr/>
        </p:nvSpPr>
        <p:spPr bwMode="auto">
          <a:xfrm>
            <a:off x="4745147" y="2898220"/>
            <a:ext cx="739911" cy="584057"/>
          </a:xfrm>
          <a:custGeom>
            <a:avLst/>
            <a:gdLst/>
            <a:ahLst/>
            <a:cxnLst>
              <a:cxn ang="0">
                <a:pos x="264" y="145"/>
              </a:cxn>
              <a:cxn ang="0">
                <a:pos x="236" y="236"/>
              </a:cxn>
              <a:cxn ang="0">
                <a:pos x="16" y="236"/>
              </a:cxn>
              <a:cxn ang="0">
                <a:pos x="0" y="252"/>
              </a:cxn>
              <a:cxn ang="0">
                <a:pos x="16" y="267"/>
              </a:cxn>
              <a:cxn ang="0">
                <a:pos x="248" y="267"/>
              </a:cxn>
              <a:cxn ang="0">
                <a:pos x="262" y="256"/>
              </a:cxn>
              <a:cxn ang="0">
                <a:pos x="335" y="22"/>
              </a:cxn>
              <a:cxn ang="0">
                <a:pos x="325" y="3"/>
              </a:cxn>
              <a:cxn ang="0">
                <a:pos x="305" y="13"/>
              </a:cxn>
              <a:cxn ang="0">
                <a:pos x="264" y="145"/>
              </a:cxn>
              <a:cxn ang="0">
                <a:pos x="281" y="92"/>
              </a:cxn>
              <a:cxn ang="0">
                <a:pos x="274" y="114"/>
              </a:cxn>
            </a:cxnLst>
            <a:rect l="0" t="0" r="r" b="b"/>
            <a:pathLst>
              <a:path w="338" h="267">
                <a:moveTo>
                  <a:pt x="264" y="145"/>
                </a:moveTo>
                <a:cubicBezTo>
                  <a:pt x="236" y="236"/>
                  <a:pt x="236" y="236"/>
                  <a:pt x="236" y="236"/>
                </a:cubicBezTo>
                <a:cubicBezTo>
                  <a:pt x="16" y="236"/>
                  <a:pt x="16" y="236"/>
                  <a:pt x="16" y="236"/>
                </a:cubicBezTo>
                <a:cubicBezTo>
                  <a:pt x="7" y="236"/>
                  <a:pt x="0" y="243"/>
                  <a:pt x="0" y="252"/>
                </a:cubicBezTo>
                <a:cubicBezTo>
                  <a:pt x="0" y="260"/>
                  <a:pt x="7" y="267"/>
                  <a:pt x="16" y="267"/>
                </a:cubicBezTo>
                <a:cubicBezTo>
                  <a:pt x="248" y="267"/>
                  <a:pt x="248" y="267"/>
                  <a:pt x="248" y="267"/>
                </a:cubicBezTo>
                <a:cubicBezTo>
                  <a:pt x="254" y="267"/>
                  <a:pt x="260" y="263"/>
                  <a:pt x="262" y="256"/>
                </a:cubicBezTo>
                <a:cubicBezTo>
                  <a:pt x="335" y="22"/>
                  <a:pt x="335" y="22"/>
                  <a:pt x="335" y="22"/>
                </a:cubicBezTo>
                <a:cubicBezTo>
                  <a:pt x="338" y="14"/>
                  <a:pt x="333" y="5"/>
                  <a:pt x="325" y="3"/>
                </a:cubicBezTo>
                <a:cubicBezTo>
                  <a:pt x="317" y="0"/>
                  <a:pt x="308" y="5"/>
                  <a:pt x="305" y="13"/>
                </a:cubicBezTo>
                <a:cubicBezTo>
                  <a:pt x="264" y="145"/>
                  <a:pt x="264" y="145"/>
                  <a:pt x="264" y="145"/>
                </a:cubicBezTo>
                <a:moveTo>
                  <a:pt x="281" y="92"/>
                </a:moveTo>
                <a:cubicBezTo>
                  <a:pt x="274" y="114"/>
                  <a:pt x="274" y="114"/>
                  <a:pt x="274" y="114"/>
                </a:cubicBezTo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0" name="Freeform: Shape 56"/>
          <p:cNvSpPr>
            <a:spLocks/>
          </p:cNvSpPr>
          <p:nvPr/>
        </p:nvSpPr>
        <p:spPr bwMode="auto">
          <a:xfrm>
            <a:off x="3965163" y="1093644"/>
            <a:ext cx="1254700" cy="1256274"/>
          </a:xfrm>
          <a:custGeom>
            <a:avLst/>
            <a:gdLst/>
            <a:ahLst/>
            <a:cxnLst>
              <a:cxn ang="0">
                <a:pos x="1638" y="819"/>
              </a:cxn>
              <a:cxn ang="0">
                <a:pos x="819" y="0"/>
              </a:cxn>
              <a:cxn ang="0">
                <a:pos x="0" y="819"/>
              </a:cxn>
              <a:cxn ang="0">
                <a:pos x="819" y="1638"/>
              </a:cxn>
              <a:cxn ang="0">
                <a:pos x="1638" y="819"/>
              </a:cxn>
              <a:cxn ang="0">
                <a:pos x="102" y="819"/>
              </a:cxn>
              <a:cxn ang="0">
                <a:pos x="819" y="102"/>
              </a:cxn>
              <a:cxn ang="0">
                <a:pos x="1536" y="819"/>
              </a:cxn>
              <a:cxn ang="0">
                <a:pos x="819" y="1536"/>
              </a:cxn>
              <a:cxn ang="0">
                <a:pos x="102" y="819"/>
              </a:cxn>
              <a:cxn ang="0">
                <a:pos x="819" y="819"/>
              </a:cxn>
              <a:cxn ang="0">
                <a:pos x="819" y="205"/>
              </a:cxn>
              <a:cxn ang="0">
                <a:pos x="1434" y="819"/>
              </a:cxn>
              <a:cxn ang="0">
                <a:pos x="819" y="819"/>
              </a:cxn>
              <a:cxn ang="0">
                <a:pos x="401" y="519"/>
              </a:cxn>
              <a:cxn ang="0">
                <a:pos x="350" y="607"/>
              </a:cxn>
              <a:cxn ang="0">
                <a:pos x="262" y="556"/>
              </a:cxn>
              <a:cxn ang="0">
                <a:pos x="313" y="468"/>
              </a:cxn>
              <a:cxn ang="0">
                <a:pos x="401" y="519"/>
              </a:cxn>
              <a:cxn ang="0">
                <a:pos x="1237" y="1119"/>
              </a:cxn>
              <a:cxn ang="0">
                <a:pos x="1288" y="1031"/>
              </a:cxn>
              <a:cxn ang="0">
                <a:pos x="1377" y="1082"/>
              </a:cxn>
              <a:cxn ang="0">
                <a:pos x="1326" y="1171"/>
              </a:cxn>
              <a:cxn ang="0">
                <a:pos x="1237" y="1119"/>
              </a:cxn>
              <a:cxn ang="0">
                <a:pos x="608" y="350"/>
              </a:cxn>
              <a:cxn ang="0">
                <a:pos x="519" y="401"/>
              </a:cxn>
              <a:cxn ang="0">
                <a:pos x="468" y="313"/>
              </a:cxn>
              <a:cxn ang="0">
                <a:pos x="556" y="261"/>
              </a:cxn>
              <a:cxn ang="0">
                <a:pos x="608" y="350"/>
              </a:cxn>
              <a:cxn ang="0">
                <a:pos x="1031" y="1288"/>
              </a:cxn>
              <a:cxn ang="0">
                <a:pos x="1120" y="1237"/>
              </a:cxn>
              <a:cxn ang="0">
                <a:pos x="1171" y="1326"/>
              </a:cxn>
              <a:cxn ang="0">
                <a:pos x="1082" y="1377"/>
              </a:cxn>
              <a:cxn ang="0">
                <a:pos x="1031" y="1288"/>
              </a:cxn>
              <a:cxn ang="0">
                <a:pos x="870" y="1331"/>
              </a:cxn>
              <a:cxn ang="0">
                <a:pos x="870" y="1434"/>
              </a:cxn>
              <a:cxn ang="0">
                <a:pos x="768" y="1434"/>
              </a:cxn>
              <a:cxn ang="0">
                <a:pos x="768" y="1331"/>
              </a:cxn>
              <a:cxn ang="0">
                <a:pos x="870" y="1331"/>
              </a:cxn>
              <a:cxn ang="0">
                <a:pos x="608" y="1288"/>
              </a:cxn>
              <a:cxn ang="0">
                <a:pos x="556" y="1377"/>
              </a:cxn>
              <a:cxn ang="0">
                <a:pos x="468" y="1326"/>
              </a:cxn>
              <a:cxn ang="0">
                <a:pos x="519" y="1237"/>
              </a:cxn>
              <a:cxn ang="0">
                <a:pos x="608" y="1288"/>
              </a:cxn>
              <a:cxn ang="0">
                <a:pos x="401" y="1119"/>
              </a:cxn>
              <a:cxn ang="0">
                <a:pos x="313" y="1171"/>
              </a:cxn>
              <a:cxn ang="0">
                <a:pos x="261" y="1082"/>
              </a:cxn>
              <a:cxn ang="0">
                <a:pos x="350" y="1031"/>
              </a:cxn>
              <a:cxn ang="0">
                <a:pos x="401" y="1119"/>
              </a:cxn>
              <a:cxn ang="0">
                <a:pos x="307" y="870"/>
              </a:cxn>
              <a:cxn ang="0">
                <a:pos x="205" y="870"/>
              </a:cxn>
              <a:cxn ang="0">
                <a:pos x="205" y="768"/>
              </a:cxn>
              <a:cxn ang="0">
                <a:pos x="307" y="768"/>
              </a:cxn>
              <a:cxn ang="0">
                <a:pos x="307" y="870"/>
              </a:cxn>
              <a:cxn ang="0">
                <a:pos x="307" y="870"/>
              </a:cxn>
              <a:cxn ang="0">
                <a:pos x="307" y="870"/>
              </a:cxn>
            </a:cxnLst>
            <a:rect l="0" t="0" r="r" b="b"/>
            <a:pathLst>
              <a:path w="1638" h="1638">
                <a:moveTo>
                  <a:pt x="1638" y="819"/>
                </a:moveTo>
                <a:cubicBezTo>
                  <a:pt x="1638" y="367"/>
                  <a:pt x="1272" y="0"/>
                  <a:pt x="819" y="0"/>
                </a:cubicBezTo>
                <a:cubicBezTo>
                  <a:pt x="367" y="0"/>
                  <a:pt x="0" y="367"/>
                  <a:pt x="0" y="819"/>
                </a:cubicBezTo>
                <a:cubicBezTo>
                  <a:pt x="0" y="1272"/>
                  <a:pt x="367" y="1638"/>
                  <a:pt x="819" y="1638"/>
                </a:cubicBezTo>
                <a:cubicBezTo>
                  <a:pt x="1272" y="1638"/>
                  <a:pt x="1638" y="1272"/>
                  <a:pt x="1638" y="819"/>
                </a:cubicBezTo>
                <a:close/>
                <a:moveTo>
                  <a:pt x="102" y="819"/>
                </a:moveTo>
                <a:cubicBezTo>
                  <a:pt x="102" y="424"/>
                  <a:pt x="424" y="102"/>
                  <a:pt x="819" y="102"/>
                </a:cubicBezTo>
                <a:cubicBezTo>
                  <a:pt x="1214" y="102"/>
                  <a:pt x="1536" y="424"/>
                  <a:pt x="1536" y="819"/>
                </a:cubicBezTo>
                <a:cubicBezTo>
                  <a:pt x="1536" y="1214"/>
                  <a:pt x="1214" y="1536"/>
                  <a:pt x="819" y="1536"/>
                </a:cubicBezTo>
                <a:cubicBezTo>
                  <a:pt x="424" y="1536"/>
                  <a:pt x="102" y="1214"/>
                  <a:pt x="102" y="819"/>
                </a:cubicBezTo>
                <a:close/>
                <a:moveTo>
                  <a:pt x="819" y="819"/>
                </a:moveTo>
                <a:cubicBezTo>
                  <a:pt x="819" y="205"/>
                  <a:pt x="819" y="205"/>
                  <a:pt x="819" y="205"/>
                </a:cubicBezTo>
                <a:cubicBezTo>
                  <a:pt x="1159" y="205"/>
                  <a:pt x="1434" y="480"/>
                  <a:pt x="1434" y="819"/>
                </a:cubicBezTo>
                <a:lnTo>
                  <a:pt x="819" y="819"/>
                </a:lnTo>
                <a:close/>
                <a:moveTo>
                  <a:pt x="401" y="519"/>
                </a:moveTo>
                <a:cubicBezTo>
                  <a:pt x="350" y="607"/>
                  <a:pt x="350" y="607"/>
                  <a:pt x="350" y="607"/>
                </a:cubicBezTo>
                <a:cubicBezTo>
                  <a:pt x="262" y="556"/>
                  <a:pt x="262" y="556"/>
                  <a:pt x="262" y="556"/>
                </a:cubicBezTo>
                <a:cubicBezTo>
                  <a:pt x="313" y="468"/>
                  <a:pt x="313" y="468"/>
                  <a:pt x="313" y="468"/>
                </a:cubicBezTo>
                <a:lnTo>
                  <a:pt x="401" y="519"/>
                </a:lnTo>
                <a:close/>
                <a:moveTo>
                  <a:pt x="1237" y="1119"/>
                </a:moveTo>
                <a:cubicBezTo>
                  <a:pt x="1288" y="1031"/>
                  <a:pt x="1288" y="1031"/>
                  <a:pt x="1288" y="1031"/>
                </a:cubicBezTo>
                <a:cubicBezTo>
                  <a:pt x="1377" y="1082"/>
                  <a:pt x="1377" y="1082"/>
                  <a:pt x="1377" y="1082"/>
                </a:cubicBezTo>
                <a:cubicBezTo>
                  <a:pt x="1326" y="1171"/>
                  <a:pt x="1326" y="1171"/>
                  <a:pt x="1326" y="1171"/>
                </a:cubicBezTo>
                <a:lnTo>
                  <a:pt x="1237" y="1119"/>
                </a:lnTo>
                <a:close/>
                <a:moveTo>
                  <a:pt x="608" y="350"/>
                </a:moveTo>
                <a:cubicBezTo>
                  <a:pt x="519" y="401"/>
                  <a:pt x="519" y="401"/>
                  <a:pt x="519" y="401"/>
                </a:cubicBezTo>
                <a:cubicBezTo>
                  <a:pt x="468" y="313"/>
                  <a:pt x="468" y="313"/>
                  <a:pt x="468" y="313"/>
                </a:cubicBezTo>
                <a:cubicBezTo>
                  <a:pt x="556" y="261"/>
                  <a:pt x="556" y="261"/>
                  <a:pt x="556" y="261"/>
                </a:cubicBezTo>
                <a:lnTo>
                  <a:pt x="608" y="350"/>
                </a:lnTo>
                <a:close/>
                <a:moveTo>
                  <a:pt x="1031" y="1288"/>
                </a:moveTo>
                <a:cubicBezTo>
                  <a:pt x="1120" y="1237"/>
                  <a:pt x="1120" y="1237"/>
                  <a:pt x="1120" y="1237"/>
                </a:cubicBezTo>
                <a:cubicBezTo>
                  <a:pt x="1171" y="1326"/>
                  <a:pt x="1171" y="1326"/>
                  <a:pt x="1171" y="1326"/>
                </a:cubicBezTo>
                <a:cubicBezTo>
                  <a:pt x="1082" y="1377"/>
                  <a:pt x="1082" y="1377"/>
                  <a:pt x="1082" y="1377"/>
                </a:cubicBezTo>
                <a:lnTo>
                  <a:pt x="1031" y="1288"/>
                </a:lnTo>
                <a:close/>
                <a:moveTo>
                  <a:pt x="870" y="1331"/>
                </a:moveTo>
                <a:cubicBezTo>
                  <a:pt x="870" y="1434"/>
                  <a:pt x="870" y="1434"/>
                  <a:pt x="870" y="1434"/>
                </a:cubicBezTo>
                <a:cubicBezTo>
                  <a:pt x="768" y="1434"/>
                  <a:pt x="768" y="1434"/>
                  <a:pt x="768" y="1434"/>
                </a:cubicBezTo>
                <a:cubicBezTo>
                  <a:pt x="768" y="1331"/>
                  <a:pt x="768" y="1331"/>
                  <a:pt x="768" y="1331"/>
                </a:cubicBezTo>
                <a:lnTo>
                  <a:pt x="870" y="1331"/>
                </a:lnTo>
                <a:close/>
                <a:moveTo>
                  <a:pt x="608" y="1288"/>
                </a:moveTo>
                <a:cubicBezTo>
                  <a:pt x="556" y="1377"/>
                  <a:pt x="556" y="1377"/>
                  <a:pt x="556" y="1377"/>
                </a:cubicBezTo>
                <a:cubicBezTo>
                  <a:pt x="468" y="1326"/>
                  <a:pt x="468" y="1326"/>
                  <a:pt x="468" y="1326"/>
                </a:cubicBezTo>
                <a:cubicBezTo>
                  <a:pt x="519" y="1237"/>
                  <a:pt x="519" y="1237"/>
                  <a:pt x="519" y="1237"/>
                </a:cubicBezTo>
                <a:lnTo>
                  <a:pt x="608" y="1288"/>
                </a:lnTo>
                <a:close/>
                <a:moveTo>
                  <a:pt x="401" y="1119"/>
                </a:moveTo>
                <a:cubicBezTo>
                  <a:pt x="313" y="1171"/>
                  <a:pt x="313" y="1171"/>
                  <a:pt x="313" y="1171"/>
                </a:cubicBezTo>
                <a:cubicBezTo>
                  <a:pt x="261" y="1082"/>
                  <a:pt x="261" y="1082"/>
                  <a:pt x="261" y="1082"/>
                </a:cubicBezTo>
                <a:cubicBezTo>
                  <a:pt x="350" y="1031"/>
                  <a:pt x="350" y="1031"/>
                  <a:pt x="350" y="1031"/>
                </a:cubicBezTo>
                <a:lnTo>
                  <a:pt x="401" y="1119"/>
                </a:lnTo>
                <a:close/>
                <a:moveTo>
                  <a:pt x="307" y="870"/>
                </a:moveTo>
                <a:cubicBezTo>
                  <a:pt x="205" y="870"/>
                  <a:pt x="205" y="870"/>
                  <a:pt x="205" y="870"/>
                </a:cubicBezTo>
                <a:cubicBezTo>
                  <a:pt x="205" y="768"/>
                  <a:pt x="205" y="768"/>
                  <a:pt x="205" y="768"/>
                </a:cubicBezTo>
                <a:cubicBezTo>
                  <a:pt x="307" y="768"/>
                  <a:pt x="307" y="768"/>
                  <a:pt x="307" y="768"/>
                </a:cubicBezTo>
                <a:lnTo>
                  <a:pt x="307" y="870"/>
                </a:lnTo>
                <a:close/>
                <a:moveTo>
                  <a:pt x="307" y="870"/>
                </a:moveTo>
                <a:cubicBezTo>
                  <a:pt x="307" y="870"/>
                  <a:pt x="307" y="870"/>
                  <a:pt x="307" y="870"/>
                </a:cubicBezTo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21" name="Group 57"/>
          <p:cNvGrpSpPr/>
          <p:nvPr/>
        </p:nvGrpSpPr>
        <p:grpSpPr>
          <a:xfrm>
            <a:off x="5825623" y="3366696"/>
            <a:ext cx="2780525" cy="634306"/>
            <a:chOff x="7821836" y="4301191"/>
            <a:chExt cx="3525034" cy="845741"/>
          </a:xfrm>
        </p:grpSpPr>
        <p:sp>
          <p:nvSpPr>
            <p:cNvPr id="22" name="TextBox 55"/>
            <p:cNvSpPr txBox="1"/>
            <p:nvPr/>
          </p:nvSpPr>
          <p:spPr>
            <a:xfrm>
              <a:off x="7821836" y="4685267"/>
              <a:ext cx="3525034" cy="461665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ysClr val="windowText" lastClr="000000"/>
                  </a:solidFill>
                  <a:cs typeface="+mn-ea"/>
                  <a:sym typeface="+mn-lt"/>
                </a:rPr>
                <a:t>I hope and I believe that this Template will your Time, Money and Reputation.</a:t>
              </a:r>
              <a:endParaRPr lang="zh-CN" altLang="en-US" sz="1000" dirty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  <p:sp>
          <p:nvSpPr>
            <p:cNvPr id="23" name="Rectangle 1"/>
            <p:cNvSpPr/>
            <p:nvPr/>
          </p:nvSpPr>
          <p:spPr>
            <a:xfrm>
              <a:off x="7821836" y="4301191"/>
              <a:ext cx="1170559" cy="369332"/>
            </a:xfrm>
            <a:prstGeom prst="rect">
              <a:avLst/>
            </a:prstGeom>
          </p:spPr>
          <p:txBody>
            <a:bodyPr wrap="none" lIns="0" tIns="0" rIns="0" bIns="0" anchor="ctr" anchorCtr="0">
              <a:normAutofit/>
            </a:bodyPr>
            <a:lstStyle/>
            <a:p>
              <a:r>
                <a:rPr lang="tr-TR" altLang="zh-CN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NOTE HERE</a:t>
              </a:r>
              <a:endParaRPr lang="zh-CN" altLang="en-US" sz="1600" b="1" dirty="0">
                <a:solidFill>
                  <a:sysClr val="windowText" lastClr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0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tr-TR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TITLE HERE</a:t>
            </a:r>
            <a:endParaRPr lang="en-GB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916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/>
      <p:bldP spid="12" grpId="0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718132" y="1032579"/>
            <a:ext cx="7679509" cy="3261178"/>
            <a:chOff x="718132" y="1032579"/>
            <a:chExt cx="7679509" cy="3261178"/>
          </a:xfrm>
        </p:grpSpPr>
        <p:grpSp>
          <p:nvGrpSpPr>
            <p:cNvPr id="4" name="Group 41"/>
            <p:cNvGrpSpPr/>
            <p:nvPr/>
          </p:nvGrpSpPr>
          <p:grpSpPr>
            <a:xfrm>
              <a:off x="2276746" y="1032579"/>
              <a:ext cx="6120895" cy="3261178"/>
              <a:chOff x="3286620" y="1479687"/>
              <a:chExt cx="8161193" cy="4348237"/>
            </a:xfrm>
          </p:grpSpPr>
          <p:sp>
            <p:nvSpPr>
              <p:cNvPr id="40" name="Rectangle 1"/>
              <p:cNvSpPr/>
              <p:nvPr/>
            </p:nvSpPr>
            <p:spPr>
              <a:xfrm>
                <a:off x="3286620" y="4868747"/>
                <a:ext cx="4826429" cy="755919"/>
              </a:xfrm>
              <a:prstGeom prst="rect">
                <a:avLst/>
              </a:prstGeom>
              <a:gradFill flip="none" rotWithShape="1">
                <a:gsLst>
                  <a:gs pos="8000">
                    <a:schemeClr val="accent1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" name="Rectangle 2"/>
              <p:cNvSpPr/>
              <p:nvPr/>
            </p:nvSpPr>
            <p:spPr>
              <a:xfrm>
                <a:off x="3461369" y="4113938"/>
                <a:ext cx="5070239" cy="755919"/>
              </a:xfrm>
              <a:prstGeom prst="rect">
                <a:avLst/>
              </a:prstGeom>
              <a:gradFill flip="none" rotWithShape="1">
                <a:gsLst>
                  <a:gs pos="6000">
                    <a:schemeClr val="accent2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Rectangle 3"/>
              <p:cNvSpPr/>
              <p:nvPr/>
            </p:nvSpPr>
            <p:spPr>
              <a:xfrm>
                <a:off x="3858845" y="3361279"/>
                <a:ext cx="5090992" cy="755919"/>
              </a:xfrm>
              <a:prstGeom prst="rect">
                <a:avLst/>
              </a:prstGeom>
              <a:gradFill flip="none" rotWithShape="1">
                <a:gsLst>
                  <a:gs pos="4000">
                    <a:schemeClr val="accent3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Rectangle 4"/>
              <p:cNvSpPr/>
              <p:nvPr/>
            </p:nvSpPr>
            <p:spPr>
              <a:xfrm>
                <a:off x="4125479" y="2606990"/>
                <a:ext cx="5144997" cy="755919"/>
              </a:xfrm>
              <a:prstGeom prst="rect">
                <a:avLst/>
              </a:prstGeom>
              <a:gradFill flip="none" rotWithShape="1">
                <a:gsLst>
                  <a:gs pos="2000">
                    <a:schemeClr val="accent4"/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Rectangle 5"/>
              <p:cNvSpPr/>
              <p:nvPr/>
            </p:nvSpPr>
            <p:spPr>
              <a:xfrm>
                <a:off x="4439928" y="1851886"/>
                <a:ext cx="4830547" cy="75591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alpha val="52000"/>
                    </a:schemeClr>
                  </a:gs>
                  <a:gs pos="100000">
                    <a:schemeClr val="bg1"/>
                  </a:gs>
                </a:gsLst>
                <a:lin ang="1080000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Freeform: Shape 6"/>
              <p:cNvSpPr>
                <a:spLocks/>
              </p:cNvSpPr>
              <p:nvPr/>
            </p:nvSpPr>
            <p:spPr bwMode="auto">
              <a:xfrm>
                <a:off x="7104373" y="4870672"/>
                <a:ext cx="4343440" cy="754291"/>
              </a:xfrm>
              <a:custGeom>
                <a:avLst/>
                <a:gdLst>
                  <a:gd name="connsiteX0" fmla="*/ 343490 w 3464820"/>
                  <a:gd name="connsiteY0" fmla="*/ 0 h 601707"/>
                  <a:gd name="connsiteX1" fmla="*/ 1146865 w 3464820"/>
                  <a:gd name="connsiteY1" fmla="*/ 0 h 601707"/>
                  <a:gd name="connsiteX2" fmla="*/ 1251746 w 3464820"/>
                  <a:gd name="connsiteY2" fmla="*/ 0 h 601707"/>
                  <a:gd name="connsiteX3" fmla="*/ 2200326 w 3464820"/>
                  <a:gd name="connsiteY3" fmla="*/ 0 h 601707"/>
                  <a:gd name="connsiteX4" fmla="*/ 2341984 w 3464820"/>
                  <a:gd name="connsiteY4" fmla="*/ 0 h 601707"/>
                  <a:gd name="connsiteX5" fmla="*/ 3117831 w 3464820"/>
                  <a:gd name="connsiteY5" fmla="*/ 0 h 601707"/>
                  <a:gd name="connsiteX6" fmla="*/ 3464820 w 3464820"/>
                  <a:gd name="connsiteY6" fmla="*/ 601707 h 601707"/>
                  <a:gd name="connsiteX7" fmla="*/ 2489936 w 3464820"/>
                  <a:gd name="connsiteY7" fmla="*/ 601707 h 601707"/>
                  <a:gd name="connsiteX8" fmla="*/ 2317288 w 3464820"/>
                  <a:gd name="connsiteY8" fmla="*/ 601707 h 601707"/>
                  <a:gd name="connsiteX9" fmla="*/ 1135963 w 3464820"/>
                  <a:gd name="connsiteY9" fmla="*/ 601707 h 601707"/>
                  <a:gd name="connsiteX10" fmla="*/ 998913 w 3464820"/>
                  <a:gd name="connsiteY10" fmla="*/ 601707 h 601707"/>
                  <a:gd name="connsiteX11" fmla="*/ 0 w 3464820"/>
                  <a:gd name="connsiteY11" fmla="*/ 601707 h 601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464820" h="601707">
                    <a:moveTo>
                      <a:pt x="343490" y="0"/>
                    </a:moveTo>
                    <a:lnTo>
                      <a:pt x="1146865" y="0"/>
                    </a:lnTo>
                    <a:lnTo>
                      <a:pt x="1251746" y="0"/>
                    </a:lnTo>
                    <a:lnTo>
                      <a:pt x="2200326" y="0"/>
                    </a:lnTo>
                    <a:lnTo>
                      <a:pt x="2341984" y="0"/>
                    </a:lnTo>
                    <a:lnTo>
                      <a:pt x="3117831" y="0"/>
                    </a:lnTo>
                    <a:lnTo>
                      <a:pt x="3464820" y="601707"/>
                    </a:lnTo>
                    <a:lnTo>
                      <a:pt x="2489936" y="601707"/>
                    </a:lnTo>
                    <a:lnTo>
                      <a:pt x="2317288" y="601707"/>
                    </a:lnTo>
                    <a:lnTo>
                      <a:pt x="1135963" y="601707"/>
                    </a:lnTo>
                    <a:lnTo>
                      <a:pt x="998913" y="601707"/>
                    </a:lnTo>
                    <a:lnTo>
                      <a:pt x="0" y="6017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solidFill>
                  <a:schemeClr val="bg1"/>
                </a:solidFill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" name="Freeform: Shape 7"/>
              <p:cNvSpPr>
                <a:spLocks/>
              </p:cNvSpPr>
              <p:nvPr/>
            </p:nvSpPr>
            <p:spPr bwMode="auto">
              <a:xfrm>
                <a:off x="7528117" y="4116383"/>
                <a:ext cx="3484719" cy="754291"/>
              </a:xfrm>
              <a:custGeom>
                <a:avLst/>
                <a:gdLst>
                  <a:gd name="connsiteX0" fmla="*/ 346988 w 2779807"/>
                  <a:gd name="connsiteY0" fmla="*/ 0 h 601707"/>
                  <a:gd name="connsiteX1" fmla="*/ 921015 w 2779807"/>
                  <a:gd name="connsiteY1" fmla="*/ 0 h 601707"/>
                  <a:gd name="connsiteX2" fmla="*/ 1035767 w 2779807"/>
                  <a:gd name="connsiteY2" fmla="*/ 0 h 601707"/>
                  <a:gd name="connsiteX3" fmla="*/ 1744040 w 2779807"/>
                  <a:gd name="connsiteY3" fmla="*/ 0 h 601707"/>
                  <a:gd name="connsiteX4" fmla="*/ 1843696 w 2779807"/>
                  <a:gd name="connsiteY4" fmla="*/ 0 h 601707"/>
                  <a:gd name="connsiteX5" fmla="*/ 2432819 w 2779807"/>
                  <a:gd name="connsiteY5" fmla="*/ 0 h 601707"/>
                  <a:gd name="connsiteX6" fmla="*/ 2779807 w 2779807"/>
                  <a:gd name="connsiteY6" fmla="*/ 601707 h 601707"/>
                  <a:gd name="connsiteX7" fmla="*/ 1997758 w 2779807"/>
                  <a:gd name="connsiteY7" fmla="*/ 601707 h 601707"/>
                  <a:gd name="connsiteX8" fmla="*/ 1862302 w 2779807"/>
                  <a:gd name="connsiteY8" fmla="*/ 601707 h 601707"/>
                  <a:gd name="connsiteX9" fmla="*/ 917505 w 2779807"/>
                  <a:gd name="connsiteY9" fmla="*/ 601707 h 601707"/>
                  <a:gd name="connsiteX10" fmla="*/ 766953 w 2779807"/>
                  <a:gd name="connsiteY10" fmla="*/ 601707 h 601707"/>
                  <a:gd name="connsiteX11" fmla="*/ 0 w 2779807"/>
                  <a:gd name="connsiteY11" fmla="*/ 601707 h 601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79807" h="601707">
                    <a:moveTo>
                      <a:pt x="346988" y="0"/>
                    </a:moveTo>
                    <a:lnTo>
                      <a:pt x="921015" y="0"/>
                    </a:lnTo>
                    <a:lnTo>
                      <a:pt x="1035767" y="0"/>
                    </a:lnTo>
                    <a:lnTo>
                      <a:pt x="1744040" y="0"/>
                    </a:lnTo>
                    <a:lnTo>
                      <a:pt x="1843696" y="0"/>
                    </a:lnTo>
                    <a:lnTo>
                      <a:pt x="2432819" y="0"/>
                    </a:lnTo>
                    <a:lnTo>
                      <a:pt x="2779807" y="601707"/>
                    </a:lnTo>
                    <a:lnTo>
                      <a:pt x="1997758" y="601707"/>
                    </a:lnTo>
                    <a:lnTo>
                      <a:pt x="1862302" y="601707"/>
                    </a:lnTo>
                    <a:lnTo>
                      <a:pt x="917505" y="601707"/>
                    </a:lnTo>
                    <a:lnTo>
                      <a:pt x="766953" y="601707"/>
                    </a:lnTo>
                    <a:lnTo>
                      <a:pt x="0" y="60170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bg1"/>
                </a:solidFill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Freeform: Shape 8"/>
              <p:cNvSpPr>
                <a:spLocks/>
              </p:cNvSpPr>
              <p:nvPr/>
            </p:nvSpPr>
            <p:spPr bwMode="auto">
              <a:xfrm>
                <a:off x="7963095" y="3362093"/>
                <a:ext cx="2614760" cy="754291"/>
              </a:xfrm>
              <a:custGeom>
                <a:avLst/>
                <a:gdLst>
                  <a:gd name="connsiteX0" fmla="*/ 346988 w 2085829"/>
                  <a:gd name="connsiteY0" fmla="*/ 0 h 601707"/>
                  <a:gd name="connsiteX1" fmla="*/ 761790 w 2085829"/>
                  <a:gd name="connsiteY1" fmla="*/ 0 h 601707"/>
                  <a:gd name="connsiteX2" fmla="*/ 805741 w 2085829"/>
                  <a:gd name="connsiteY2" fmla="*/ 0 h 601707"/>
                  <a:gd name="connsiteX3" fmla="*/ 1280088 w 2085829"/>
                  <a:gd name="connsiteY3" fmla="*/ 0 h 601707"/>
                  <a:gd name="connsiteX4" fmla="*/ 1304153 w 2085829"/>
                  <a:gd name="connsiteY4" fmla="*/ 0 h 601707"/>
                  <a:gd name="connsiteX5" fmla="*/ 1738841 w 2085829"/>
                  <a:gd name="connsiteY5" fmla="*/ 0 h 601707"/>
                  <a:gd name="connsiteX6" fmla="*/ 2085829 w 2085829"/>
                  <a:gd name="connsiteY6" fmla="*/ 601707 h 601707"/>
                  <a:gd name="connsiteX7" fmla="*/ 1437886 w 2085829"/>
                  <a:gd name="connsiteY7" fmla="*/ 601707 h 601707"/>
                  <a:gd name="connsiteX8" fmla="*/ 1397050 w 2085829"/>
                  <a:gd name="connsiteY8" fmla="*/ 601707 h 601707"/>
                  <a:gd name="connsiteX9" fmla="*/ 688779 w 2085829"/>
                  <a:gd name="connsiteY9" fmla="*/ 601707 h 601707"/>
                  <a:gd name="connsiteX10" fmla="*/ 628057 w 2085829"/>
                  <a:gd name="connsiteY10" fmla="*/ 601707 h 601707"/>
                  <a:gd name="connsiteX11" fmla="*/ 0 w 2085829"/>
                  <a:gd name="connsiteY11" fmla="*/ 601707 h 601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85829" h="601707">
                    <a:moveTo>
                      <a:pt x="346988" y="0"/>
                    </a:moveTo>
                    <a:lnTo>
                      <a:pt x="761790" y="0"/>
                    </a:lnTo>
                    <a:lnTo>
                      <a:pt x="805741" y="0"/>
                    </a:lnTo>
                    <a:lnTo>
                      <a:pt x="1280088" y="0"/>
                    </a:lnTo>
                    <a:lnTo>
                      <a:pt x="1304153" y="0"/>
                    </a:lnTo>
                    <a:lnTo>
                      <a:pt x="1738841" y="0"/>
                    </a:lnTo>
                    <a:lnTo>
                      <a:pt x="2085829" y="601707"/>
                    </a:lnTo>
                    <a:lnTo>
                      <a:pt x="1437886" y="601707"/>
                    </a:lnTo>
                    <a:lnTo>
                      <a:pt x="1397050" y="601707"/>
                    </a:lnTo>
                    <a:lnTo>
                      <a:pt x="688779" y="601707"/>
                    </a:lnTo>
                    <a:lnTo>
                      <a:pt x="628057" y="601707"/>
                    </a:lnTo>
                    <a:lnTo>
                      <a:pt x="0" y="60170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solidFill>
                  <a:schemeClr val="bg1"/>
                </a:solidFill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Freeform: Shape 9"/>
              <p:cNvSpPr>
                <a:spLocks/>
              </p:cNvSpPr>
              <p:nvPr/>
            </p:nvSpPr>
            <p:spPr bwMode="auto">
              <a:xfrm>
                <a:off x="8398073" y="2607805"/>
                <a:ext cx="1744803" cy="754291"/>
              </a:xfrm>
              <a:custGeom>
                <a:avLst/>
                <a:gdLst>
                  <a:gd name="connsiteX0" fmla="*/ 348288 w 1391853"/>
                  <a:gd name="connsiteY0" fmla="*/ 0 h 601707"/>
                  <a:gd name="connsiteX1" fmla="*/ 527601 w 1391853"/>
                  <a:gd name="connsiteY1" fmla="*/ 0 h 601707"/>
                  <a:gd name="connsiteX2" fmla="*/ 575715 w 1391853"/>
                  <a:gd name="connsiteY2" fmla="*/ 0 h 601707"/>
                  <a:gd name="connsiteX3" fmla="*/ 816138 w 1391853"/>
                  <a:gd name="connsiteY3" fmla="*/ 0 h 601707"/>
                  <a:gd name="connsiteX4" fmla="*/ 896189 w 1391853"/>
                  <a:gd name="connsiteY4" fmla="*/ 0 h 601707"/>
                  <a:gd name="connsiteX5" fmla="*/ 1043565 w 1391853"/>
                  <a:gd name="connsiteY5" fmla="*/ 0 h 601707"/>
                  <a:gd name="connsiteX6" fmla="*/ 1391853 w 1391853"/>
                  <a:gd name="connsiteY6" fmla="*/ 601707 h 601707"/>
                  <a:gd name="connsiteX7" fmla="*/ 1075503 w 1391853"/>
                  <a:gd name="connsiteY7" fmla="*/ 601707 h 601707"/>
                  <a:gd name="connsiteX8" fmla="*/ 933100 w 1391853"/>
                  <a:gd name="connsiteY8" fmla="*/ 601707 h 601707"/>
                  <a:gd name="connsiteX9" fmla="*/ 458753 w 1391853"/>
                  <a:gd name="connsiteY9" fmla="*/ 601707 h 601707"/>
                  <a:gd name="connsiteX10" fmla="*/ 348287 w 1391853"/>
                  <a:gd name="connsiteY10" fmla="*/ 601707 h 601707"/>
                  <a:gd name="connsiteX11" fmla="*/ 0 w 1391853"/>
                  <a:gd name="connsiteY11" fmla="*/ 601707 h 601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91853" h="601707">
                    <a:moveTo>
                      <a:pt x="348288" y="0"/>
                    </a:moveTo>
                    <a:lnTo>
                      <a:pt x="527601" y="0"/>
                    </a:lnTo>
                    <a:lnTo>
                      <a:pt x="575715" y="0"/>
                    </a:lnTo>
                    <a:lnTo>
                      <a:pt x="816138" y="0"/>
                    </a:lnTo>
                    <a:lnTo>
                      <a:pt x="896189" y="0"/>
                    </a:lnTo>
                    <a:lnTo>
                      <a:pt x="1043565" y="0"/>
                    </a:lnTo>
                    <a:lnTo>
                      <a:pt x="1391853" y="601707"/>
                    </a:lnTo>
                    <a:lnTo>
                      <a:pt x="1075503" y="601707"/>
                    </a:lnTo>
                    <a:lnTo>
                      <a:pt x="933100" y="601707"/>
                    </a:lnTo>
                    <a:lnTo>
                      <a:pt x="458753" y="601707"/>
                    </a:lnTo>
                    <a:lnTo>
                      <a:pt x="348287" y="601707"/>
                    </a:lnTo>
                    <a:lnTo>
                      <a:pt x="0" y="60170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bg1"/>
                </a:solidFill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Rectangle 10"/>
              <p:cNvSpPr/>
              <p:nvPr/>
            </p:nvSpPr>
            <p:spPr>
              <a:xfrm>
                <a:off x="7104374" y="5620886"/>
                <a:ext cx="4343439" cy="198127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Oval 11"/>
              <p:cNvSpPr/>
              <p:nvPr/>
            </p:nvSpPr>
            <p:spPr>
              <a:xfrm>
                <a:off x="6716118" y="5096222"/>
                <a:ext cx="342871" cy="34287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bg1"/>
                </a:solidFill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normAutofit fontScale="32500"/>
              </a:bodyPr>
              <a:lstStyle/>
              <a:p>
                <a:pPr algn="ctr" rtl="1"/>
                <a:r>
                  <a:rPr lang="fa-IR" altLang="en-US">
                    <a:ln w="18415" cmpd="sng">
                      <a:noFill/>
                      <a:prstDash val="solid"/>
                    </a:ln>
                    <a:solidFill>
                      <a:srgbClr val="FFFFFF"/>
                    </a:solidFill>
                    <a:cs typeface="+mn-ea"/>
                    <a:sym typeface="+mn-lt"/>
                  </a:rPr>
                  <a:t>۱</a:t>
                </a:r>
              </a:p>
            </p:txBody>
          </p:sp>
          <p:sp>
            <p:nvSpPr>
              <p:cNvPr id="51" name="Oval 12"/>
              <p:cNvSpPr/>
              <p:nvPr/>
            </p:nvSpPr>
            <p:spPr>
              <a:xfrm>
                <a:off x="7165006" y="4331531"/>
                <a:ext cx="342871" cy="342871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normAutofit fontScale="32500"/>
              </a:bodyPr>
              <a:lstStyle/>
              <a:p>
                <a:pPr algn="ctr" rtl="1"/>
                <a:r>
                  <a:rPr lang="fa-IR" altLang="en-US">
                    <a:ln w="18415" cmpd="sng">
                      <a:noFill/>
                      <a:prstDash val="solid"/>
                    </a:ln>
                    <a:solidFill>
                      <a:srgbClr val="FFFFFF"/>
                    </a:solidFill>
                    <a:cs typeface="+mn-ea"/>
                    <a:sym typeface="+mn-lt"/>
                  </a:rPr>
                  <a:t>۲</a:t>
                </a:r>
              </a:p>
            </p:txBody>
          </p:sp>
          <p:sp>
            <p:nvSpPr>
              <p:cNvPr id="52" name="Oval 13"/>
              <p:cNvSpPr/>
              <p:nvPr/>
            </p:nvSpPr>
            <p:spPr>
              <a:xfrm>
                <a:off x="7613894" y="3566841"/>
                <a:ext cx="342871" cy="342871"/>
              </a:xfrm>
              <a:prstGeom prst="ellipse">
                <a:avLst/>
              </a:prstGeom>
              <a:solidFill>
                <a:schemeClr val="accent3"/>
              </a:solidFill>
              <a:ln w="28575">
                <a:solidFill>
                  <a:schemeClr val="bg1"/>
                </a:solidFill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normAutofit fontScale="32500"/>
              </a:bodyPr>
              <a:lstStyle/>
              <a:p>
                <a:pPr algn="ctr" rtl="1"/>
                <a:r>
                  <a:rPr lang="fa-IR" altLang="en-US">
                    <a:ln w="18415" cmpd="sng">
                      <a:noFill/>
                      <a:prstDash val="solid"/>
                    </a:ln>
                    <a:solidFill>
                      <a:srgbClr val="FFFFFF"/>
                    </a:solidFill>
                    <a:cs typeface="+mn-ea"/>
                    <a:sym typeface="+mn-lt"/>
                  </a:rPr>
                  <a:t>۳</a:t>
                </a:r>
              </a:p>
            </p:txBody>
          </p:sp>
          <p:sp>
            <p:nvSpPr>
              <p:cNvPr id="53" name="Oval 14"/>
              <p:cNvSpPr/>
              <p:nvPr/>
            </p:nvSpPr>
            <p:spPr>
              <a:xfrm>
                <a:off x="8062785" y="2802150"/>
                <a:ext cx="342871" cy="34287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bg1"/>
                </a:solidFill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normAutofit fontScale="32500"/>
              </a:bodyPr>
              <a:lstStyle/>
              <a:p>
                <a:pPr algn="ctr" rtl="1"/>
                <a:r>
                  <a:rPr lang="fa-IR" altLang="en-US">
                    <a:ln w="18415" cmpd="sng">
                      <a:noFill/>
                      <a:prstDash val="solid"/>
                    </a:ln>
                    <a:solidFill>
                      <a:srgbClr val="FFFFFF"/>
                    </a:solidFill>
                    <a:cs typeface="+mn-ea"/>
                    <a:sym typeface="+mn-lt"/>
                  </a:rPr>
                  <a:t>۴</a:t>
                </a:r>
              </a:p>
            </p:txBody>
          </p:sp>
          <p:sp>
            <p:nvSpPr>
              <p:cNvPr id="54" name="Oval 15"/>
              <p:cNvSpPr/>
              <p:nvPr/>
            </p:nvSpPr>
            <p:spPr>
              <a:xfrm>
                <a:off x="8511674" y="2037459"/>
                <a:ext cx="342871" cy="342871"/>
              </a:xfrm>
              <a:prstGeom prst="ellipse">
                <a:avLst/>
              </a:prstGeom>
              <a:solidFill>
                <a:schemeClr val="accent5"/>
              </a:solidFill>
              <a:ln w="28575">
                <a:solidFill>
                  <a:schemeClr val="bg1"/>
                </a:solidFill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normAutofit fontScale="32500"/>
              </a:bodyPr>
              <a:lstStyle/>
              <a:p>
                <a:pPr algn="ctr" rtl="1"/>
                <a:r>
                  <a:rPr lang="fa-IR" altLang="en-US">
                    <a:ln w="18415" cmpd="sng">
                      <a:noFill/>
                      <a:prstDash val="solid"/>
                    </a:ln>
                    <a:solidFill>
                      <a:srgbClr val="FFFFFF"/>
                    </a:solidFill>
                    <a:cs typeface="+mn-ea"/>
                    <a:sym typeface="+mn-lt"/>
                  </a:rPr>
                  <a:t>۵</a:t>
                </a:r>
              </a:p>
            </p:txBody>
          </p:sp>
          <p:sp>
            <p:nvSpPr>
              <p:cNvPr id="55" name="Freeform: Shape 16"/>
              <p:cNvSpPr/>
              <p:nvPr/>
            </p:nvSpPr>
            <p:spPr>
              <a:xfrm rot="14400000">
                <a:off x="8373243" y="3532830"/>
                <a:ext cx="4348237" cy="241951"/>
              </a:xfrm>
              <a:custGeom>
                <a:avLst/>
                <a:gdLst>
                  <a:gd name="connsiteX0" fmla="*/ 4195073 w 4195073"/>
                  <a:gd name="connsiteY0" fmla="*/ 0 h 212450"/>
                  <a:gd name="connsiteX1" fmla="*/ 3886739 w 4195073"/>
                  <a:gd name="connsiteY1" fmla="*/ 212450 h 212450"/>
                  <a:gd name="connsiteX2" fmla="*/ 3886739 w 4195073"/>
                  <a:gd name="connsiteY2" fmla="*/ 99664 h 212450"/>
                  <a:gd name="connsiteX3" fmla="*/ 0 w 4195073"/>
                  <a:gd name="connsiteY3" fmla="*/ 99664 h 212450"/>
                  <a:gd name="connsiteX4" fmla="*/ 0 w 4195073"/>
                  <a:gd name="connsiteY4" fmla="*/ 0 h 21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95073" h="212450">
                    <a:moveTo>
                      <a:pt x="4195073" y="0"/>
                    </a:moveTo>
                    <a:lnTo>
                      <a:pt x="3886739" y="212450"/>
                    </a:lnTo>
                    <a:lnTo>
                      <a:pt x="3886739" y="99664"/>
                    </a:lnTo>
                    <a:lnTo>
                      <a:pt x="0" y="996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Freeform: Shape 17"/>
              <p:cNvSpPr>
                <a:spLocks/>
              </p:cNvSpPr>
              <p:nvPr/>
            </p:nvSpPr>
            <p:spPr bwMode="auto">
              <a:xfrm>
                <a:off x="8834680" y="1851885"/>
                <a:ext cx="871589" cy="755921"/>
              </a:xfrm>
              <a:custGeom>
                <a:avLst/>
                <a:gdLst>
                  <a:gd name="connsiteX0" fmla="*/ 349282 w 695278"/>
                  <a:gd name="connsiteY0" fmla="*/ 0 h 603008"/>
                  <a:gd name="connsiteX1" fmla="*/ 355860 w 695278"/>
                  <a:gd name="connsiteY1" fmla="*/ 5198 h 603008"/>
                  <a:gd name="connsiteX2" fmla="*/ 386296 w 695278"/>
                  <a:gd name="connsiteY2" fmla="*/ 66663 h 603008"/>
                  <a:gd name="connsiteX3" fmla="*/ 695278 w 695278"/>
                  <a:gd name="connsiteY3" fmla="*/ 603008 h 603008"/>
                  <a:gd name="connsiteX4" fmla="*/ 467851 w 695278"/>
                  <a:gd name="connsiteY4" fmla="*/ 603008 h 603008"/>
                  <a:gd name="connsiteX5" fmla="*/ 467851 w 695278"/>
                  <a:gd name="connsiteY5" fmla="*/ 603007 h 603008"/>
                  <a:gd name="connsiteX6" fmla="*/ 227428 w 695278"/>
                  <a:gd name="connsiteY6" fmla="*/ 603007 h 603008"/>
                  <a:gd name="connsiteX7" fmla="*/ 227427 w 695278"/>
                  <a:gd name="connsiteY7" fmla="*/ 603007 h 603008"/>
                  <a:gd name="connsiteX8" fmla="*/ 227427 w 695278"/>
                  <a:gd name="connsiteY8" fmla="*/ 603008 h 603008"/>
                  <a:gd name="connsiteX9" fmla="*/ 0 w 695278"/>
                  <a:gd name="connsiteY9" fmla="*/ 603008 h 603008"/>
                  <a:gd name="connsiteX10" fmla="*/ 323433 w 695278"/>
                  <a:gd name="connsiteY10" fmla="*/ 43687 h 603008"/>
                  <a:gd name="connsiteX11" fmla="*/ 342704 w 695278"/>
                  <a:gd name="connsiteY11" fmla="*/ 5198 h 603008"/>
                  <a:gd name="connsiteX12" fmla="*/ 347641 w 695278"/>
                  <a:gd name="connsiteY12" fmla="*/ 1297 h 603008"/>
                  <a:gd name="connsiteX13" fmla="*/ 348289 w 695278"/>
                  <a:gd name="connsiteY13" fmla="*/ 1 h 603008"/>
                  <a:gd name="connsiteX14" fmla="*/ 348570 w 695278"/>
                  <a:gd name="connsiteY14" fmla="*/ 563 h 603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5278" h="603008">
                    <a:moveTo>
                      <a:pt x="349282" y="0"/>
                    </a:moveTo>
                    <a:lnTo>
                      <a:pt x="355860" y="5198"/>
                    </a:lnTo>
                    <a:lnTo>
                      <a:pt x="386296" y="66663"/>
                    </a:lnTo>
                    <a:lnTo>
                      <a:pt x="695278" y="603008"/>
                    </a:lnTo>
                    <a:lnTo>
                      <a:pt x="467851" y="603008"/>
                    </a:lnTo>
                    <a:lnTo>
                      <a:pt x="467851" y="603007"/>
                    </a:lnTo>
                    <a:lnTo>
                      <a:pt x="227428" y="603007"/>
                    </a:lnTo>
                    <a:lnTo>
                      <a:pt x="227427" y="603007"/>
                    </a:lnTo>
                    <a:lnTo>
                      <a:pt x="227427" y="603008"/>
                    </a:lnTo>
                    <a:lnTo>
                      <a:pt x="0" y="603008"/>
                    </a:lnTo>
                    <a:lnTo>
                      <a:pt x="323433" y="43687"/>
                    </a:lnTo>
                    <a:lnTo>
                      <a:pt x="342704" y="5198"/>
                    </a:lnTo>
                    <a:lnTo>
                      <a:pt x="347641" y="1297"/>
                    </a:lnTo>
                    <a:lnTo>
                      <a:pt x="348289" y="1"/>
                    </a:lnTo>
                    <a:lnTo>
                      <a:pt x="348570" y="56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solidFill>
                  <a:schemeClr val="bg1"/>
                </a:solidFill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Freeform: Shape 18"/>
              <p:cNvSpPr>
                <a:spLocks/>
              </p:cNvSpPr>
              <p:nvPr/>
            </p:nvSpPr>
            <p:spPr bwMode="auto">
              <a:xfrm>
                <a:off x="9071681" y="4300470"/>
                <a:ext cx="397587" cy="386119"/>
              </a:xfrm>
              <a:custGeom>
                <a:avLst/>
                <a:gdLst>
                  <a:gd name="T0" fmla="*/ 94 w 132"/>
                  <a:gd name="T1" fmla="*/ 0 h 128"/>
                  <a:gd name="T2" fmla="*/ 56 w 132"/>
                  <a:gd name="T3" fmla="*/ 27 h 128"/>
                  <a:gd name="T4" fmla="*/ 55 w 132"/>
                  <a:gd name="T5" fmla="*/ 27 h 128"/>
                  <a:gd name="T6" fmla="*/ 14 w 132"/>
                  <a:gd name="T7" fmla="*/ 69 h 128"/>
                  <a:gd name="T8" fmla="*/ 1 w 132"/>
                  <a:gd name="T9" fmla="*/ 110 h 128"/>
                  <a:gd name="T10" fmla="*/ 14 w 132"/>
                  <a:gd name="T11" fmla="*/ 128 h 128"/>
                  <a:gd name="T12" fmla="*/ 53 w 132"/>
                  <a:gd name="T13" fmla="*/ 118 h 128"/>
                  <a:gd name="T14" fmla="*/ 120 w 132"/>
                  <a:gd name="T15" fmla="*/ 53 h 128"/>
                  <a:gd name="T16" fmla="*/ 64 w 132"/>
                  <a:gd name="T17" fmla="*/ 95 h 128"/>
                  <a:gd name="T18" fmla="*/ 99 w 132"/>
                  <a:gd name="T19" fmla="*/ 47 h 128"/>
                  <a:gd name="T20" fmla="*/ 95 w 132"/>
                  <a:gd name="T21" fmla="*/ 67 h 128"/>
                  <a:gd name="T22" fmla="*/ 64 w 132"/>
                  <a:gd name="T23" fmla="*/ 98 h 128"/>
                  <a:gd name="T24" fmla="*/ 59 w 132"/>
                  <a:gd name="T25" fmla="*/ 81 h 128"/>
                  <a:gd name="T26" fmla="*/ 46 w 132"/>
                  <a:gd name="T27" fmla="*/ 68 h 128"/>
                  <a:gd name="T28" fmla="*/ 92 w 132"/>
                  <a:gd name="T29" fmla="*/ 36 h 128"/>
                  <a:gd name="T30" fmla="*/ 59 w 132"/>
                  <a:gd name="T31" fmla="*/ 81 h 128"/>
                  <a:gd name="T32" fmla="*/ 30 w 132"/>
                  <a:gd name="T33" fmla="*/ 64 h 128"/>
                  <a:gd name="T34" fmla="*/ 80 w 132"/>
                  <a:gd name="T35" fmla="*/ 29 h 128"/>
                  <a:gd name="T36" fmla="*/ 17 w 132"/>
                  <a:gd name="T37" fmla="*/ 119 h 128"/>
                  <a:gd name="T38" fmla="*/ 8 w 132"/>
                  <a:gd name="T39" fmla="*/ 114 h 128"/>
                  <a:gd name="T40" fmla="*/ 13 w 132"/>
                  <a:gd name="T41" fmla="*/ 96 h 128"/>
                  <a:gd name="T42" fmla="*/ 32 w 132"/>
                  <a:gd name="T43" fmla="*/ 116 h 128"/>
                  <a:gd name="T44" fmla="*/ 35 w 132"/>
                  <a:gd name="T45" fmla="*/ 115 h 128"/>
                  <a:gd name="T46" fmla="*/ 14 w 132"/>
                  <a:gd name="T47" fmla="*/ 92 h 128"/>
                  <a:gd name="T48" fmla="*/ 19 w 132"/>
                  <a:gd name="T49" fmla="*/ 75 h 128"/>
                  <a:gd name="T50" fmla="*/ 52 w 132"/>
                  <a:gd name="T51" fmla="*/ 110 h 128"/>
                  <a:gd name="T52" fmla="*/ 35 w 132"/>
                  <a:gd name="T53" fmla="*/ 115 h 128"/>
                  <a:gd name="T54" fmla="*/ 108 w 132"/>
                  <a:gd name="T55" fmla="*/ 54 h 128"/>
                  <a:gd name="T56" fmla="*/ 98 w 132"/>
                  <a:gd name="T57" fmla="*/ 30 h 128"/>
                  <a:gd name="T58" fmla="*/ 81 w 132"/>
                  <a:gd name="T59" fmla="*/ 13 h 128"/>
                  <a:gd name="T60" fmla="*/ 112 w 132"/>
                  <a:gd name="T61" fmla="*/ 16 h 128"/>
                  <a:gd name="T62" fmla="*/ 115 w 132"/>
                  <a:gd name="T63" fmla="*/ 47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32" h="128">
                    <a:moveTo>
                      <a:pt x="118" y="10"/>
                    </a:moveTo>
                    <a:cubicBezTo>
                      <a:pt x="111" y="4"/>
                      <a:pt x="102" y="0"/>
                      <a:pt x="94" y="0"/>
                    </a:cubicBezTo>
                    <a:cubicBezTo>
                      <a:pt x="87" y="0"/>
                      <a:pt x="80" y="3"/>
                      <a:pt x="75" y="8"/>
                    </a:cubicBezTo>
                    <a:cubicBezTo>
                      <a:pt x="56" y="27"/>
                      <a:pt x="56" y="27"/>
                      <a:pt x="56" y="27"/>
                    </a:cubicBezTo>
                    <a:cubicBezTo>
                      <a:pt x="56" y="27"/>
                      <a:pt x="56" y="27"/>
                      <a:pt x="55" y="27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14" y="69"/>
                      <a:pt x="14" y="69"/>
                      <a:pt x="14" y="69"/>
                    </a:cubicBezTo>
                    <a:cubicBezTo>
                      <a:pt x="12" y="71"/>
                      <a:pt x="11" y="73"/>
                      <a:pt x="10" y="76"/>
                    </a:cubicBezTo>
                    <a:cubicBezTo>
                      <a:pt x="1" y="110"/>
                      <a:pt x="1" y="110"/>
                      <a:pt x="1" y="110"/>
                    </a:cubicBezTo>
                    <a:cubicBezTo>
                      <a:pt x="1" y="110"/>
                      <a:pt x="0" y="113"/>
                      <a:pt x="0" y="114"/>
                    </a:cubicBezTo>
                    <a:cubicBezTo>
                      <a:pt x="0" y="122"/>
                      <a:pt x="6" y="128"/>
                      <a:pt x="14" y="128"/>
                    </a:cubicBezTo>
                    <a:cubicBezTo>
                      <a:pt x="16" y="128"/>
                      <a:pt x="19" y="127"/>
                      <a:pt x="19" y="127"/>
                    </a:cubicBezTo>
                    <a:cubicBezTo>
                      <a:pt x="53" y="118"/>
                      <a:pt x="53" y="118"/>
                      <a:pt x="53" y="118"/>
                    </a:cubicBezTo>
                    <a:cubicBezTo>
                      <a:pt x="55" y="118"/>
                      <a:pt x="57" y="116"/>
                      <a:pt x="59" y="114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32" y="42"/>
                      <a:pt x="130" y="23"/>
                      <a:pt x="118" y="10"/>
                    </a:cubicBezTo>
                    <a:close/>
                    <a:moveTo>
                      <a:pt x="64" y="95"/>
                    </a:moveTo>
                    <a:cubicBezTo>
                      <a:pt x="64" y="92"/>
                      <a:pt x="63" y="88"/>
                      <a:pt x="61" y="85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101" y="54"/>
                      <a:pt x="100" y="62"/>
                      <a:pt x="95" y="67"/>
                    </a:cubicBezTo>
                    <a:cubicBezTo>
                      <a:pt x="95" y="67"/>
                      <a:pt x="95" y="67"/>
                      <a:pt x="95" y="67"/>
                    </a:cubicBezTo>
                    <a:cubicBezTo>
                      <a:pt x="95" y="67"/>
                      <a:pt x="95" y="67"/>
                      <a:pt x="95" y="67"/>
                    </a:cubicBezTo>
                    <a:cubicBezTo>
                      <a:pt x="64" y="98"/>
                      <a:pt x="64" y="98"/>
                      <a:pt x="64" y="98"/>
                    </a:cubicBezTo>
                    <a:cubicBezTo>
                      <a:pt x="64" y="97"/>
                      <a:pt x="64" y="96"/>
                      <a:pt x="64" y="95"/>
                    </a:cubicBezTo>
                    <a:close/>
                    <a:moveTo>
                      <a:pt x="59" y="81"/>
                    </a:moveTo>
                    <a:cubicBezTo>
                      <a:pt x="58" y="79"/>
                      <a:pt x="56" y="76"/>
                      <a:pt x="54" y="74"/>
                    </a:cubicBezTo>
                    <a:cubicBezTo>
                      <a:pt x="51" y="72"/>
                      <a:pt x="49" y="70"/>
                      <a:pt x="46" y="68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7" y="31"/>
                      <a:pt x="90" y="33"/>
                      <a:pt x="92" y="36"/>
                    </a:cubicBezTo>
                    <a:cubicBezTo>
                      <a:pt x="94" y="38"/>
                      <a:pt x="96" y="40"/>
                      <a:pt x="97" y="43"/>
                    </a:cubicBezTo>
                    <a:lnTo>
                      <a:pt x="59" y="81"/>
                    </a:lnTo>
                    <a:close/>
                    <a:moveTo>
                      <a:pt x="42" y="66"/>
                    </a:moveTo>
                    <a:cubicBezTo>
                      <a:pt x="38" y="65"/>
                      <a:pt x="34" y="64"/>
                      <a:pt x="30" y="64"/>
                    </a:cubicBezTo>
                    <a:cubicBezTo>
                      <a:pt x="61" y="33"/>
                      <a:pt x="61" y="33"/>
                      <a:pt x="61" y="33"/>
                    </a:cubicBezTo>
                    <a:cubicBezTo>
                      <a:pt x="66" y="28"/>
                      <a:pt x="73" y="27"/>
                      <a:pt x="80" y="29"/>
                    </a:cubicBezTo>
                    <a:lnTo>
                      <a:pt x="42" y="66"/>
                    </a:lnTo>
                    <a:close/>
                    <a:moveTo>
                      <a:pt x="17" y="119"/>
                    </a:moveTo>
                    <a:cubicBezTo>
                      <a:pt x="16" y="120"/>
                      <a:pt x="15" y="120"/>
                      <a:pt x="14" y="120"/>
                    </a:cubicBezTo>
                    <a:cubicBezTo>
                      <a:pt x="11" y="120"/>
                      <a:pt x="8" y="117"/>
                      <a:pt x="8" y="114"/>
                    </a:cubicBezTo>
                    <a:cubicBezTo>
                      <a:pt x="8" y="113"/>
                      <a:pt x="8" y="112"/>
                      <a:pt x="8" y="112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7" y="96"/>
                      <a:pt x="22" y="98"/>
                      <a:pt x="26" y="102"/>
                    </a:cubicBezTo>
                    <a:cubicBezTo>
                      <a:pt x="30" y="106"/>
                      <a:pt x="32" y="111"/>
                      <a:pt x="32" y="116"/>
                    </a:cubicBezTo>
                    <a:lnTo>
                      <a:pt x="17" y="119"/>
                    </a:lnTo>
                    <a:close/>
                    <a:moveTo>
                      <a:pt x="35" y="115"/>
                    </a:moveTo>
                    <a:cubicBezTo>
                      <a:pt x="35" y="109"/>
                      <a:pt x="33" y="104"/>
                      <a:pt x="29" y="99"/>
                    </a:cubicBezTo>
                    <a:cubicBezTo>
                      <a:pt x="25" y="95"/>
                      <a:pt x="19" y="93"/>
                      <a:pt x="14" y="92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7"/>
                      <a:pt x="19" y="76"/>
                      <a:pt x="19" y="75"/>
                    </a:cubicBezTo>
                    <a:cubicBezTo>
                      <a:pt x="27" y="69"/>
                      <a:pt x="40" y="71"/>
                      <a:pt x="48" y="80"/>
                    </a:cubicBezTo>
                    <a:cubicBezTo>
                      <a:pt x="57" y="89"/>
                      <a:pt x="59" y="102"/>
                      <a:pt x="52" y="110"/>
                    </a:cubicBezTo>
                    <a:cubicBezTo>
                      <a:pt x="51" y="110"/>
                      <a:pt x="51" y="111"/>
                      <a:pt x="50" y="111"/>
                    </a:cubicBezTo>
                    <a:lnTo>
                      <a:pt x="35" y="115"/>
                    </a:lnTo>
                    <a:close/>
                    <a:moveTo>
                      <a:pt x="115" y="47"/>
                    </a:moveTo>
                    <a:cubicBezTo>
                      <a:pt x="108" y="54"/>
                      <a:pt x="108" y="54"/>
                      <a:pt x="108" y="54"/>
                    </a:cubicBezTo>
                    <a:cubicBezTo>
                      <a:pt x="108" y="53"/>
                      <a:pt x="108" y="52"/>
                      <a:pt x="108" y="51"/>
                    </a:cubicBezTo>
                    <a:cubicBezTo>
                      <a:pt x="107" y="43"/>
                      <a:pt x="104" y="36"/>
                      <a:pt x="98" y="30"/>
                    </a:cubicBezTo>
                    <a:cubicBezTo>
                      <a:pt x="91" y="24"/>
                      <a:pt x="83" y="20"/>
                      <a:pt x="74" y="20"/>
                    </a:cubicBezTo>
                    <a:cubicBezTo>
                      <a:pt x="81" y="13"/>
                      <a:pt x="81" y="13"/>
                      <a:pt x="81" y="13"/>
                    </a:cubicBezTo>
                    <a:cubicBezTo>
                      <a:pt x="84" y="10"/>
                      <a:pt x="89" y="8"/>
                      <a:pt x="94" y="8"/>
                    </a:cubicBezTo>
                    <a:cubicBezTo>
                      <a:pt x="100" y="8"/>
                      <a:pt x="107" y="11"/>
                      <a:pt x="112" y="16"/>
                    </a:cubicBezTo>
                    <a:cubicBezTo>
                      <a:pt x="117" y="21"/>
                      <a:pt x="120" y="27"/>
                      <a:pt x="120" y="33"/>
                    </a:cubicBezTo>
                    <a:cubicBezTo>
                      <a:pt x="120" y="38"/>
                      <a:pt x="118" y="43"/>
                      <a:pt x="115" y="4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58" name="Group 19"/>
              <p:cNvGrpSpPr/>
              <p:nvPr/>
            </p:nvGrpSpPr>
            <p:grpSpPr>
              <a:xfrm>
                <a:off x="9120634" y="5021355"/>
                <a:ext cx="310919" cy="452924"/>
                <a:chOff x="3299397" y="1943557"/>
                <a:chExt cx="274604" cy="400024"/>
              </a:xfrm>
              <a:solidFill>
                <a:schemeClr val="bg1"/>
              </a:solidFill>
            </p:grpSpPr>
            <p:sp>
              <p:nvSpPr>
                <p:cNvPr id="78" name="Freeform: Shape 20"/>
                <p:cNvSpPr>
                  <a:spLocks/>
                </p:cNvSpPr>
                <p:nvPr/>
              </p:nvSpPr>
              <p:spPr bwMode="auto">
                <a:xfrm>
                  <a:off x="3299397" y="1943557"/>
                  <a:ext cx="274604" cy="400024"/>
                </a:xfrm>
                <a:custGeom>
                  <a:avLst/>
                  <a:gdLst>
                    <a:gd name="T0" fmla="*/ 44 w 88"/>
                    <a:gd name="T1" fmla="*/ 0 h 128"/>
                    <a:gd name="T2" fmla="*/ 0 w 88"/>
                    <a:gd name="T3" fmla="*/ 44 h 128"/>
                    <a:gd name="T4" fmla="*/ 20 w 88"/>
                    <a:gd name="T5" fmla="*/ 92 h 128"/>
                    <a:gd name="T6" fmla="*/ 44 w 88"/>
                    <a:gd name="T7" fmla="*/ 128 h 128"/>
                    <a:gd name="T8" fmla="*/ 68 w 88"/>
                    <a:gd name="T9" fmla="*/ 92 h 128"/>
                    <a:gd name="T10" fmla="*/ 88 w 88"/>
                    <a:gd name="T11" fmla="*/ 44 h 128"/>
                    <a:gd name="T12" fmla="*/ 44 w 88"/>
                    <a:gd name="T13" fmla="*/ 0 h 128"/>
                    <a:gd name="T14" fmla="*/ 54 w 88"/>
                    <a:gd name="T15" fmla="*/ 109 h 128"/>
                    <a:gd name="T16" fmla="*/ 35 w 88"/>
                    <a:gd name="T17" fmla="*/ 111 h 128"/>
                    <a:gd name="T18" fmla="*/ 32 w 88"/>
                    <a:gd name="T19" fmla="*/ 104 h 128"/>
                    <a:gd name="T20" fmla="*/ 32 w 88"/>
                    <a:gd name="T21" fmla="*/ 103 h 128"/>
                    <a:gd name="T22" fmla="*/ 57 w 88"/>
                    <a:gd name="T23" fmla="*/ 100 h 128"/>
                    <a:gd name="T24" fmla="*/ 56 w 88"/>
                    <a:gd name="T25" fmla="*/ 104 h 128"/>
                    <a:gd name="T26" fmla="*/ 54 w 88"/>
                    <a:gd name="T27" fmla="*/ 109 h 128"/>
                    <a:gd name="T28" fmla="*/ 31 w 88"/>
                    <a:gd name="T29" fmla="*/ 100 h 128"/>
                    <a:gd name="T30" fmla="*/ 28 w 88"/>
                    <a:gd name="T31" fmla="*/ 92 h 128"/>
                    <a:gd name="T32" fmla="*/ 60 w 88"/>
                    <a:gd name="T33" fmla="*/ 92 h 128"/>
                    <a:gd name="T34" fmla="*/ 58 w 88"/>
                    <a:gd name="T35" fmla="*/ 96 h 128"/>
                    <a:gd name="T36" fmla="*/ 31 w 88"/>
                    <a:gd name="T37" fmla="*/ 100 h 128"/>
                    <a:gd name="T38" fmla="*/ 44 w 88"/>
                    <a:gd name="T39" fmla="*/ 120 h 128"/>
                    <a:gd name="T40" fmla="*/ 36 w 88"/>
                    <a:gd name="T41" fmla="*/ 115 h 128"/>
                    <a:gd name="T42" fmla="*/ 53 w 88"/>
                    <a:gd name="T43" fmla="*/ 113 h 128"/>
                    <a:gd name="T44" fmla="*/ 44 w 88"/>
                    <a:gd name="T45" fmla="*/ 120 h 128"/>
                    <a:gd name="T46" fmla="*/ 63 w 88"/>
                    <a:gd name="T47" fmla="*/ 84 h 128"/>
                    <a:gd name="T48" fmla="*/ 25 w 88"/>
                    <a:gd name="T49" fmla="*/ 84 h 128"/>
                    <a:gd name="T50" fmla="*/ 19 w 88"/>
                    <a:gd name="T51" fmla="*/ 71 h 128"/>
                    <a:gd name="T52" fmla="*/ 8 w 88"/>
                    <a:gd name="T53" fmla="*/ 44 h 128"/>
                    <a:gd name="T54" fmla="*/ 44 w 88"/>
                    <a:gd name="T55" fmla="*/ 8 h 128"/>
                    <a:gd name="T56" fmla="*/ 80 w 88"/>
                    <a:gd name="T57" fmla="*/ 44 h 128"/>
                    <a:gd name="T58" fmla="*/ 69 w 88"/>
                    <a:gd name="T59" fmla="*/ 71 h 128"/>
                    <a:gd name="T60" fmla="*/ 63 w 88"/>
                    <a:gd name="T61" fmla="*/ 84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88" h="128">
                      <a:moveTo>
                        <a:pt x="44" y="0"/>
                      </a:moveTo>
                      <a:cubicBezTo>
                        <a:pt x="20" y="0"/>
                        <a:pt x="0" y="20"/>
                        <a:pt x="0" y="44"/>
                      </a:cubicBezTo>
                      <a:cubicBezTo>
                        <a:pt x="0" y="60"/>
                        <a:pt x="15" y="77"/>
                        <a:pt x="20" y="92"/>
                      </a:cubicBezTo>
                      <a:cubicBezTo>
                        <a:pt x="28" y="115"/>
                        <a:pt x="27" y="128"/>
                        <a:pt x="44" y="128"/>
                      </a:cubicBezTo>
                      <a:cubicBezTo>
                        <a:pt x="61" y="128"/>
                        <a:pt x="60" y="115"/>
                        <a:pt x="68" y="92"/>
                      </a:cubicBezTo>
                      <a:cubicBezTo>
                        <a:pt x="73" y="77"/>
                        <a:pt x="88" y="60"/>
                        <a:pt x="88" y="44"/>
                      </a:cubicBezTo>
                      <a:cubicBezTo>
                        <a:pt x="88" y="20"/>
                        <a:pt x="68" y="0"/>
                        <a:pt x="44" y="0"/>
                      </a:cubicBezTo>
                      <a:close/>
                      <a:moveTo>
                        <a:pt x="54" y="109"/>
                      </a:moveTo>
                      <a:cubicBezTo>
                        <a:pt x="35" y="111"/>
                        <a:pt x="35" y="111"/>
                        <a:pt x="35" y="111"/>
                      </a:cubicBezTo>
                      <a:cubicBezTo>
                        <a:pt x="34" y="109"/>
                        <a:pt x="33" y="107"/>
                        <a:pt x="32" y="104"/>
                      </a:cubicBezTo>
                      <a:cubicBezTo>
                        <a:pt x="32" y="104"/>
                        <a:pt x="32" y="104"/>
                        <a:pt x="32" y="103"/>
                      </a:cubicBezTo>
                      <a:cubicBezTo>
                        <a:pt x="57" y="100"/>
                        <a:pt x="57" y="100"/>
                        <a:pt x="57" y="100"/>
                      </a:cubicBezTo>
                      <a:cubicBezTo>
                        <a:pt x="57" y="102"/>
                        <a:pt x="56" y="103"/>
                        <a:pt x="56" y="104"/>
                      </a:cubicBezTo>
                      <a:cubicBezTo>
                        <a:pt x="55" y="106"/>
                        <a:pt x="55" y="107"/>
                        <a:pt x="54" y="109"/>
                      </a:cubicBezTo>
                      <a:close/>
                      <a:moveTo>
                        <a:pt x="31" y="100"/>
                      </a:moveTo>
                      <a:cubicBezTo>
                        <a:pt x="30" y="97"/>
                        <a:pt x="29" y="95"/>
                        <a:pt x="28" y="92"/>
                      </a:cubicBezTo>
                      <a:cubicBezTo>
                        <a:pt x="60" y="92"/>
                        <a:pt x="60" y="92"/>
                        <a:pt x="60" y="92"/>
                      </a:cubicBezTo>
                      <a:cubicBezTo>
                        <a:pt x="59" y="93"/>
                        <a:pt x="59" y="95"/>
                        <a:pt x="58" y="96"/>
                      </a:cubicBezTo>
                      <a:lnTo>
                        <a:pt x="31" y="100"/>
                      </a:lnTo>
                      <a:close/>
                      <a:moveTo>
                        <a:pt x="44" y="120"/>
                      </a:moveTo>
                      <a:cubicBezTo>
                        <a:pt x="40" y="120"/>
                        <a:pt x="38" y="120"/>
                        <a:pt x="36" y="115"/>
                      </a:cubicBezTo>
                      <a:cubicBezTo>
                        <a:pt x="53" y="113"/>
                        <a:pt x="53" y="113"/>
                        <a:pt x="53" y="113"/>
                      </a:cubicBezTo>
                      <a:cubicBezTo>
                        <a:pt x="51" y="119"/>
                        <a:pt x="49" y="120"/>
                        <a:pt x="44" y="120"/>
                      </a:cubicBezTo>
                      <a:close/>
                      <a:moveTo>
                        <a:pt x="63" y="84"/>
                      </a:moveTo>
                      <a:cubicBezTo>
                        <a:pt x="25" y="84"/>
                        <a:pt x="25" y="84"/>
                        <a:pt x="25" y="84"/>
                      </a:cubicBezTo>
                      <a:cubicBezTo>
                        <a:pt x="23" y="80"/>
                        <a:pt x="21" y="75"/>
                        <a:pt x="19" y="71"/>
                      </a:cubicBezTo>
                      <a:cubicBezTo>
                        <a:pt x="13" y="62"/>
                        <a:pt x="8" y="52"/>
                        <a:pt x="8" y="44"/>
                      </a:cubicBezTo>
                      <a:cubicBezTo>
                        <a:pt x="8" y="24"/>
                        <a:pt x="24" y="8"/>
                        <a:pt x="44" y="8"/>
                      </a:cubicBezTo>
                      <a:cubicBezTo>
                        <a:pt x="64" y="8"/>
                        <a:pt x="80" y="24"/>
                        <a:pt x="80" y="44"/>
                      </a:cubicBezTo>
                      <a:cubicBezTo>
                        <a:pt x="80" y="52"/>
                        <a:pt x="75" y="62"/>
                        <a:pt x="69" y="71"/>
                      </a:cubicBezTo>
                      <a:cubicBezTo>
                        <a:pt x="67" y="75"/>
                        <a:pt x="65" y="80"/>
                        <a:pt x="63" y="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Freeform: Shape 21"/>
                <p:cNvSpPr>
                  <a:spLocks/>
                </p:cNvSpPr>
                <p:nvPr/>
              </p:nvSpPr>
              <p:spPr bwMode="auto">
                <a:xfrm>
                  <a:off x="3361447" y="2006927"/>
                  <a:ext cx="81853" cy="80533"/>
                </a:xfrm>
                <a:custGeom>
                  <a:avLst/>
                  <a:gdLst>
                    <a:gd name="T0" fmla="*/ 24 w 26"/>
                    <a:gd name="T1" fmla="*/ 0 h 26"/>
                    <a:gd name="T2" fmla="*/ 0 w 26"/>
                    <a:gd name="T3" fmla="*/ 24 h 26"/>
                    <a:gd name="T4" fmla="*/ 2 w 26"/>
                    <a:gd name="T5" fmla="*/ 26 h 26"/>
                    <a:gd name="T6" fmla="*/ 4 w 26"/>
                    <a:gd name="T7" fmla="*/ 24 h 26"/>
                    <a:gd name="T8" fmla="*/ 24 w 26"/>
                    <a:gd name="T9" fmla="*/ 4 h 26"/>
                    <a:gd name="T10" fmla="*/ 26 w 26"/>
                    <a:gd name="T11" fmla="*/ 2 h 26"/>
                    <a:gd name="T12" fmla="*/ 24 w 26"/>
                    <a:gd name="T13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6" h="26">
                      <a:moveTo>
                        <a:pt x="24" y="0"/>
                      </a:move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25"/>
                        <a:pt x="1" y="26"/>
                        <a:pt x="2" y="26"/>
                      </a:cubicBezTo>
                      <a:cubicBezTo>
                        <a:pt x="3" y="26"/>
                        <a:pt x="4" y="25"/>
                        <a:pt x="4" y="24"/>
                      </a:cubicBezTo>
                      <a:cubicBezTo>
                        <a:pt x="4" y="13"/>
                        <a:pt x="13" y="4"/>
                        <a:pt x="24" y="4"/>
                      </a:cubicBezTo>
                      <a:cubicBezTo>
                        <a:pt x="25" y="4"/>
                        <a:pt x="26" y="3"/>
                        <a:pt x="26" y="2"/>
                      </a:cubicBezTo>
                      <a:cubicBezTo>
                        <a:pt x="26" y="1"/>
                        <a:pt x="25" y="0"/>
                        <a:pt x="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9" name="Group 22"/>
              <p:cNvGrpSpPr/>
              <p:nvPr/>
            </p:nvGrpSpPr>
            <p:grpSpPr>
              <a:xfrm>
                <a:off x="9115193" y="2153920"/>
                <a:ext cx="310563" cy="309539"/>
                <a:chOff x="4037394" y="1144829"/>
                <a:chExt cx="400024" cy="398703"/>
              </a:xfrm>
              <a:solidFill>
                <a:schemeClr val="bg1"/>
              </a:solidFill>
            </p:grpSpPr>
            <p:sp>
              <p:nvSpPr>
                <p:cNvPr id="75" name="Freeform: Shape 23"/>
                <p:cNvSpPr>
                  <a:spLocks/>
                </p:cNvSpPr>
                <p:nvPr/>
              </p:nvSpPr>
              <p:spPr bwMode="auto">
                <a:xfrm>
                  <a:off x="4037394" y="1144829"/>
                  <a:ext cx="400024" cy="398703"/>
                </a:xfrm>
                <a:custGeom>
                  <a:avLst/>
                  <a:gdLst>
                    <a:gd name="T0" fmla="*/ 109 w 128"/>
                    <a:gd name="T1" fmla="*/ 48 h 128"/>
                    <a:gd name="T2" fmla="*/ 114 w 128"/>
                    <a:gd name="T3" fmla="*/ 33 h 128"/>
                    <a:gd name="T4" fmla="*/ 105 w 128"/>
                    <a:gd name="T5" fmla="*/ 15 h 128"/>
                    <a:gd name="T6" fmla="*/ 95 w 128"/>
                    <a:gd name="T7" fmla="*/ 14 h 128"/>
                    <a:gd name="T8" fmla="*/ 80 w 128"/>
                    <a:gd name="T9" fmla="*/ 19 h 128"/>
                    <a:gd name="T10" fmla="*/ 69 w 128"/>
                    <a:gd name="T11" fmla="*/ 0 h 128"/>
                    <a:gd name="T12" fmla="*/ 51 w 128"/>
                    <a:gd name="T13" fmla="*/ 6 h 128"/>
                    <a:gd name="T14" fmla="*/ 43 w 128"/>
                    <a:gd name="T15" fmla="*/ 21 h 128"/>
                    <a:gd name="T16" fmla="*/ 28 w 128"/>
                    <a:gd name="T17" fmla="*/ 13 h 128"/>
                    <a:gd name="T18" fmla="*/ 15 w 128"/>
                    <a:gd name="T19" fmla="*/ 23 h 128"/>
                    <a:gd name="T20" fmla="*/ 21 w 128"/>
                    <a:gd name="T21" fmla="*/ 43 h 128"/>
                    <a:gd name="T22" fmla="*/ 6 w 128"/>
                    <a:gd name="T23" fmla="*/ 51 h 128"/>
                    <a:gd name="T24" fmla="*/ 0 w 128"/>
                    <a:gd name="T25" fmla="*/ 69 h 128"/>
                    <a:gd name="T26" fmla="*/ 19 w 128"/>
                    <a:gd name="T27" fmla="*/ 80 h 128"/>
                    <a:gd name="T28" fmla="*/ 14 w 128"/>
                    <a:gd name="T29" fmla="*/ 95 h 128"/>
                    <a:gd name="T30" fmla="*/ 23 w 128"/>
                    <a:gd name="T31" fmla="*/ 113 h 128"/>
                    <a:gd name="T32" fmla="*/ 33 w 128"/>
                    <a:gd name="T33" fmla="*/ 114 h 128"/>
                    <a:gd name="T34" fmla="*/ 48 w 128"/>
                    <a:gd name="T35" fmla="*/ 109 h 128"/>
                    <a:gd name="T36" fmla="*/ 59 w 128"/>
                    <a:gd name="T37" fmla="*/ 128 h 128"/>
                    <a:gd name="T38" fmla="*/ 77 w 128"/>
                    <a:gd name="T39" fmla="*/ 122 h 128"/>
                    <a:gd name="T40" fmla="*/ 85 w 128"/>
                    <a:gd name="T41" fmla="*/ 107 h 128"/>
                    <a:gd name="T42" fmla="*/ 100 w 128"/>
                    <a:gd name="T43" fmla="*/ 115 h 128"/>
                    <a:gd name="T44" fmla="*/ 113 w 128"/>
                    <a:gd name="T45" fmla="*/ 105 h 128"/>
                    <a:gd name="T46" fmla="*/ 107 w 128"/>
                    <a:gd name="T47" fmla="*/ 85 h 128"/>
                    <a:gd name="T48" fmla="*/ 122 w 128"/>
                    <a:gd name="T49" fmla="*/ 77 h 128"/>
                    <a:gd name="T50" fmla="*/ 128 w 128"/>
                    <a:gd name="T51" fmla="*/ 59 h 128"/>
                    <a:gd name="T52" fmla="*/ 108 w 128"/>
                    <a:gd name="T53" fmla="*/ 72 h 128"/>
                    <a:gd name="T54" fmla="*/ 100 w 128"/>
                    <a:gd name="T55" fmla="*/ 81 h 128"/>
                    <a:gd name="T56" fmla="*/ 107 w 128"/>
                    <a:gd name="T57" fmla="*/ 100 h 128"/>
                    <a:gd name="T58" fmla="*/ 89 w 128"/>
                    <a:gd name="T59" fmla="*/ 101 h 128"/>
                    <a:gd name="T60" fmla="*/ 81 w 128"/>
                    <a:gd name="T61" fmla="*/ 100 h 128"/>
                    <a:gd name="T62" fmla="*/ 72 w 128"/>
                    <a:gd name="T63" fmla="*/ 108 h 128"/>
                    <a:gd name="T64" fmla="*/ 59 w 128"/>
                    <a:gd name="T65" fmla="*/ 120 h 128"/>
                    <a:gd name="T66" fmla="*/ 51 w 128"/>
                    <a:gd name="T67" fmla="*/ 102 h 128"/>
                    <a:gd name="T68" fmla="*/ 43 w 128"/>
                    <a:gd name="T69" fmla="*/ 99 h 128"/>
                    <a:gd name="T70" fmla="*/ 28 w 128"/>
                    <a:gd name="T71" fmla="*/ 107 h 128"/>
                    <a:gd name="T72" fmla="*/ 27 w 128"/>
                    <a:gd name="T73" fmla="*/ 89 h 128"/>
                    <a:gd name="T74" fmla="*/ 26 w 128"/>
                    <a:gd name="T75" fmla="*/ 77 h 128"/>
                    <a:gd name="T76" fmla="*/ 8 w 128"/>
                    <a:gd name="T77" fmla="*/ 69 h 128"/>
                    <a:gd name="T78" fmla="*/ 20 w 128"/>
                    <a:gd name="T79" fmla="*/ 56 h 128"/>
                    <a:gd name="T80" fmla="*/ 28 w 128"/>
                    <a:gd name="T81" fmla="*/ 47 h 128"/>
                    <a:gd name="T82" fmla="*/ 21 w 128"/>
                    <a:gd name="T83" fmla="*/ 28 h 128"/>
                    <a:gd name="T84" fmla="*/ 39 w 128"/>
                    <a:gd name="T85" fmla="*/ 27 h 128"/>
                    <a:gd name="T86" fmla="*/ 47 w 128"/>
                    <a:gd name="T87" fmla="*/ 28 h 128"/>
                    <a:gd name="T88" fmla="*/ 56 w 128"/>
                    <a:gd name="T89" fmla="*/ 20 h 128"/>
                    <a:gd name="T90" fmla="*/ 69 w 128"/>
                    <a:gd name="T91" fmla="*/ 8 h 128"/>
                    <a:gd name="T92" fmla="*/ 77 w 128"/>
                    <a:gd name="T93" fmla="*/ 26 h 128"/>
                    <a:gd name="T94" fmla="*/ 85 w 128"/>
                    <a:gd name="T95" fmla="*/ 29 h 128"/>
                    <a:gd name="T96" fmla="*/ 100 w 128"/>
                    <a:gd name="T97" fmla="*/ 21 h 128"/>
                    <a:gd name="T98" fmla="*/ 101 w 128"/>
                    <a:gd name="T99" fmla="*/ 39 h 128"/>
                    <a:gd name="T100" fmla="*/ 102 w 128"/>
                    <a:gd name="T101" fmla="*/ 51 h 128"/>
                    <a:gd name="T102" fmla="*/ 120 w 128"/>
                    <a:gd name="T103" fmla="*/ 59 h 128"/>
                    <a:gd name="T104" fmla="*/ 108 w 128"/>
                    <a:gd name="T105" fmla="*/ 72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28" h="128">
                      <a:moveTo>
                        <a:pt x="122" y="51"/>
                      </a:moveTo>
                      <a:cubicBezTo>
                        <a:pt x="109" y="48"/>
                        <a:pt x="109" y="48"/>
                        <a:pt x="109" y="48"/>
                      </a:cubicBezTo>
                      <a:cubicBezTo>
                        <a:pt x="109" y="46"/>
                        <a:pt x="108" y="45"/>
                        <a:pt x="107" y="43"/>
                      </a:cubicBezTo>
                      <a:cubicBezTo>
                        <a:pt x="114" y="33"/>
                        <a:pt x="114" y="33"/>
                        <a:pt x="114" y="33"/>
                      </a:cubicBezTo>
                      <a:cubicBezTo>
                        <a:pt x="116" y="30"/>
                        <a:pt x="116" y="25"/>
                        <a:pt x="113" y="23"/>
                      </a:cubicBezTo>
                      <a:cubicBezTo>
                        <a:pt x="105" y="15"/>
                        <a:pt x="105" y="15"/>
                        <a:pt x="105" y="15"/>
                      </a:cubicBezTo>
                      <a:cubicBezTo>
                        <a:pt x="104" y="13"/>
                        <a:pt x="102" y="13"/>
                        <a:pt x="100" y="13"/>
                      </a:cubicBezTo>
                      <a:cubicBezTo>
                        <a:pt x="98" y="13"/>
                        <a:pt x="97" y="13"/>
                        <a:pt x="95" y="14"/>
                      </a:cubicBezTo>
                      <a:cubicBezTo>
                        <a:pt x="85" y="21"/>
                        <a:pt x="85" y="21"/>
                        <a:pt x="85" y="21"/>
                      </a:cubicBezTo>
                      <a:cubicBezTo>
                        <a:pt x="83" y="20"/>
                        <a:pt x="82" y="19"/>
                        <a:pt x="80" y="19"/>
                      </a:cubicBezTo>
                      <a:cubicBezTo>
                        <a:pt x="77" y="6"/>
                        <a:pt x="77" y="6"/>
                        <a:pt x="77" y="6"/>
                      </a:cubicBezTo>
                      <a:cubicBezTo>
                        <a:pt x="77" y="3"/>
                        <a:pt x="73" y="0"/>
                        <a:pt x="69" y="0"/>
                      </a:cubicBezTo>
                      <a:cubicBezTo>
                        <a:pt x="59" y="0"/>
                        <a:pt x="59" y="0"/>
                        <a:pt x="59" y="0"/>
                      </a:cubicBezTo>
                      <a:cubicBezTo>
                        <a:pt x="55" y="0"/>
                        <a:pt x="51" y="3"/>
                        <a:pt x="51" y="6"/>
                      </a:cubicBezTo>
                      <a:cubicBezTo>
                        <a:pt x="48" y="19"/>
                        <a:pt x="48" y="19"/>
                        <a:pt x="48" y="19"/>
                      </a:cubicBezTo>
                      <a:cubicBezTo>
                        <a:pt x="46" y="19"/>
                        <a:pt x="45" y="20"/>
                        <a:pt x="43" y="21"/>
                      </a:cubicBezTo>
                      <a:cubicBezTo>
                        <a:pt x="33" y="14"/>
                        <a:pt x="33" y="14"/>
                        <a:pt x="33" y="14"/>
                      </a:cubicBezTo>
                      <a:cubicBezTo>
                        <a:pt x="31" y="13"/>
                        <a:pt x="30" y="13"/>
                        <a:pt x="28" y="13"/>
                      </a:cubicBezTo>
                      <a:cubicBezTo>
                        <a:pt x="26" y="13"/>
                        <a:pt x="24" y="13"/>
                        <a:pt x="23" y="15"/>
                      </a:cubicBezTo>
                      <a:cubicBezTo>
                        <a:pt x="15" y="23"/>
                        <a:pt x="15" y="23"/>
                        <a:pt x="15" y="23"/>
                      </a:cubicBezTo>
                      <a:cubicBezTo>
                        <a:pt x="12" y="25"/>
                        <a:pt x="12" y="30"/>
                        <a:pt x="14" y="33"/>
                      </a:cubicBezTo>
                      <a:cubicBezTo>
                        <a:pt x="21" y="43"/>
                        <a:pt x="21" y="43"/>
                        <a:pt x="21" y="43"/>
                      </a:cubicBezTo>
                      <a:cubicBezTo>
                        <a:pt x="20" y="45"/>
                        <a:pt x="19" y="46"/>
                        <a:pt x="19" y="48"/>
                      </a:cubicBezTo>
                      <a:cubicBezTo>
                        <a:pt x="6" y="51"/>
                        <a:pt x="6" y="51"/>
                        <a:pt x="6" y="51"/>
                      </a:cubicBezTo>
                      <a:cubicBezTo>
                        <a:pt x="3" y="51"/>
                        <a:pt x="0" y="55"/>
                        <a:pt x="0" y="59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73"/>
                        <a:pt x="3" y="77"/>
                        <a:pt x="6" y="77"/>
                      </a:cubicBezTo>
                      <a:cubicBezTo>
                        <a:pt x="19" y="80"/>
                        <a:pt x="19" y="80"/>
                        <a:pt x="19" y="80"/>
                      </a:cubicBezTo>
                      <a:cubicBezTo>
                        <a:pt x="19" y="82"/>
                        <a:pt x="20" y="83"/>
                        <a:pt x="21" y="85"/>
                      </a:cubicBezTo>
                      <a:cubicBezTo>
                        <a:pt x="14" y="95"/>
                        <a:pt x="14" y="95"/>
                        <a:pt x="14" y="95"/>
                      </a:cubicBezTo>
                      <a:cubicBezTo>
                        <a:pt x="12" y="98"/>
                        <a:pt x="12" y="103"/>
                        <a:pt x="15" y="105"/>
                      </a:cubicBezTo>
                      <a:cubicBezTo>
                        <a:pt x="23" y="113"/>
                        <a:pt x="23" y="113"/>
                        <a:pt x="23" y="113"/>
                      </a:cubicBezTo>
                      <a:cubicBezTo>
                        <a:pt x="24" y="115"/>
                        <a:pt x="26" y="115"/>
                        <a:pt x="28" y="115"/>
                      </a:cubicBezTo>
                      <a:cubicBezTo>
                        <a:pt x="30" y="115"/>
                        <a:pt x="31" y="115"/>
                        <a:pt x="33" y="114"/>
                      </a:cubicBezTo>
                      <a:cubicBezTo>
                        <a:pt x="43" y="107"/>
                        <a:pt x="43" y="107"/>
                        <a:pt x="43" y="107"/>
                      </a:cubicBezTo>
                      <a:cubicBezTo>
                        <a:pt x="45" y="108"/>
                        <a:pt x="46" y="109"/>
                        <a:pt x="48" y="109"/>
                      </a:cubicBezTo>
                      <a:cubicBezTo>
                        <a:pt x="51" y="122"/>
                        <a:pt x="51" y="122"/>
                        <a:pt x="51" y="122"/>
                      </a:cubicBezTo>
                      <a:cubicBezTo>
                        <a:pt x="51" y="125"/>
                        <a:pt x="55" y="128"/>
                        <a:pt x="59" y="128"/>
                      </a:cubicBezTo>
                      <a:cubicBezTo>
                        <a:pt x="69" y="128"/>
                        <a:pt x="69" y="128"/>
                        <a:pt x="69" y="128"/>
                      </a:cubicBezTo>
                      <a:cubicBezTo>
                        <a:pt x="73" y="128"/>
                        <a:pt x="77" y="125"/>
                        <a:pt x="77" y="122"/>
                      </a:cubicBezTo>
                      <a:cubicBezTo>
                        <a:pt x="80" y="109"/>
                        <a:pt x="80" y="109"/>
                        <a:pt x="80" y="109"/>
                      </a:cubicBezTo>
                      <a:cubicBezTo>
                        <a:pt x="82" y="109"/>
                        <a:pt x="83" y="108"/>
                        <a:pt x="85" y="107"/>
                      </a:cubicBezTo>
                      <a:cubicBezTo>
                        <a:pt x="95" y="114"/>
                        <a:pt x="95" y="114"/>
                        <a:pt x="95" y="114"/>
                      </a:cubicBezTo>
                      <a:cubicBezTo>
                        <a:pt x="97" y="115"/>
                        <a:pt x="98" y="115"/>
                        <a:pt x="100" y="115"/>
                      </a:cubicBezTo>
                      <a:cubicBezTo>
                        <a:pt x="102" y="115"/>
                        <a:pt x="104" y="115"/>
                        <a:pt x="105" y="113"/>
                      </a:cubicBezTo>
                      <a:cubicBezTo>
                        <a:pt x="113" y="105"/>
                        <a:pt x="113" y="105"/>
                        <a:pt x="113" y="105"/>
                      </a:cubicBezTo>
                      <a:cubicBezTo>
                        <a:pt x="116" y="103"/>
                        <a:pt x="116" y="98"/>
                        <a:pt x="114" y="95"/>
                      </a:cubicBezTo>
                      <a:cubicBezTo>
                        <a:pt x="107" y="85"/>
                        <a:pt x="107" y="85"/>
                        <a:pt x="107" y="85"/>
                      </a:cubicBezTo>
                      <a:cubicBezTo>
                        <a:pt x="108" y="83"/>
                        <a:pt x="109" y="82"/>
                        <a:pt x="109" y="80"/>
                      </a:cubicBezTo>
                      <a:cubicBezTo>
                        <a:pt x="122" y="77"/>
                        <a:pt x="122" y="77"/>
                        <a:pt x="122" y="77"/>
                      </a:cubicBezTo>
                      <a:cubicBezTo>
                        <a:pt x="125" y="77"/>
                        <a:pt x="128" y="73"/>
                        <a:pt x="128" y="69"/>
                      </a:cubicBezTo>
                      <a:cubicBezTo>
                        <a:pt x="128" y="59"/>
                        <a:pt x="128" y="59"/>
                        <a:pt x="128" y="59"/>
                      </a:cubicBezTo>
                      <a:cubicBezTo>
                        <a:pt x="128" y="55"/>
                        <a:pt x="125" y="51"/>
                        <a:pt x="122" y="51"/>
                      </a:cubicBezTo>
                      <a:close/>
                      <a:moveTo>
                        <a:pt x="108" y="72"/>
                      </a:moveTo>
                      <a:cubicBezTo>
                        <a:pt x="105" y="72"/>
                        <a:pt x="103" y="74"/>
                        <a:pt x="102" y="77"/>
                      </a:cubicBezTo>
                      <a:cubicBezTo>
                        <a:pt x="101" y="79"/>
                        <a:pt x="101" y="80"/>
                        <a:pt x="100" y="81"/>
                      </a:cubicBezTo>
                      <a:cubicBezTo>
                        <a:pt x="99" y="84"/>
                        <a:pt x="99" y="87"/>
                        <a:pt x="101" y="89"/>
                      </a:cubicBezTo>
                      <a:cubicBezTo>
                        <a:pt x="107" y="100"/>
                        <a:pt x="107" y="100"/>
                        <a:pt x="107" y="100"/>
                      </a:cubicBezTo>
                      <a:cubicBezTo>
                        <a:pt x="100" y="107"/>
                        <a:pt x="100" y="107"/>
                        <a:pt x="100" y="107"/>
                      </a:cubicBezTo>
                      <a:cubicBezTo>
                        <a:pt x="89" y="101"/>
                        <a:pt x="89" y="101"/>
                        <a:pt x="89" y="101"/>
                      </a:cubicBezTo>
                      <a:cubicBezTo>
                        <a:pt x="88" y="100"/>
                        <a:pt x="86" y="99"/>
                        <a:pt x="85" y="99"/>
                      </a:cubicBezTo>
                      <a:cubicBezTo>
                        <a:pt x="84" y="99"/>
                        <a:pt x="83" y="99"/>
                        <a:pt x="81" y="100"/>
                      </a:cubicBezTo>
                      <a:cubicBezTo>
                        <a:pt x="80" y="101"/>
                        <a:pt x="79" y="101"/>
                        <a:pt x="77" y="102"/>
                      </a:cubicBezTo>
                      <a:cubicBezTo>
                        <a:pt x="74" y="103"/>
                        <a:pt x="72" y="105"/>
                        <a:pt x="72" y="108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59" y="120"/>
                        <a:pt x="59" y="120"/>
                        <a:pt x="59" y="120"/>
                      </a:cubicBezTo>
                      <a:cubicBezTo>
                        <a:pt x="56" y="108"/>
                        <a:pt x="56" y="108"/>
                        <a:pt x="56" y="108"/>
                      </a:cubicBezTo>
                      <a:cubicBezTo>
                        <a:pt x="56" y="105"/>
                        <a:pt x="54" y="103"/>
                        <a:pt x="51" y="102"/>
                      </a:cubicBezTo>
                      <a:cubicBezTo>
                        <a:pt x="49" y="101"/>
                        <a:pt x="48" y="101"/>
                        <a:pt x="47" y="100"/>
                      </a:cubicBezTo>
                      <a:cubicBezTo>
                        <a:pt x="45" y="99"/>
                        <a:pt x="44" y="99"/>
                        <a:pt x="43" y="99"/>
                      </a:cubicBezTo>
                      <a:cubicBezTo>
                        <a:pt x="42" y="99"/>
                        <a:pt x="40" y="100"/>
                        <a:pt x="39" y="101"/>
                      </a:cubicBezTo>
                      <a:cubicBezTo>
                        <a:pt x="28" y="107"/>
                        <a:pt x="28" y="107"/>
                        <a:pt x="28" y="107"/>
                      </a:cubicBezTo>
                      <a:cubicBezTo>
                        <a:pt x="21" y="100"/>
                        <a:pt x="21" y="100"/>
                        <a:pt x="21" y="100"/>
                      </a:cubicBezTo>
                      <a:cubicBezTo>
                        <a:pt x="27" y="89"/>
                        <a:pt x="27" y="89"/>
                        <a:pt x="27" y="89"/>
                      </a:cubicBezTo>
                      <a:cubicBezTo>
                        <a:pt x="29" y="87"/>
                        <a:pt x="29" y="84"/>
                        <a:pt x="28" y="81"/>
                      </a:cubicBezTo>
                      <a:cubicBezTo>
                        <a:pt x="27" y="80"/>
                        <a:pt x="27" y="79"/>
                        <a:pt x="26" y="77"/>
                      </a:cubicBezTo>
                      <a:cubicBezTo>
                        <a:pt x="25" y="74"/>
                        <a:pt x="23" y="72"/>
                        <a:pt x="20" y="72"/>
                      </a:cubicBezTo>
                      <a:cubicBezTo>
                        <a:pt x="8" y="69"/>
                        <a:pt x="8" y="69"/>
                        <a:pt x="8" y="69"/>
                      </a:cubicBezTo>
                      <a:cubicBezTo>
                        <a:pt x="8" y="59"/>
                        <a:pt x="8" y="59"/>
                        <a:pt x="8" y="59"/>
                      </a:cubicBezTo>
                      <a:cubicBezTo>
                        <a:pt x="20" y="56"/>
                        <a:pt x="20" y="56"/>
                        <a:pt x="20" y="56"/>
                      </a:cubicBezTo>
                      <a:cubicBezTo>
                        <a:pt x="23" y="56"/>
                        <a:pt x="25" y="54"/>
                        <a:pt x="26" y="51"/>
                      </a:cubicBezTo>
                      <a:cubicBezTo>
                        <a:pt x="27" y="49"/>
                        <a:pt x="27" y="48"/>
                        <a:pt x="28" y="47"/>
                      </a:cubicBezTo>
                      <a:cubicBezTo>
                        <a:pt x="29" y="44"/>
                        <a:pt x="29" y="41"/>
                        <a:pt x="27" y="39"/>
                      </a:cubicBezTo>
                      <a:cubicBezTo>
                        <a:pt x="21" y="28"/>
                        <a:pt x="21" y="28"/>
                        <a:pt x="21" y="28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39" y="27"/>
                        <a:pt x="39" y="27"/>
                        <a:pt x="39" y="27"/>
                      </a:cubicBezTo>
                      <a:cubicBezTo>
                        <a:pt x="40" y="28"/>
                        <a:pt x="42" y="29"/>
                        <a:pt x="43" y="29"/>
                      </a:cubicBezTo>
                      <a:cubicBezTo>
                        <a:pt x="44" y="29"/>
                        <a:pt x="45" y="29"/>
                        <a:pt x="47" y="28"/>
                      </a:cubicBezTo>
                      <a:cubicBezTo>
                        <a:pt x="48" y="27"/>
                        <a:pt x="49" y="27"/>
                        <a:pt x="51" y="26"/>
                      </a:cubicBezTo>
                      <a:cubicBezTo>
                        <a:pt x="54" y="25"/>
                        <a:pt x="56" y="23"/>
                        <a:pt x="56" y="20"/>
                      </a:cubicBezTo>
                      <a:cubicBezTo>
                        <a:pt x="59" y="8"/>
                        <a:pt x="59" y="8"/>
                        <a:pt x="59" y="8"/>
                      </a:cubicBezTo>
                      <a:cubicBezTo>
                        <a:pt x="69" y="8"/>
                        <a:pt x="69" y="8"/>
                        <a:pt x="69" y="8"/>
                      </a:cubicBezTo>
                      <a:cubicBezTo>
                        <a:pt x="72" y="20"/>
                        <a:pt x="72" y="20"/>
                        <a:pt x="72" y="20"/>
                      </a:cubicBezTo>
                      <a:cubicBezTo>
                        <a:pt x="72" y="23"/>
                        <a:pt x="74" y="25"/>
                        <a:pt x="77" y="26"/>
                      </a:cubicBezTo>
                      <a:cubicBezTo>
                        <a:pt x="79" y="27"/>
                        <a:pt x="80" y="27"/>
                        <a:pt x="81" y="28"/>
                      </a:cubicBezTo>
                      <a:cubicBezTo>
                        <a:pt x="83" y="29"/>
                        <a:pt x="84" y="29"/>
                        <a:pt x="85" y="29"/>
                      </a:cubicBezTo>
                      <a:cubicBezTo>
                        <a:pt x="86" y="29"/>
                        <a:pt x="88" y="28"/>
                        <a:pt x="89" y="27"/>
                      </a:cubicBezTo>
                      <a:cubicBezTo>
                        <a:pt x="100" y="21"/>
                        <a:pt x="100" y="21"/>
                        <a:pt x="100" y="21"/>
                      </a:cubicBezTo>
                      <a:cubicBezTo>
                        <a:pt x="107" y="28"/>
                        <a:pt x="107" y="28"/>
                        <a:pt x="107" y="28"/>
                      </a:cubicBezTo>
                      <a:cubicBezTo>
                        <a:pt x="101" y="39"/>
                        <a:pt x="101" y="39"/>
                        <a:pt x="101" y="39"/>
                      </a:cubicBezTo>
                      <a:cubicBezTo>
                        <a:pt x="99" y="41"/>
                        <a:pt x="99" y="44"/>
                        <a:pt x="100" y="47"/>
                      </a:cubicBezTo>
                      <a:cubicBezTo>
                        <a:pt x="101" y="48"/>
                        <a:pt x="101" y="49"/>
                        <a:pt x="102" y="51"/>
                      </a:cubicBezTo>
                      <a:cubicBezTo>
                        <a:pt x="103" y="54"/>
                        <a:pt x="105" y="56"/>
                        <a:pt x="108" y="56"/>
                      </a:cubicBezTo>
                      <a:cubicBezTo>
                        <a:pt x="120" y="59"/>
                        <a:pt x="120" y="59"/>
                        <a:pt x="120" y="59"/>
                      </a:cubicBezTo>
                      <a:cubicBezTo>
                        <a:pt x="120" y="69"/>
                        <a:pt x="120" y="69"/>
                        <a:pt x="120" y="69"/>
                      </a:cubicBezTo>
                      <a:lnTo>
                        <a:pt x="108" y="7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Freeform: Shape 24"/>
                <p:cNvSpPr>
                  <a:spLocks/>
                </p:cNvSpPr>
                <p:nvPr/>
              </p:nvSpPr>
              <p:spPr bwMode="auto">
                <a:xfrm>
                  <a:off x="4149612" y="1257048"/>
                  <a:ext cx="174268" cy="174268"/>
                </a:xfrm>
                <a:custGeom>
                  <a:avLst/>
                  <a:gdLst>
                    <a:gd name="T0" fmla="*/ 28 w 56"/>
                    <a:gd name="T1" fmla="*/ 0 h 56"/>
                    <a:gd name="T2" fmla="*/ 0 w 56"/>
                    <a:gd name="T3" fmla="*/ 28 h 56"/>
                    <a:gd name="T4" fmla="*/ 28 w 56"/>
                    <a:gd name="T5" fmla="*/ 56 h 56"/>
                    <a:gd name="T6" fmla="*/ 56 w 56"/>
                    <a:gd name="T7" fmla="*/ 28 h 56"/>
                    <a:gd name="T8" fmla="*/ 28 w 56"/>
                    <a:gd name="T9" fmla="*/ 0 h 56"/>
                    <a:gd name="T10" fmla="*/ 28 w 56"/>
                    <a:gd name="T11" fmla="*/ 53 h 56"/>
                    <a:gd name="T12" fmla="*/ 4 w 56"/>
                    <a:gd name="T13" fmla="*/ 28 h 56"/>
                    <a:gd name="T14" fmla="*/ 28 w 56"/>
                    <a:gd name="T15" fmla="*/ 4 h 56"/>
                    <a:gd name="T16" fmla="*/ 53 w 56"/>
                    <a:gd name="T17" fmla="*/ 28 h 56"/>
                    <a:gd name="T18" fmla="*/ 28 w 56"/>
                    <a:gd name="T19" fmla="*/ 53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6" h="56">
                      <a:moveTo>
                        <a:pt x="28" y="0"/>
                      </a:moveTo>
                      <a:cubicBezTo>
                        <a:pt x="13" y="0"/>
                        <a:pt x="0" y="13"/>
                        <a:pt x="0" y="28"/>
                      </a:cubicBezTo>
                      <a:cubicBezTo>
                        <a:pt x="0" y="43"/>
                        <a:pt x="13" y="56"/>
                        <a:pt x="28" y="56"/>
                      </a:cubicBezTo>
                      <a:cubicBezTo>
                        <a:pt x="43" y="56"/>
                        <a:pt x="56" y="43"/>
                        <a:pt x="56" y="28"/>
                      </a:cubicBezTo>
                      <a:cubicBezTo>
                        <a:pt x="56" y="13"/>
                        <a:pt x="43" y="0"/>
                        <a:pt x="28" y="0"/>
                      </a:cubicBezTo>
                      <a:close/>
                      <a:moveTo>
                        <a:pt x="28" y="53"/>
                      </a:moveTo>
                      <a:cubicBezTo>
                        <a:pt x="14" y="53"/>
                        <a:pt x="4" y="42"/>
                        <a:pt x="4" y="28"/>
                      </a:cubicBezTo>
                      <a:cubicBezTo>
                        <a:pt x="4" y="14"/>
                        <a:pt x="14" y="4"/>
                        <a:pt x="28" y="4"/>
                      </a:cubicBezTo>
                      <a:cubicBezTo>
                        <a:pt x="42" y="4"/>
                        <a:pt x="53" y="14"/>
                        <a:pt x="53" y="28"/>
                      </a:cubicBezTo>
                      <a:cubicBezTo>
                        <a:pt x="53" y="42"/>
                        <a:pt x="42" y="53"/>
                        <a:pt x="28" y="5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Freeform: Shape 25"/>
                <p:cNvSpPr>
                  <a:spLocks/>
                </p:cNvSpPr>
                <p:nvPr/>
              </p:nvSpPr>
              <p:spPr bwMode="auto">
                <a:xfrm>
                  <a:off x="4186578" y="1294013"/>
                  <a:ext cx="100336" cy="100336"/>
                </a:xfrm>
                <a:custGeom>
                  <a:avLst/>
                  <a:gdLst>
                    <a:gd name="T0" fmla="*/ 16 w 32"/>
                    <a:gd name="T1" fmla="*/ 0 h 32"/>
                    <a:gd name="T2" fmla="*/ 0 w 32"/>
                    <a:gd name="T3" fmla="*/ 16 h 32"/>
                    <a:gd name="T4" fmla="*/ 16 w 32"/>
                    <a:gd name="T5" fmla="*/ 32 h 32"/>
                    <a:gd name="T6" fmla="*/ 32 w 32"/>
                    <a:gd name="T7" fmla="*/ 16 h 32"/>
                    <a:gd name="T8" fmla="*/ 16 w 32"/>
                    <a:gd name="T9" fmla="*/ 0 h 32"/>
                    <a:gd name="T10" fmla="*/ 16 w 32"/>
                    <a:gd name="T11" fmla="*/ 28 h 32"/>
                    <a:gd name="T12" fmla="*/ 4 w 32"/>
                    <a:gd name="T13" fmla="*/ 16 h 32"/>
                    <a:gd name="T14" fmla="*/ 16 w 32"/>
                    <a:gd name="T15" fmla="*/ 4 h 32"/>
                    <a:gd name="T16" fmla="*/ 28 w 32"/>
                    <a:gd name="T17" fmla="*/ 16 h 32"/>
                    <a:gd name="T18" fmla="*/ 16 w 32"/>
                    <a:gd name="T19" fmla="*/ 28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2" h="32">
                      <a:moveTo>
                        <a:pt x="16" y="0"/>
                      </a:moveTo>
                      <a:cubicBezTo>
                        <a:pt x="7" y="0"/>
                        <a:pt x="0" y="7"/>
                        <a:pt x="0" y="16"/>
                      </a:cubicBezTo>
                      <a:cubicBezTo>
                        <a:pt x="0" y="25"/>
                        <a:pt x="7" y="32"/>
                        <a:pt x="16" y="32"/>
                      </a:cubicBezTo>
                      <a:cubicBezTo>
                        <a:pt x="25" y="32"/>
                        <a:pt x="32" y="25"/>
                        <a:pt x="32" y="16"/>
                      </a:cubicBezTo>
                      <a:cubicBezTo>
                        <a:pt x="32" y="7"/>
                        <a:pt x="25" y="0"/>
                        <a:pt x="16" y="0"/>
                      </a:cubicBezTo>
                      <a:close/>
                      <a:moveTo>
                        <a:pt x="16" y="28"/>
                      </a:moveTo>
                      <a:cubicBezTo>
                        <a:pt x="9" y="28"/>
                        <a:pt x="4" y="23"/>
                        <a:pt x="4" y="16"/>
                      </a:cubicBezTo>
                      <a:cubicBezTo>
                        <a:pt x="4" y="9"/>
                        <a:pt x="9" y="4"/>
                        <a:pt x="16" y="4"/>
                      </a:cubicBezTo>
                      <a:cubicBezTo>
                        <a:pt x="23" y="4"/>
                        <a:pt x="28" y="9"/>
                        <a:pt x="28" y="16"/>
                      </a:cubicBezTo>
                      <a:cubicBezTo>
                        <a:pt x="28" y="23"/>
                        <a:pt x="23" y="28"/>
                        <a:pt x="16" y="2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0" name="Freeform: Shape 26"/>
              <p:cNvSpPr>
                <a:spLocks/>
              </p:cNvSpPr>
              <p:nvPr/>
            </p:nvSpPr>
            <p:spPr bwMode="auto">
              <a:xfrm>
                <a:off x="9088356" y="2769633"/>
                <a:ext cx="364237" cy="430635"/>
              </a:xfrm>
              <a:custGeom>
                <a:avLst/>
                <a:gdLst>
                  <a:gd name="T0" fmla="*/ 576 w 576"/>
                  <a:gd name="T1" fmla="*/ 493 h 681"/>
                  <a:gd name="T2" fmla="*/ 576 w 576"/>
                  <a:gd name="T3" fmla="*/ 186 h 681"/>
                  <a:gd name="T4" fmla="*/ 288 w 576"/>
                  <a:gd name="T5" fmla="*/ 0 h 681"/>
                  <a:gd name="T6" fmla="*/ 0 w 576"/>
                  <a:gd name="T7" fmla="*/ 186 h 681"/>
                  <a:gd name="T8" fmla="*/ 0 w 576"/>
                  <a:gd name="T9" fmla="*/ 493 h 681"/>
                  <a:gd name="T10" fmla="*/ 288 w 576"/>
                  <a:gd name="T11" fmla="*/ 681 h 681"/>
                  <a:gd name="T12" fmla="*/ 576 w 576"/>
                  <a:gd name="T13" fmla="*/ 493 h 681"/>
                  <a:gd name="T14" fmla="*/ 532 w 576"/>
                  <a:gd name="T15" fmla="*/ 203 h 681"/>
                  <a:gd name="T16" fmla="*/ 290 w 576"/>
                  <a:gd name="T17" fmla="*/ 362 h 681"/>
                  <a:gd name="T18" fmla="*/ 191 w 576"/>
                  <a:gd name="T19" fmla="*/ 297 h 681"/>
                  <a:gd name="T20" fmla="*/ 432 w 576"/>
                  <a:gd name="T21" fmla="*/ 138 h 681"/>
                  <a:gd name="T22" fmla="*/ 532 w 576"/>
                  <a:gd name="T23" fmla="*/ 203 h 681"/>
                  <a:gd name="T24" fmla="*/ 138 w 576"/>
                  <a:gd name="T25" fmla="*/ 260 h 681"/>
                  <a:gd name="T26" fmla="*/ 47 w 576"/>
                  <a:gd name="T27" fmla="*/ 201 h 681"/>
                  <a:gd name="T28" fmla="*/ 288 w 576"/>
                  <a:gd name="T29" fmla="*/ 44 h 681"/>
                  <a:gd name="T30" fmla="*/ 378 w 576"/>
                  <a:gd name="T31" fmla="*/ 103 h 681"/>
                  <a:gd name="T32" fmla="*/ 138 w 576"/>
                  <a:gd name="T33" fmla="*/ 260 h 681"/>
                  <a:gd name="T34" fmla="*/ 38 w 576"/>
                  <a:gd name="T35" fmla="*/ 472 h 681"/>
                  <a:gd name="T36" fmla="*/ 38 w 576"/>
                  <a:gd name="T37" fmla="*/ 223 h 681"/>
                  <a:gd name="T38" fmla="*/ 128 w 576"/>
                  <a:gd name="T39" fmla="*/ 281 h 681"/>
                  <a:gd name="T40" fmla="*/ 128 w 576"/>
                  <a:gd name="T41" fmla="*/ 389 h 681"/>
                  <a:gd name="T42" fmla="*/ 182 w 576"/>
                  <a:gd name="T43" fmla="*/ 419 h 681"/>
                  <a:gd name="T44" fmla="*/ 182 w 576"/>
                  <a:gd name="T45" fmla="*/ 317 h 681"/>
                  <a:gd name="T46" fmla="*/ 277 w 576"/>
                  <a:gd name="T47" fmla="*/ 379 h 681"/>
                  <a:gd name="T48" fmla="*/ 277 w 576"/>
                  <a:gd name="T49" fmla="*/ 628 h 681"/>
                  <a:gd name="T50" fmla="*/ 38 w 576"/>
                  <a:gd name="T51" fmla="*/ 472 h 681"/>
                  <a:gd name="T52" fmla="*/ 297 w 576"/>
                  <a:gd name="T53" fmla="*/ 380 h 681"/>
                  <a:gd name="T54" fmla="*/ 539 w 576"/>
                  <a:gd name="T55" fmla="*/ 223 h 681"/>
                  <a:gd name="T56" fmla="*/ 539 w 576"/>
                  <a:gd name="T57" fmla="*/ 472 h 681"/>
                  <a:gd name="T58" fmla="*/ 297 w 576"/>
                  <a:gd name="T59" fmla="*/ 631 h 681"/>
                  <a:gd name="T60" fmla="*/ 297 w 576"/>
                  <a:gd name="T61" fmla="*/ 380 h 6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76" h="681">
                    <a:moveTo>
                      <a:pt x="576" y="493"/>
                    </a:moveTo>
                    <a:lnTo>
                      <a:pt x="576" y="186"/>
                    </a:lnTo>
                    <a:lnTo>
                      <a:pt x="288" y="0"/>
                    </a:lnTo>
                    <a:lnTo>
                      <a:pt x="0" y="186"/>
                    </a:lnTo>
                    <a:lnTo>
                      <a:pt x="0" y="493"/>
                    </a:lnTo>
                    <a:lnTo>
                      <a:pt x="288" y="681"/>
                    </a:lnTo>
                    <a:lnTo>
                      <a:pt x="576" y="493"/>
                    </a:lnTo>
                    <a:close/>
                    <a:moveTo>
                      <a:pt x="532" y="203"/>
                    </a:moveTo>
                    <a:lnTo>
                      <a:pt x="290" y="362"/>
                    </a:lnTo>
                    <a:lnTo>
                      <a:pt x="191" y="297"/>
                    </a:lnTo>
                    <a:lnTo>
                      <a:pt x="432" y="138"/>
                    </a:lnTo>
                    <a:lnTo>
                      <a:pt x="532" y="203"/>
                    </a:lnTo>
                    <a:close/>
                    <a:moveTo>
                      <a:pt x="138" y="260"/>
                    </a:moveTo>
                    <a:lnTo>
                      <a:pt x="47" y="201"/>
                    </a:lnTo>
                    <a:lnTo>
                      <a:pt x="288" y="44"/>
                    </a:lnTo>
                    <a:lnTo>
                      <a:pt x="378" y="103"/>
                    </a:lnTo>
                    <a:lnTo>
                      <a:pt x="138" y="260"/>
                    </a:lnTo>
                    <a:close/>
                    <a:moveTo>
                      <a:pt x="38" y="472"/>
                    </a:moveTo>
                    <a:lnTo>
                      <a:pt x="38" y="223"/>
                    </a:lnTo>
                    <a:lnTo>
                      <a:pt x="128" y="281"/>
                    </a:lnTo>
                    <a:lnTo>
                      <a:pt x="128" y="389"/>
                    </a:lnTo>
                    <a:lnTo>
                      <a:pt x="182" y="419"/>
                    </a:lnTo>
                    <a:lnTo>
                      <a:pt x="182" y="317"/>
                    </a:lnTo>
                    <a:lnTo>
                      <a:pt x="277" y="379"/>
                    </a:lnTo>
                    <a:lnTo>
                      <a:pt x="277" y="628"/>
                    </a:lnTo>
                    <a:lnTo>
                      <a:pt x="38" y="472"/>
                    </a:lnTo>
                    <a:close/>
                    <a:moveTo>
                      <a:pt x="297" y="380"/>
                    </a:moveTo>
                    <a:lnTo>
                      <a:pt x="539" y="223"/>
                    </a:lnTo>
                    <a:lnTo>
                      <a:pt x="539" y="472"/>
                    </a:lnTo>
                    <a:lnTo>
                      <a:pt x="297" y="631"/>
                    </a:lnTo>
                    <a:lnTo>
                      <a:pt x="297" y="38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61" name="Group 27"/>
              <p:cNvGrpSpPr/>
              <p:nvPr/>
            </p:nvGrpSpPr>
            <p:grpSpPr>
              <a:xfrm>
                <a:off x="9123873" y="3545575"/>
                <a:ext cx="293261" cy="387235"/>
                <a:chOff x="10275888" y="1001713"/>
                <a:chExt cx="371475" cy="490537"/>
              </a:xfrm>
              <a:solidFill>
                <a:schemeClr val="bg1"/>
              </a:solidFill>
            </p:grpSpPr>
            <p:sp>
              <p:nvSpPr>
                <p:cNvPr id="67" name="Freeform: Shape 28"/>
                <p:cNvSpPr>
                  <a:spLocks/>
                </p:cNvSpPr>
                <p:nvPr/>
              </p:nvSpPr>
              <p:spPr bwMode="auto">
                <a:xfrm>
                  <a:off x="10337800" y="1338263"/>
                  <a:ext cx="247650" cy="15875"/>
                </a:xfrm>
                <a:custGeom>
                  <a:avLst/>
                  <a:gdLst>
                    <a:gd name="T0" fmla="*/ 2 w 64"/>
                    <a:gd name="T1" fmla="*/ 0 h 4"/>
                    <a:gd name="T2" fmla="*/ 0 w 64"/>
                    <a:gd name="T3" fmla="*/ 2 h 4"/>
                    <a:gd name="T4" fmla="*/ 2 w 64"/>
                    <a:gd name="T5" fmla="*/ 4 h 4"/>
                    <a:gd name="T6" fmla="*/ 62 w 64"/>
                    <a:gd name="T7" fmla="*/ 4 h 4"/>
                    <a:gd name="T8" fmla="*/ 64 w 64"/>
                    <a:gd name="T9" fmla="*/ 2 h 4"/>
                    <a:gd name="T10" fmla="*/ 62 w 64"/>
                    <a:gd name="T11" fmla="*/ 0 h 4"/>
                    <a:gd name="T12" fmla="*/ 2 w 64"/>
                    <a:gd name="T1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4">
                      <a:moveTo>
                        <a:pt x="2" y="0"/>
                      </a:move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62" y="4"/>
                        <a:pt x="62" y="4"/>
                        <a:pt x="62" y="4"/>
                      </a:cubicBezTo>
                      <a:cubicBezTo>
                        <a:pt x="64" y="4"/>
                        <a:pt x="64" y="3"/>
                        <a:pt x="64" y="2"/>
                      </a:cubicBezTo>
                      <a:cubicBezTo>
                        <a:pt x="64" y="1"/>
                        <a:pt x="64" y="0"/>
                        <a:pt x="62" y="0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Freeform: Shape 29"/>
                <p:cNvSpPr>
                  <a:spLocks/>
                </p:cNvSpPr>
                <p:nvPr/>
              </p:nvSpPr>
              <p:spPr bwMode="auto">
                <a:xfrm>
                  <a:off x="10337800" y="1384300"/>
                  <a:ext cx="247650" cy="15875"/>
                </a:xfrm>
                <a:custGeom>
                  <a:avLst/>
                  <a:gdLst>
                    <a:gd name="T0" fmla="*/ 62 w 64"/>
                    <a:gd name="T1" fmla="*/ 0 h 4"/>
                    <a:gd name="T2" fmla="*/ 2 w 64"/>
                    <a:gd name="T3" fmla="*/ 0 h 4"/>
                    <a:gd name="T4" fmla="*/ 0 w 64"/>
                    <a:gd name="T5" fmla="*/ 2 h 4"/>
                    <a:gd name="T6" fmla="*/ 2 w 64"/>
                    <a:gd name="T7" fmla="*/ 4 h 4"/>
                    <a:gd name="T8" fmla="*/ 62 w 64"/>
                    <a:gd name="T9" fmla="*/ 4 h 4"/>
                    <a:gd name="T10" fmla="*/ 64 w 64"/>
                    <a:gd name="T11" fmla="*/ 2 h 4"/>
                    <a:gd name="T12" fmla="*/ 62 w 64"/>
                    <a:gd name="T1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4">
                      <a:moveTo>
                        <a:pt x="62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62" y="4"/>
                        <a:pt x="62" y="4"/>
                        <a:pt x="62" y="4"/>
                      </a:cubicBezTo>
                      <a:cubicBezTo>
                        <a:pt x="64" y="4"/>
                        <a:pt x="64" y="3"/>
                        <a:pt x="64" y="2"/>
                      </a:cubicBezTo>
                      <a:cubicBezTo>
                        <a:pt x="64" y="1"/>
                        <a:pt x="64" y="0"/>
                        <a:pt x="6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Freeform: Shape 30"/>
                <p:cNvSpPr>
                  <a:spLocks/>
                </p:cNvSpPr>
                <p:nvPr/>
              </p:nvSpPr>
              <p:spPr bwMode="auto">
                <a:xfrm>
                  <a:off x="10275888" y="1001713"/>
                  <a:ext cx="371475" cy="490537"/>
                </a:xfrm>
                <a:custGeom>
                  <a:avLst/>
                  <a:gdLst>
                    <a:gd name="T0" fmla="*/ 74 w 96"/>
                    <a:gd name="T1" fmla="*/ 2 h 128"/>
                    <a:gd name="T2" fmla="*/ 68 w 96"/>
                    <a:gd name="T3" fmla="*/ 0 h 128"/>
                    <a:gd name="T4" fmla="*/ 12 w 96"/>
                    <a:gd name="T5" fmla="*/ 0 h 128"/>
                    <a:gd name="T6" fmla="*/ 0 w 96"/>
                    <a:gd name="T7" fmla="*/ 12 h 128"/>
                    <a:gd name="T8" fmla="*/ 0 w 96"/>
                    <a:gd name="T9" fmla="*/ 116 h 128"/>
                    <a:gd name="T10" fmla="*/ 12 w 96"/>
                    <a:gd name="T11" fmla="*/ 128 h 128"/>
                    <a:gd name="T12" fmla="*/ 84 w 96"/>
                    <a:gd name="T13" fmla="*/ 128 h 128"/>
                    <a:gd name="T14" fmla="*/ 96 w 96"/>
                    <a:gd name="T15" fmla="*/ 116 h 128"/>
                    <a:gd name="T16" fmla="*/ 96 w 96"/>
                    <a:gd name="T17" fmla="*/ 32 h 128"/>
                    <a:gd name="T18" fmla="*/ 74 w 96"/>
                    <a:gd name="T19" fmla="*/ 2 h 128"/>
                    <a:gd name="T20" fmla="*/ 72 w 96"/>
                    <a:gd name="T21" fmla="*/ 12 h 128"/>
                    <a:gd name="T22" fmla="*/ 85 w 96"/>
                    <a:gd name="T23" fmla="*/ 28 h 128"/>
                    <a:gd name="T24" fmla="*/ 72 w 96"/>
                    <a:gd name="T25" fmla="*/ 28 h 128"/>
                    <a:gd name="T26" fmla="*/ 72 w 96"/>
                    <a:gd name="T27" fmla="*/ 12 h 128"/>
                    <a:gd name="T28" fmla="*/ 88 w 96"/>
                    <a:gd name="T29" fmla="*/ 116 h 128"/>
                    <a:gd name="T30" fmla="*/ 84 w 96"/>
                    <a:gd name="T31" fmla="*/ 120 h 128"/>
                    <a:gd name="T32" fmla="*/ 12 w 96"/>
                    <a:gd name="T33" fmla="*/ 120 h 128"/>
                    <a:gd name="T34" fmla="*/ 8 w 96"/>
                    <a:gd name="T35" fmla="*/ 116 h 128"/>
                    <a:gd name="T36" fmla="*/ 8 w 96"/>
                    <a:gd name="T37" fmla="*/ 12 h 128"/>
                    <a:gd name="T38" fmla="*/ 12 w 96"/>
                    <a:gd name="T39" fmla="*/ 8 h 128"/>
                    <a:gd name="T40" fmla="*/ 64 w 96"/>
                    <a:gd name="T41" fmla="*/ 8 h 128"/>
                    <a:gd name="T42" fmla="*/ 64 w 96"/>
                    <a:gd name="T43" fmla="*/ 36 h 128"/>
                    <a:gd name="T44" fmla="*/ 88 w 96"/>
                    <a:gd name="T45" fmla="*/ 36 h 128"/>
                    <a:gd name="T46" fmla="*/ 88 w 96"/>
                    <a:gd name="T47" fmla="*/ 116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96" h="128">
                      <a:moveTo>
                        <a:pt x="74" y="2"/>
                      </a:moveTo>
                      <a:cubicBezTo>
                        <a:pt x="72" y="1"/>
                        <a:pt x="70" y="0"/>
                        <a:pt x="68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5"/>
                        <a:pt x="0" y="12"/>
                      </a:cubicBezTo>
                      <a:cubicBezTo>
                        <a:pt x="0" y="116"/>
                        <a:pt x="0" y="116"/>
                        <a:pt x="0" y="116"/>
                      </a:cubicBezTo>
                      <a:cubicBezTo>
                        <a:pt x="0" y="122"/>
                        <a:pt x="5" y="128"/>
                        <a:pt x="12" y="128"/>
                      </a:cubicBezTo>
                      <a:cubicBezTo>
                        <a:pt x="84" y="128"/>
                        <a:pt x="84" y="128"/>
                        <a:pt x="84" y="128"/>
                      </a:cubicBezTo>
                      <a:cubicBezTo>
                        <a:pt x="90" y="128"/>
                        <a:pt x="96" y="122"/>
                        <a:pt x="96" y="116"/>
                      </a:cubicBezTo>
                      <a:cubicBezTo>
                        <a:pt x="96" y="32"/>
                        <a:pt x="96" y="32"/>
                        <a:pt x="96" y="32"/>
                      </a:cubicBezTo>
                      <a:cubicBezTo>
                        <a:pt x="96" y="28"/>
                        <a:pt x="96" y="26"/>
                        <a:pt x="74" y="2"/>
                      </a:cubicBezTo>
                      <a:close/>
                      <a:moveTo>
                        <a:pt x="72" y="12"/>
                      </a:moveTo>
                      <a:cubicBezTo>
                        <a:pt x="76" y="17"/>
                        <a:pt x="82" y="23"/>
                        <a:pt x="85" y="28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lnTo>
                        <a:pt x="72" y="12"/>
                      </a:lnTo>
                      <a:close/>
                      <a:moveTo>
                        <a:pt x="88" y="116"/>
                      </a:moveTo>
                      <a:cubicBezTo>
                        <a:pt x="88" y="118"/>
                        <a:pt x="86" y="120"/>
                        <a:pt x="84" y="120"/>
                      </a:cubicBezTo>
                      <a:cubicBezTo>
                        <a:pt x="12" y="120"/>
                        <a:pt x="12" y="120"/>
                        <a:pt x="12" y="120"/>
                      </a:cubicBezTo>
                      <a:cubicBezTo>
                        <a:pt x="10" y="120"/>
                        <a:pt x="8" y="118"/>
                        <a:pt x="8" y="116"/>
                      </a:cubicBezTo>
                      <a:cubicBezTo>
                        <a:pt x="8" y="12"/>
                        <a:pt x="8" y="12"/>
                        <a:pt x="8" y="12"/>
                      </a:cubicBezTo>
                      <a:cubicBezTo>
                        <a:pt x="8" y="9"/>
                        <a:pt x="10" y="8"/>
                        <a:pt x="12" y="8"/>
                      </a:cubicBezTo>
                      <a:cubicBezTo>
                        <a:pt x="64" y="8"/>
                        <a:pt x="64" y="8"/>
                        <a:pt x="64" y="8"/>
                      </a:cubicBezTo>
                      <a:cubicBezTo>
                        <a:pt x="64" y="36"/>
                        <a:pt x="64" y="36"/>
                        <a:pt x="64" y="36"/>
                      </a:cubicBezTo>
                      <a:cubicBezTo>
                        <a:pt x="88" y="36"/>
                        <a:pt x="88" y="36"/>
                        <a:pt x="88" y="36"/>
                      </a:cubicBezTo>
                      <a:lnTo>
                        <a:pt x="88" y="11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Freeform: Shape 31"/>
                <p:cNvSpPr>
                  <a:spLocks/>
                </p:cNvSpPr>
                <p:nvPr/>
              </p:nvSpPr>
              <p:spPr bwMode="auto">
                <a:xfrm>
                  <a:off x="10337800" y="1077913"/>
                  <a:ext cx="155575" cy="31750"/>
                </a:xfrm>
                <a:custGeom>
                  <a:avLst/>
                  <a:gdLst>
                    <a:gd name="T0" fmla="*/ 4 w 40"/>
                    <a:gd name="T1" fmla="*/ 8 h 8"/>
                    <a:gd name="T2" fmla="*/ 36 w 40"/>
                    <a:gd name="T3" fmla="*/ 8 h 8"/>
                    <a:gd name="T4" fmla="*/ 40 w 40"/>
                    <a:gd name="T5" fmla="*/ 4 h 8"/>
                    <a:gd name="T6" fmla="*/ 36 w 40"/>
                    <a:gd name="T7" fmla="*/ 0 h 8"/>
                    <a:gd name="T8" fmla="*/ 4 w 40"/>
                    <a:gd name="T9" fmla="*/ 0 h 8"/>
                    <a:gd name="T10" fmla="*/ 0 w 40"/>
                    <a:gd name="T11" fmla="*/ 4 h 8"/>
                    <a:gd name="T12" fmla="*/ 4 w 40"/>
                    <a:gd name="T13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8">
                      <a:moveTo>
                        <a:pt x="4" y="8"/>
                      </a:moveTo>
                      <a:cubicBezTo>
                        <a:pt x="36" y="8"/>
                        <a:pt x="36" y="8"/>
                        <a:pt x="36" y="8"/>
                      </a:cubicBezTo>
                      <a:cubicBezTo>
                        <a:pt x="38" y="8"/>
                        <a:pt x="40" y="6"/>
                        <a:pt x="40" y="4"/>
                      </a:cubicBezTo>
                      <a:cubicBezTo>
                        <a:pt x="40" y="1"/>
                        <a:pt x="38" y="0"/>
                        <a:pt x="36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4"/>
                      </a:cubicBezTo>
                      <a:cubicBezTo>
                        <a:pt x="0" y="6"/>
                        <a:pt x="2" y="8"/>
                        <a:pt x="4" y="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Freeform: Shape 32"/>
                <p:cNvSpPr>
                  <a:spLocks/>
                </p:cNvSpPr>
                <p:nvPr/>
              </p:nvSpPr>
              <p:spPr bwMode="auto">
                <a:xfrm>
                  <a:off x="10337800" y="1154113"/>
                  <a:ext cx="155575" cy="15875"/>
                </a:xfrm>
                <a:custGeom>
                  <a:avLst/>
                  <a:gdLst>
                    <a:gd name="T0" fmla="*/ 2 w 40"/>
                    <a:gd name="T1" fmla="*/ 4 h 4"/>
                    <a:gd name="T2" fmla="*/ 38 w 40"/>
                    <a:gd name="T3" fmla="*/ 4 h 4"/>
                    <a:gd name="T4" fmla="*/ 40 w 40"/>
                    <a:gd name="T5" fmla="*/ 2 h 4"/>
                    <a:gd name="T6" fmla="*/ 38 w 40"/>
                    <a:gd name="T7" fmla="*/ 0 h 4"/>
                    <a:gd name="T8" fmla="*/ 2 w 40"/>
                    <a:gd name="T9" fmla="*/ 0 h 4"/>
                    <a:gd name="T10" fmla="*/ 0 w 40"/>
                    <a:gd name="T11" fmla="*/ 2 h 4"/>
                    <a:gd name="T12" fmla="*/ 2 w 40"/>
                    <a:gd name="T1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" h="4">
                      <a:moveTo>
                        <a:pt x="2" y="4"/>
                      </a:moveTo>
                      <a:cubicBezTo>
                        <a:pt x="38" y="4"/>
                        <a:pt x="38" y="4"/>
                        <a:pt x="38" y="4"/>
                      </a:cubicBezTo>
                      <a:cubicBezTo>
                        <a:pt x="39" y="4"/>
                        <a:pt x="40" y="3"/>
                        <a:pt x="40" y="2"/>
                      </a:cubicBezTo>
                      <a:cubicBezTo>
                        <a:pt x="40" y="1"/>
                        <a:pt x="39" y="0"/>
                        <a:pt x="38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Freeform: Shape 33"/>
                <p:cNvSpPr>
                  <a:spLocks/>
                </p:cNvSpPr>
                <p:nvPr/>
              </p:nvSpPr>
              <p:spPr bwMode="auto">
                <a:xfrm>
                  <a:off x="10337800" y="1200150"/>
                  <a:ext cx="247650" cy="15875"/>
                </a:xfrm>
                <a:custGeom>
                  <a:avLst/>
                  <a:gdLst>
                    <a:gd name="T0" fmla="*/ 0 w 64"/>
                    <a:gd name="T1" fmla="*/ 2 h 4"/>
                    <a:gd name="T2" fmla="*/ 2 w 64"/>
                    <a:gd name="T3" fmla="*/ 4 h 4"/>
                    <a:gd name="T4" fmla="*/ 62 w 64"/>
                    <a:gd name="T5" fmla="*/ 4 h 4"/>
                    <a:gd name="T6" fmla="*/ 64 w 64"/>
                    <a:gd name="T7" fmla="*/ 2 h 4"/>
                    <a:gd name="T8" fmla="*/ 62 w 64"/>
                    <a:gd name="T9" fmla="*/ 0 h 4"/>
                    <a:gd name="T10" fmla="*/ 2 w 64"/>
                    <a:gd name="T11" fmla="*/ 0 h 4"/>
                    <a:gd name="T12" fmla="*/ 0 w 64"/>
                    <a:gd name="T13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4">
                      <a:moveTo>
                        <a:pt x="0" y="2"/>
                      </a:moveTo>
                      <a:cubicBezTo>
                        <a:pt x="0" y="3"/>
                        <a:pt x="1" y="4"/>
                        <a:pt x="2" y="4"/>
                      </a:cubicBezTo>
                      <a:cubicBezTo>
                        <a:pt x="62" y="4"/>
                        <a:pt x="62" y="4"/>
                        <a:pt x="62" y="4"/>
                      </a:cubicBezTo>
                      <a:cubicBezTo>
                        <a:pt x="63" y="4"/>
                        <a:pt x="64" y="3"/>
                        <a:pt x="64" y="2"/>
                      </a:cubicBezTo>
                      <a:cubicBezTo>
                        <a:pt x="64" y="1"/>
                        <a:pt x="63" y="0"/>
                        <a:pt x="6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Freeform: Shape 34"/>
                <p:cNvSpPr>
                  <a:spLocks/>
                </p:cNvSpPr>
                <p:nvPr/>
              </p:nvSpPr>
              <p:spPr bwMode="auto">
                <a:xfrm>
                  <a:off x="10337800" y="1292225"/>
                  <a:ext cx="247650" cy="15875"/>
                </a:xfrm>
                <a:custGeom>
                  <a:avLst/>
                  <a:gdLst>
                    <a:gd name="T0" fmla="*/ 62 w 64"/>
                    <a:gd name="T1" fmla="*/ 4 h 4"/>
                    <a:gd name="T2" fmla="*/ 64 w 64"/>
                    <a:gd name="T3" fmla="*/ 2 h 4"/>
                    <a:gd name="T4" fmla="*/ 62 w 64"/>
                    <a:gd name="T5" fmla="*/ 0 h 4"/>
                    <a:gd name="T6" fmla="*/ 2 w 64"/>
                    <a:gd name="T7" fmla="*/ 0 h 4"/>
                    <a:gd name="T8" fmla="*/ 0 w 64"/>
                    <a:gd name="T9" fmla="*/ 2 h 4"/>
                    <a:gd name="T10" fmla="*/ 2 w 64"/>
                    <a:gd name="T11" fmla="*/ 4 h 4"/>
                    <a:gd name="T12" fmla="*/ 62 w 64"/>
                    <a:gd name="T1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4" h="4">
                      <a:moveTo>
                        <a:pt x="62" y="4"/>
                      </a:moveTo>
                      <a:cubicBezTo>
                        <a:pt x="63" y="4"/>
                        <a:pt x="64" y="3"/>
                        <a:pt x="64" y="2"/>
                      </a:cubicBezTo>
                      <a:cubicBezTo>
                        <a:pt x="64" y="1"/>
                        <a:pt x="63" y="0"/>
                        <a:pt x="6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lnTo>
                        <a:pt x="62" y="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: Shape 35"/>
                <p:cNvSpPr>
                  <a:spLocks/>
                </p:cNvSpPr>
                <p:nvPr/>
              </p:nvSpPr>
              <p:spPr bwMode="auto">
                <a:xfrm>
                  <a:off x="10337800" y="1246188"/>
                  <a:ext cx="233363" cy="15875"/>
                </a:xfrm>
                <a:custGeom>
                  <a:avLst/>
                  <a:gdLst>
                    <a:gd name="T0" fmla="*/ 2 w 60"/>
                    <a:gd name="T1" fmla="*/ 4 h 4"/>
                    <a:gd name="T2" fmla="*/ 58 w 60"/>
                    <a:gd name="T3" fmla="*/ 4 h 4"/>
                    <a:gd name="T4" fmla="*/ 60 w 60"/>
                    <a:gd name="T5" fmla="*/ 2 h 4"/>
                    <a:gd name="T6" fmla="*/ 58 w 60"/>
                    <a:gd name="T7" fmla="*/ 0 h 4"/>
                    <a:gd name="T8" fmla="*/ 2 w 60"/>
                    <a:gd name="T9" fmla="*/ 0 h 4"/>
                    <a:gd name="T10" fmla="*/ 0 w 60"/>
                    <a:gd name="T11" fmla="*/ 2 h 4"/>
                    <a:gd name="T12" fmla="*/ 2 w 60"/>
                    <a:gd name="T1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0" h="4">
                      <a:moveTo>
                        <a:pt x="2" y="4"/>
                      </a:moveTo>
                      <a:cubicBezTo>
                        <a:pt x="58" y="4"/>
                        <a:pt x="58" y="4"/>
                        <a:pt x="58" y="4"/>
                      </a:cubicBezTo>
                      <a:cubicBezTo>
                        <a:pt x="59" y="4"/>
                        <a:pt x="60" y="3"/>
                        <a:pt x="60" y="2"/>
                      </a:cubicBezTo>
                      <a:cubicBezTo>
                        <a:pt x="60" y="1"/>
                        <a:pt x="59" y="0"/>
                        <a:pt x="58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3"/>
                        <a:pt x="1" y="4"/>
                        <a:pt x="2" y="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2" name="TextBox 36"/>
              <p:cNvSpPr txBox="1"/>
              <p:nvPr/>
            </p:nvSpPr>
            <p:spPr>
              <a:xfrm>
                <a:off x="5857988" y="5115781"/>
                <a:ext cx="723275" cy="307777"/>
              </a:xfrm>
              <a:prstGeom prst="rect">
                <a:avLst/>
              </a:prstGeom>
              <a:noFill/>
            </p:spPr>
            <p:txBody>
              <a:bodyPr wrap="none">
                <a:normAutofit fontScale="70000"/>
              </a:bodyPr>
              <a:lstStyle/>
              <a:p>
                <a:pPr algn="r" rtl="1"/>
                <a:r>
                  <a:rPr lang="fa-IR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ترکیب</a:t>
                </a:r>
                <a:endParaRPr lang="fa-IR" altLang="en-US" sz="14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TextBox 37"/>
              <p:cNvSpPr txBox="1"/>
              <p:nvPr/>
            </p:nvSpPr>
            <p:spPr>
              <a:xfrm>
                <a:off x="6303842" y="4355237"/>
                <a:ext cx="723275" cy="307777"/>
              </a:xfrm>
              <a:prstGeom prst="rect">
                <a:avLst/>
              </a:prstGeom>
              <a:noFill/>
            </p:spPr>
            <p:txBody>
              <a:bodyPr wrap="none">
                <a:normAutofit fontScale="70000"/>
              </a:bodyPr>
              <a:lstStyle/>
              <a:p>
                <a:pPr algn="r" rtl="1"/>
                <a:r>
                  <a:rPr lang="fa-IR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گیرش</a:t>
                </a:r>
                <a:endParaRPr lang="fa-IR" altLang="en-US" sz="14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TextBox 38"/>
              <p:cNvSpPr txBox="1"/>
              <p:nvPr/>
            </p:nvSpPr>
            <p:spPr>
              <a:xfrm>
                <a:off x="6751096" y="3580802"/>
                <a:ext cx="723275" cy="307777"/>
              </a:xfrm>
              <a:prstGeom prst="rect">
                <a:avLst/>
              </a:prstGeom>
              <a:noFill/>
            </p:spPr>
            <p:txBody>
              <a:bodyPr wrap="none">
                <a:normAutofit fontScale="70000"/>
              </a:bodyPr>
              <a:lstStyle/>
              <a:p>
                <a:pPr algn="r" rtl="1"/>
                <a:r>
                  <a:rPr lang="fa-IR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فاز</a:t>
                </a:r>
                <a:endParaRPr lang="fa-IR" altLang="en-US" sz="14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TextBox 39"/>
              <p:cNvSpPr txBox="1"/>
              <p:nvPr/>
            </p:nvSpPr>
            <p:spPr>
              <a:xfrm>
                <a:off x="7203413" y="2802150"/>
                <a:ext cx="723275" cy="307777"/>
              </a:xfrm>
              <a:prstGeom prst="rect">
                <a:avLst/>
              </a:prstGeom>
              <a:noFill/>
            </p:spPr>
            <p:txBody>
              <a:bodyPr wrap="none">
                <a:normAutofit fontScale="70000"/>
              </a:bodyPr>
              <a:lstStyle/>
              <a:p>
                <a:pPr algn="r" rtl="1"/>
                <a:r>
                  <a:rPr lang="fa-IR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حفره</a:t>
                </a:r>
                <a:endParaRPr lang="fa-IR" altLang="en-US" sz="14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TextBox 40"/>
              <p:cNvSpPr txBox="1"/>
              <p:nvPr/>
            </p:nvSpPr>
            <p:spPr>
              <a:xfrm>
                <a:off x="7653545" y="2056062"/>
                <a:ext cx="723275" cy="307777"/>
              </a:xfrm>
              <a:prstGeom prst="rect">
                <a:avLst/>
              </a:prstGeom>
              <a:noFill/>
            </p:spPr>
            <p:txBody>
              <a:bodyPr wrap="none">
                <a:normAutofit fontScale="70000"/>
              </a:bodyPr>
              <a:lstStyle/>
              <a:p>
                <a:pPr algn="r" rtl="1"/>
                <a:r>
                  <a:rPr lang="fa-IR" altLang="en-US" sz="14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استحکام</a:t>
                </a:r>
                <a:endParaRPr lang="fa-IR" altLang="en-US" sz="14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Group 43"/>
            <p:cNvGrpSpPr/>
            <p:nvPr/>
          </p:nvGrpSpPr>
          <p:grpSpPr>
            <a:xfrm>
              <a:off x="718133" y="1918386"/>
              <a:ext cx="3858173" cy="525387"/>
              <a:chOff x="5403632" y="1998272"/>
              <a:chExt cx="5144231" cy="700516"/>
            </a:xfrm>
          </p:grpSpPr>
          <p:grpSp>
            <p:nvGrpSpPr>
              <p:cNvPr id="34" name="Group 65"/>
              <p:cNvGrpSpPr/>
              <p:nvPr/>
            </p:nvGrpSpPr>
            <p:grpSpPr>
              <a:xfrm>
                <a:off x="5403632" y="2028913"/>
                <a:ext cx="399214" cy="399214"/>
                <a:chOff x="0" y="0"/>
                <a:chExt cx="767929" cy="767929"/>
              </a:xfrm>
            </p:grpSpPr>
            <p:sp>
              <p:nvSpPr>
                <p:cNvPr id="38" name="Freeform: Shape 69"/>
                <p:cNvSpPr/>
                <p:nvPr/>
              </p:nvSpPr>
              <p:spPr>
                <a:xfrm>
                  <a:off x="0" y="0"/>
                  <a:ext cx="767929" cy="7679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: Shape 70"/>
                <p:cNvSpPr/>
                <p:nvPr/>
              </p:nvSpPr>
              <p:spPr>
                <a:xfrm>
                  <a:off x="234638" y="227334"/>
                  <a:ext cx="298653" cy="3132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04" h="21302" extrusionOk="0">
                      <a:moveTo>
                        <a:pt x="7816" y="21302"/>
                      </a:moveTo>
                      <a:cubicBezTo>
                        <a:pt x="7132" y="21302"/>
                        <a:pt x="6483" y="20993"/>
                        <a:pt x="6068" y="20461"/>
                      </a:cubicBezTo>
                      <a:lnTo>
                        <a:pt x="445" y="13277"/>
                      </a:lnTo>
                      <a:cubicBezTo>
                        <a:pt x="-287" y="12344"/>
                        <a:pt x="-97" y="11016"/>
                        <a:pt x="870" y="10308"/>
                      </a:cubicBezTo>
                      <a:cubicBezTo>
                        <a:pt x="1838" y="9597"/>
                        <a:pt x="3211" y="9785"/>
                        <a:pt x="3943" y="10719"/>
                      </a:cubicBezTo>
                      <a:lnTo>
                        <a:pt x="7643" y="15442"/>
                      </a:lnTo>
                      <a:lnTo>
                        <a:pt x="16946" y="999"/>
                      </a:lnTo>
                      <a:cubicBezTo>
                        <a:pt x="17586" y="6"/>
                        <a:pt x="18940" y="-298"/>
                        <a:pt x="19969" y="321"/>
                      </a:cubicBezTo>
                      <a:cubicBezTo>
                        <a:pt x="20997" y="939"/>
                        <a:pt x="21313" y="2248"/>
                        <a:pt x="20671" y="3243"/>
                      </a:cubicBezTo>
                      <a:lnTo>
                        <a:pt x="9680" y="20301"/>
                      </a:lnTo>
                      <a:cubicBezTo>
                        <a:pt x="9299" y="20896"/>
                        <a:pt x="8639" y="21267"/>
                        <a:pt x="7917" y="21299"/>
                      </a:cubicBezTo>
                      <a:cubicBezTo>
                        <a:pt x="7882" y="21302"/>
                        <a:pt x="7851" y="21302"/>
                        <a:pt x="7816" y="213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5" name="Group 66"/>
              <p:cNvGrpSpPr/>
              <p:nvPr/>
            </p:nvGrpSpPr>
            <p:grpSpPr>
              <a:xfrm>
                <a:off x="5802845" y="1998272"/>
                <a:ext cx="4745018" cy="700516"/>
                <a:chOff x="6729846" y="3935366"/>
                <a:chExt cx="4745018" cy="700516"/>
              </a:xfrm>
            </p:grpSpPr>
            <p:sp>
              <p:nvSpPr>
                <p:cNvPr id="36" name="Rectangle 67"/>
                <p:cNvSpPr/>
                <p:nvPr/>
              </p:nvSpPr>
              <p:spPr>
                <a:xfrm>
                  <a:off x="6729846" y="3935366"/>
                  <a:ext cx="1368030" cy="215444"/>
                </a:xfrm>
                <a:prstGeom prst="rect">
                  <a:avLst/>
                </a:prstGeom>
              </p:spPr>
              <p:txBody>
                <a:bodyPr wrap="none" lIns="144000" tIns="0" rIns="144000" bIns="0" anchor="ctr">
                  <a:normAutofit fontScale="85000"/>
                </a:bodyPr>
                <a:lstStyle/>
                <a:p>
                  <a:pPr rtl="1" algn="r"/>
                  <a:r>
                    <a:rPr lang="fa-IR" altLang="en-US" sz="1400" b="1" dirty="0">
                      <a:solidFill>
                        <a:schemeClr val="accent1"/>
                      </a:solidFill>
                      <a:cs typeface="+mn-ea"/>
                      <a:sym typeface="+mn-lt"/>
                    </a:rPr>
                    <a:t>ریزساختار</a:t>
                  </a:r>
                  <a:endParaRPr lang="fa-IR" altLang="en-US" sz="1400" b="1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Rectangle 68"/>
                <p:cNvSpPr/>
                <p:nvPr/>
              </p:nvSpPr>
              <p:spPr>
                <a:xfrm>
                  <a:off x="6729846" y="4150812"/>
                  <a:ext cx="4745018" cy="485070"/>
                </a:xfrm>
                <a:prstGeom prst="rect">
                  <a:avLst/>
                </a:prstGeom>
              </p:spPr>
              <p:txBody>
                <a:bodyPr wrap="square" lIns="144000" tIns="0" rIns="144000" bIns="0" anchor="t">
                  <a:normAutofit/>
                </a:bodyPr>
                <a:lstStyle/>
                <a:p>
                  <a:pPr rtl="1" algn="l">
                    <a:lnSpc>
                      <a:spcPct val="120000"/>
                    </a:lnSpc>
                  </a:pPr>
                  <a:r>
                    <a:rPr lang="fa-IR" altLang="en-US" sz="1051" dirty="0">
                      <a:solidFill>
                        <a:srgbClr val="000000"/>
                      </a:solidFill>
                      <a:cs typeface="+mn-ea"/>
                      <a:sym typeface="+mn-lt"/>
                    </a:rPr>
                    <a:t>تخلخل، چگالی و ریزساختار پس از پخت</a:t>
                  </a:r>
                  <a:endParaRPr lang="fa-IR" altLang="en-US" sz="1051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" name="Group 44"/>
            <p:cNvGrpSpPr/>
            <p:nvPr/>
          </p:nvGrpSpPr>
          <p:grpSpPr>
            <a:xfrm>
              <a:off x="718132" y="2503870"/>
              <a:ext cx="3866444" cy="525387"/>
              <a:chOff x="5403632" y="2988091"/>
              <a:chExt cx="5155259" cy="700516"/>
            </a:xfrm>
          </p:grpSpPr>
          <p:grpSp>
            <p:nvGrpSpPr>
              <p:cNvPr id="28" name="Group 59"/>
              <p:cNvGrpSpPr/>
              <p:nvPr/>
            </p:nvGrpSpPr>
            <p:grpSpPr>
              <a:xfrm>
                <a:off x="5403632" y="3001316"/>
                <a:ext cx="399214" cy="399214"/>
                <a:chOff x="0" y="-125538"/>
                <a:chExt cx="767930" cy="767930"/>
              </a:xfrm>
            </p:grpSpPr>
            <p:sp>
              <p:nvSpPr>
                <p:cNvPr id="32" name="Freeform: Shape 63"/>
                <p:cNvSpPr/>
                <p:nvPr/>
              </p:nvSpPr>
              <p:spPr>
                <a:xfrm>
                  <a:off x="0" y="-125538"/>
                  <a:ext cx="767930" cy="76793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Freeform: Shape 64"/>
                <p:cNvSpPr/>
                <p:nvPr/>
              </p:nvSpPr>
              <p:spPr>
                <a:xfrm>
                  <a:off x="234637" y="101796"/>
                  <a:ext cx="298653" cy="3132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04" h="21302" extrusionOk="0">
                      <a:moveTo>
                        <a:pt x="7816" y="21302"/>
                      </a:moveTo>
                      <a:cubicBezTo>
                        <a:pt x="7132" y="21302"/>
                        <a:pt x="6483" y="20993"/>
                        <a:pt x="6068" y="20461"/>
                      </a:cubicBezTo>
                      <a:lnTo>
                        <a:pt x="445" y="13277"/>
                      </a:lnTo>
                      <a:cubicBezTo>
                        <a:pt x="-287" y="12344"/>
                        <a:pt x="-97" y="11016"/>
                        <a:pt x="870" y="10308"/>
                      </a:cubicBezTo>
                      <a:cubicBezTo>
                        <a:pt x="1838" y="9597"/>
                        <a:pt x="3211" y="9785"/>
                        <a:pt x="3943" y="10719"/>
                      </a:cubicBezTo>
                      <a:lnTo>
                        <a:pt x="7643" y="15442"/>
                      </a:lnTo>
                      <a:lnTo>
                        <a:pt x="16946" y="999"/>
                      </a:lnTo>
                      <a:cubicBezTo>
                        <a:pt x="17586" y="6"/>
                        <a:pt x="18940" y="-298"/>
                        <a:pt x="19969" y="321"/>
                      </a:cubicBezTo>
                      <a:cubicBezTo>
                        <a:pt x="20997" y="939"/>
                        <a:pt x="21313" y="2248"/>
                        <a:pt x="20671" y="3243"/>
                      </a:cubicBezTo>
                      <a:lnTo>
                        <a:pt x="9680" y="20301"/>
                      </a:lnTo>
                      <a:cubicBezTo>
                        <a:pt x="9299" y="20896"/>
                        <a:pt x="8639" y="21267"/>
                        <a:pt x="7917" y="21299"/>
                      </a:cubicBezTo>
                      <a:cubicBezTo>
                        <a:pt x="7882" y="21302"/>
                        <a:pt x="7851" y="21302"/>
                        <a:pt x="7816" y="213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9" name="Group 60"/>
              <p:cNvGrpSpPr/>
              <p:nvPr/>
            </p:nvGrpSpPr>
            <p:grpSpPr>
              <a:xfrm>
                <a:off x="5813873" y="2988091"/>
                <a:ext cx="4745018" cy="700516"/>
                <a:chOff x="6729846" y="3935366"/>
                <a:chExt cx="4745018" cy="700516"/>
              </a:xfrm>
            </p:grpSpPr>
            <p:sp>
              <p:nvSpPr>
                <p:cNvPr id="30" name="Rectangle 61"/>
                <p:cNvSpPr/>
                <p:nvPr/>
              </p:nvSpPr>
              <p:spPr>
                <a:xfrm>
                  <a:off x="6729846" y="3935366"/>
                  <a:ext cx="1368030" cy="215444"/>
                </a:xfrm>
                <a:prstGeom prst="rect">
                  <a:avLst/>
                </a:prstGeom>
              </p:spPr>
              <p:txBody>
                <a:bodyPr wrap="none" lIns="144000" tIns="0" rIns="144000" bIns="0" anchor="ctr">
                  <a:normAutofit fontScale="85000"/>
                </a:bodyPr>
                <a:lstStyle/>
                <a:p>
                  <a:pPr rtl="1" algn="r"/>
                  <a:r>
                    <a:rPr lang="fa-IR" altLang="en-US" sz="1400" b="1" dirty="0">
                      <a:solidFill>
                        <a:schemeClr val="accent2"/>
                      </a:solidFill>
                      <a:cs typeface="+mn-ea"/>
                      <a:sym typeface="+mn-lt"/>
                    </a:rPr>
                    <a:t>فازها</a:t>
                  </a:r>
                  <a:endParaRPr lang="fa-IR" altLang="en-US" sz="1400" b="1" dirty="0">
                    <a:solidFill>
                      <a:schemeClr val="accent2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Rectangle 62"/>
                <p:cNvSpPr/>
                <p:nvPr/>
              </p:nvSpPr>
              <p:spPr>
                <a:xfrm>
                  <a:off x="6729846" y="4150812"/>
                  <a:ext cx="4745018" cy="485070"/>
                </a:xfrm>
                <a:prstGeom prst="rect">
                  <a:avLst/>
                </a:prstGeom>
              </p:spPr>
              <p:txBody>
                <a:bodyPr wrap="square" lIns="144000" tIns="0" rIns="144000" bIns="0" anchor="t">
                  <a:normAutofit/>
                </a:bodyPr>
                <a:lstStyle/>
                <a:p>
                  <a:pPr rtl="1" algn="l">
                    <a:lnSpc>
                      <a:spcPct val="120000"/>
                    </a:lnSpc>
                  </a:pPr>
                  <a:r>
                    <a:rPr lang="fa-IR" altLang="en-US" sz="1051" dirty="0">
                      <a:solidFill>
                        <a:srgbClr val="000000"/>
                      </a:solidFill>
                      <a:cs typeface="+mn-ea"/>
                      <a:sym typeface="+mn-lt"/>
                    </a:rPr>
                    <a:t>نوع هیدرات‌ها و روند تبدیل آن‌ها</a:t>
                  </a:r>
                  <a:endParaRPr lang="fa-IR" altLang="en-US" sz="1051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Group 45"/>
            <p:cNvGrpSpPr/>
            <p:nvPr/>
          </p:nvGrpSpPr>
          <p:grpSpPr>
            <a:xfrm>
              <a:off x="718133" y="3089352"/>
              <a:ext cx="3858173" cy="525387"/>
              <a:chOff x="5403632" y="4279234"/>
              <a:chExt cx="5144231" cy="700516"/>
            </a:xfrm>
          </p:grpSpPr>
          <p:grpSp>
            <p:nvGrpSpPr>
              <p:cNvPr id="22" name="Group 53"/>
              <p:cNvGrpSpPr/>
              <p:nvPr/>
            </p:nvGrpSpPr>
            <p:grpSpPr>
              <a:xfrm>
                <a:off x="5403632" y="4279235"/>
                <a:ext cx="399214" cy="399214"/>
                <a:chOff x="0" y="0"/>
                <a:chExt cx="767929" cy="767929"/>
              </a:xfrm>
            </p:grpSpPr>
            <p:sp>
              <p:nvSpPr>
                <p:cNvPr id="26" name="Freeform: Shape 57"/>
                <p:cNvSpPr/>
                <p:nvPr/>
              </p:nvSpPr>
              <p:spPr>
                <a:xfrm>
                  <a:off x="0" y="0"/>
                  <a:ext cx="767929" cy="7679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Freeform: Shape 58"/>
                <p:cNvSpPr/>
                <p:nvPr/>
              </p:nvSpPr>
              <p:spPr>
                <a:xfrm>
                  <a:off x="234638" y="227334"/>
                  <a:ext cx="298653" cy="3132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04" h="21302" extrusionOk="0">
                      <a:moveTo>
                        <a:pt x="7816" y="21302"/>
                      </a:moveTo>
                      <a:cubicBezTo>
                        <a:pt x="7132" y="21302"/>
                        <a:pt x="6483" y="20993"/>
                        <a:pt x="6068" y="20461"/>
                      </a:cubicBezTo>
                      <a:lnTo>
                        <a:pt x="445" y="13277"/>
                      </a:lnTo>
                      <a:cubicBezTo>
                        <a:pt x="-287" y="12344"/>
                        <a:pt x="-97" y="11016"/>
                        <a:pt x="870" y="10308"/>
                      </a:cubicBezTo>
                      <a:cubicBezTo>
                        <a:pt x="1838" y="9597"/>
                        <a:pt x="3211" y="9785"/>
                        <a:pt x="3943" y="10719"/>
                      </a:cubicBezTo>
                      <a:lnTo>
                        <a:pt x="7643" y="15442"/>
                      </a:lnTo>
                      <a:lnTo>
                        <a:pt x="16946" y="999"/>
                      </a:lnTo>
                      <a:cubicBezTo>
                        <a:pt x="17586" y="6"/>
                        <a:pt x="18940" y="-298"/>
                        <a:pt x="19969" y="321"/>
                      </a:cubicBezTo>
                      <a:cubicBezTo>
                        <a:pt x="20997" y="939"/>
                        <a:pt x="21313" y="2248"/>
                        <a:pt x="20671" y="3243"/>
                      </a:cubicBezTo>
                      <a:lnTo>
                        <a:pt x="9680" y="20301"/>
                      </a:lnTo>
                      <a:cubicBezTo>
                        <a:pt x="9299" y="20896"/>
                        <a:pt x="8639" y="21267"/>
                        <a:pt x="7917" y="21299"/>
                      </a:cubicBezTo>
                      <a:cubicBezTo>
                        <a:pt x="7882" y="21302"/>
                        <a:pt x="7851" y="21302"/>
                        <a:pt x="7816" y="213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3" name="Group 54"/>
              <p:cNvGrpSpPr/>
              <p:nvPr/>
            </p:nvGrpSpPr>
            <p:grpSpPr>
              <a:xfrm>
                <a:off x="5802845" y="4279234"/>
                <a:ext cx="4745018" cy="700516"/>
                <a:chOff x="6729846" y="3935366"/>
                <a:chExt cx="4745018" cy="700516"/>
              </a:xfrm>
            </p:grpSpPr>
            <p:sp>
              <p:nvSpPr>
                <p:cNvPr id="24" name="Rectangle 55"/>
                <p:cNvSpPr/>
                <p:nvPr/>
              </p:nvSpPr>
              <p:spPr>
                <a:xfrm>
                  <a:off x="6729846" y="3935366"/>
                  <a:ext cx="1368030" cy="215444"/>
                </a:xfrm>
                <a:prstGeom prst="rect">
                  <a:avLst/>
                </a:prstGeom>
              </p:spPr>
              <p:txBody>
                <a:bodyPr wrap="square" lIns="144000" tIns="0" rIns="144000" bIns="0" anchor="ctr">
                  <a:normAutofit fontScale="85000"/>
                </a:bodyPr>
                <a:lstStyle/>
                <a:p>
                  <a:pPr rtl="1" algn="r"/>
                  <a:r>
                    <a:rPr lang="fa-IR" altLang="en-US" sz="1400" b="1" dirty="0">
                      <a:solidFill>
                        <a:schemeClr val="accent3"/>
                      </a:solidFill>
                      <a:cs typeface="+mn-ea"/>
                      <a:sym typeface="+mn-lt"/>
                    </a:rPr>
                    <a:t>هیدراتاسیون</a:t>
                  </a:r>
                  <a:endParaRPr lang="fa-IR" altLang="en-US" sz="1400" b="1" dirty="0">
                    <a:solidFill>
                      <a:schemeClr val="accent3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Rectangle 56"/>
                <p:cNvSpPr/>
                <p:nvPr/>
              </p:nvSpPr>
              <p:spPr>
                <a:xfrm>
                  <a:off x="6729846" y="4150812"/>
                  <a:ext cx="4745018" cy="485070"/>
                </a:xfrm>
                <a:prstGeom prst="rect">
                  <a:avLst/>
                </a:prstGeom>
              </p:spPr>
              <p:txBody>
                <a:bodyPr wrap="square" lIns="144000" tIns="0" rIns="144000" bIns="0" anchor="t">
                  <a:normAutofit/>
                </a:bodyPr>
                <a:lstStyle/>
                <a:p>
                  <a:pPr rtl="1" algn="l">
                    <a:lnSpc>
                      <a:spcPct val="120000"/>
                    </a:lnSpc>
                  </a:pPr>
                  <a:r>
                    <a:rPr lang="fa-IR" altLang="en-US" sz="1051" dirty="0">
                      <a:solidFill>
                        <a:srgbClr val="000000"/>
                      </a:solidFill>
                      <a:cs typeface="+mn-ea"/>
                      <a:sym typeface="+mn-lt"/>
                    </a:rPr>
                    <a:t>سرعت گیرش و سینتیک هیدراتاسیون</a:t>
                  </a:r>
                  <a:endParaRPr lang="fa-IR" altLang="en-US" sz="1051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8" name="Group 46"/>
            <p:cNvGrpSpPr/>
            <p:nvPr/>
          </p:nvGrpSpPr>
          <p:grpSpPr>
            <a:xfrm>
              <a:off x="718133" y="3674833"/>
              <a:ext cx="3858173" cy="525387"/>
              <a:chOff x="5403632" y="4279234"/>
              <a:chExt cx="5144231" cy="700516"/>
            </a:xfrm>
          </p:grpSpPr>
          <p:grpSp>
            <p:nvGrpSpPr>
              <p:cNvPr id="16" name="Group 47"/>
              <p:cNvGrpSpPr/>
              <p:nvPr/>
            </p:nvGrpSpPr>
            <p:grpSpPr>
              <a:xfrm>
                <a:off x="5403632" y="4279235"/>
                <a:ext cx="399214" cy="399214"/>
                <a:chOff x="0" y="0"/>
                <a:chExt cx="767929" cy="767929"/>
              </a:xfrm>
            </p:grpSpPr>
            <p:sp>
              <p:nvSpPr>
                <p:cNvPr id="20" name="Freeform: Shape 51"/>
                <p:cNvSpPr/>
                <p:nvPr/>
              </p:nvSpPr>
              <p:spPr>
                <a:xfrm>
                  <a:off x="0" y="0"/>
                  <a:ext cx="767929" cy="7679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Freeform: Shape 52"/>
                <p:cNvSpPr/>
                <p:nvPr/>
              </p:nvSpPr>
              <p:spPr>
                <a:xfrm>
                  <a:off x="234638" y="227334"/>
                  <a:ext cx="298653" cy="3132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04" h="21302" extrusionOk="0">
                      <a:moveTo>
                        <a:pt x="7816" y="21302"/>
                      </a:moveTo>
                      <a:cubicBezTo>
                        <a:pt x="7132" y="21302"/>
                        <a:pt x="6483" y="20993"/>
                        <a:pt x="6068" y="20461"/>
                      </a:cubicBezTo>
                      <a:lnTo>
                        <a:pt x="445" y="13277"/>
                      </a:lnTo>
                      <a:cubicBezTo>
                        <a:pt x="-287" y="12344"/>
                        <a:pt x="-97" y="11016"/>
                        <a:pt x="870" y="10308"/>
                      </a:cubicBezTo>
                      <a:cubicBezTo>
                        <a:pt x="1838" y="9597"/>
                        <a:pt x="3211" y="9785"/>
                        <a:pt x="3943" y="10719"/>
                      </a:cubicBezTo>
                      <a:lnTo>
                        <a:pt x="7643" y="15442"/>
                      </a:lnTo>
                      <a:lnTo>
                        <a:pt x="16946" y="999"/>
                      </a:lnTo>
                      <a:cubicBezTo>
                        <a:pt x="17586" y="6"/>
                        <a:pt x="18940" y="-298"/>
                        <a:pt x="19969" y="321"/>
                      </a:cubicBezTo>
                      <a:cubicBezTo>
                        <a:pt x="20997" y="939"/>
                        <a:pt x="21313" y="2248"/>
                        <a:pt x="20671" y="3243"/>
                      </a:cubicBezTo>
                      <a:lnTo>
                        <a:pt x="9680" y="20301"/>
                      </a:lnTo>
                      <a:cubicBezTo>
                        <a:pt x="9299" y="20896"/>
                        <a:pt x="8639" y="21267"/>
                        <a:pt x="7917" y="21299"/>
                      </a:cubicBezTo>
                      <a:cubicBezTo>
                        <a:pt x="7882" y="21302"/>
                        <a:pt x="7851" y="21302"/>
                        <a:pt x="7816" y="213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7" name="Group 48"/>
              <p:cNvGrpSpPr/>
              <p:nvPr/>
            </p:nvGrpSpPr>
            <p:grpSpPr>
              <a:xfrm>
                <a:off x="5802845" y="4279234"/>
                <a:ext cx="4745018" cy="700516"/>
                <a:chOff x="6729846" y="3935366"/>
                <a:chExt cx="4745018" cy="700516"/>
              </a:xfrm>
            </p:grpSpPr>
            <p:sp>
              <p:nvSpPr>
                <p:cNvPr id="18" name="Rectangle 49"/>
                <p:cNvSpPr/>
                <p:nvPr/>
              </p:nvSpPr>
              <p:spPr>
                <a:xfrm>
                  <a:off x="6729846" y="3935366"/>
                  <a:ext cx="1368030" cy="215444"/>
                </a:xfrm>
                <a:prstGeom prst="rect">
                  <a:avLst/>
                </a:prstGeom>
              </p:spPr>
              <p:txBody>
                <a:bodyPr wrap="square" lIns="144000" tIns="0" rIns="144000" bIns="0" anchor="ctr">
                  <a:normAutofit fontScale="85000"/>
                </a:bodyPr>
                <a:lstStyle/>
                <a:p>
                  <a:pPr rtl="1" algn="r"/>
                  <a:r>
                    <a:rPr lang="fa-IR" altLang="en-US" sz="1400" b="1" dirty="0">
                      <a:solidFill>
                        <a:schemeClr val="accent4"/>
                      </a:solidFill>
                      <a:cs typeface="+mn-ea"/>
                      <a:sym typeface="+mn-lt"/>
                    </a:rPr>
                    <a:t>ترکیب و سنتز</a:t>
                  </a:r>
                  <a:endParaRPr lang="fa-IR" altLang="en-US" sz="1400" b="1" dirty="0">
                    <a:solidFill>
                      <a:schemeClr val="accent4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Rectangle 50"/>
                <p:cNvSpPr/>
                <p:nvPr/>
              </p:nvSpPr>
              <p:spPr>
                <a:xfrm>
                  <a:off x="6729846" y="4150812"/>
                  <a:ext cx="4745018" cy="485070"/>
                </a:xfrm>
                <a:prstGeom prst="rect">
                  <a:avLst/>
                </a:prstGeom>
              </p:spPr>
              <p:txBody>
                <a:bodyPr wrap="square" lIns="144000" tIns="0" rIns="144000" bIns="0" anchor="t">
                  <a:normAutofit/>
                </a:bodyPr>
                <a:lstStyle/>
                <a:p>
                  <a:pPr rtl="1" algn="l">
                    <a:lnSpc>
                      <a:spcPct val="120000"/>
                    </a:lnSpc>
                  </a:pPr>
                  <a:r>
                    <a:rPr lang="fa-IR" altLang="en-US" sz="1051" dirty="0">
                      <a:solidFill>
                        <a:srgbClr val="000000"/>
                      </a:solidFill>
                      <a:cs typeface="+mn-ea"/>
                      <a:sym typeface="+mn-lt"/>
                    </a:rPr>
                    <a:t>نوع و مقدار افزودنی‌ها و شرایط سنتز (O یا R)</a:t>
                  </a:r>
                  <a:endParaRPr lang="fa-IR" altLang="en-US" sz="1051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9" name="Group 71"/>
            <p:cNvGrpSpPr/>
            <p:nvPr/>
          </p:nvGrpSpPr>
          <p:grpSpPr>
            <a:xfrm>
              <a:off x="718133" y="1332903"/>
              <a:ext cx="3858173" cy="525387"/>
              <a:chOff x="5403632" y="1998272"/>
              <a:chExt cx="5144231" cy="700516"/>
            </a:xfrm>
          </p:grpSpPr>
          <p:grpSp>
            <p:nvGrpSpPr>
              <p:cNvPr id="10" name="Group 72"/>
              <p:cNvGrpSpPr/>
              <p:nvPr/>
            </p:nvGrpSpPr>
            <p:grpSpPr>
              <a:xfrm>
                <a:off x="5403632" y="2028913"/>
                <a:ext cx="399214" cy="399214"/>
                <a:chOff x="0" y="0"/>
                <a:chExt cx="767929" cy="767929"/>
              </a:xfrm>
            </p:grpSpPr>
            <p:sp>
              <p:nvSpPr>
                <p:cNvPr id="14" name="Freeform: Shape 76"/>
                <p:cNvSpPr/>
                <p:nvPr/>
              </p:nvSpPr>
              <p:spPr>
                <a:xfrm>
                  <a:off x="0" y="0"/>
                  <a:ext cx="767929" cy="7679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Freeform: Shape 77"/>
                <p:cNvSpPr/>
                <p:nvPr/>
              </p:nvSpPr>
              <p:spPr>
                <a:xfrm>
                  <a:off x="234638" y="227334"/>
                  <a:ext cx="298653" cy="31326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04" h="21302" extrusionOk="0">
                      <a:moveTo>
                        <a:pt x="7816" y="21302"/>
                      </a:moveTo>
                      <a:cubicBezTo>
                        <a:pt x="7132" y="21302"/>
                        <a:pt x="6483" y="20993"/>
                        <a:pt x="6068" y="20461"/>
                      </a:cubicBezTo>
                      <a:lnTo>
                        <a:pt x="445" y="13277"/>
                      </a:lnTo>
                      <a:cubicBezTo>
                        <a:pt x="-287" y="12344"/>
                        <a:pt x="-97" y="11016"/>
                        <a:pt x="870" y="10308"/>
                      </a:cubicBezTo>
                      <a:cubicBezTo>
                        <a:pt x="1838" y="9597"/>
                        <a:pt x="3211" y="9785"/>
                        <a:pt x="3943" y="10719"/>
                      </a:cubicBezTo>
                      <a:lnTo>
                        <a:pt x="7643" y="15442"/>
                      </a:lnTo>
                      <a:lnTo>
                        <a:pt x="16946" y="999"/>
                      </a:lnTo>
                      <a:cubicBezTo>
                        <a:pt x="17586" y="6"/>
                        <a:pt x="18940" y="-298"/>
                        <a:pt x="19969" y="321"/>
                      </a:cubicBezTo>
                      <a:cubicBezTo>
                        <a:pt x="20997" y="939"/>
                        <a:pt x="21313" y="2248"/>
                        <a:pt x="20671" y="3243"/>
                      </a:cubicBezTo>
                      <a:lnTo>
                        <a:pt x="9680" y="20301"/>
                      </a:lnTo>
                      <a:cubicBezTo>
                        <a:pt x="9299" y="20896"/>
                        <a:pt x="8639" y="21267"/>
                        <a:pt x="7917" y="21299"/>
                      </a:cubicBezTo>
                      <a:cubicBezTo>
                        <a:pt x="7882" y="21302"/>
                        <a:pt x="7851" y="21302"/>
                        <a:pt x="7816" y="213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1" name="Group 73"/>
              <p:cNvGrpSpPr/>
              <p:nvPr/>
            </p:nvGrpSpPr>
            <p:grpSpPr>
              <a:xfrm>
                <a:off x="5802845" y="1998272"/>
                <a:ext cx="4745018" cy="700516"/>
                <a:chOff x="6729846" y="3935366"/>
                <a:chExt cx="4745018" cy="700516"/>
              </a:xfrm>
            </p:grpSpPr>
            <p:sp>
              <p:nvSpPr>
                <p:cNvPr id="12" name="Rectangle 74"/>
                <p:cNvSpPr/>
                <p:nvPr/>
              </p:nvSpPr>
              <p:spPr>
                <a:xfrm>
                  <a:off x="6729846" y="3935366"/>
                  <a:ext cx="1368030" cy="215444"/>
                </a:xfrm>
                <a:prstGeom prst="rect">
                  <a:avLst/>
                </a:prstGeom>
              </p:spPr>
              <p:txBody>
                <a:bodyPr wrap="none" lIns="144000" tIns="0" rIns="144000" bIns="0" anchor="ctr">
                  <a:normAutofit fontScale="85000"/>
                </a:bodyPr>
                <a:lstStyle/>
                <a:p>
                  <a:pPr rtl="1" algn="r"/>
                  <a:r>
                    <a:rPr lang="fa-IR" altLang="en-US" sz="1400" b="1" dirty="0">
                      <a:solidFill>
                        <a:schemeClr val="accent1"/>
                      </a:solidFill>
                      <a:cs typeface="+mn-ea"/>
                      <a:sym typeface="+mn-lt"/>
                    </a:rPr>
                    <a:t>استحکام</a:t>
                  </a:r>
                  <a:endParaRPr lang="fa-IR" altLang="en-US" sz="1400" b="1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Rectangle 75"/>
                <p:cNvSpPr/>
                <p:nvPr/>
              </p:nvSpPr>
              <p:spPr>
                <a:xfrm>
                  <a:off x="6729846" y="4150812"/>
                  <a:ext cx="4745018" cy="485070"/>
                </a:xfrm>
                <a:prstGeom prst="rect">
                  <a:avLst/>
                </a:prstGeom>
              </p:spPr>
              <p:txBody>
                <a:bodyPr wrap="square" lIns="144000" tIns="0" rIns="144000" bIns="0" anchor="t">
                  <a:normAutofit/>
                </a:bodyPr>
                <a:lstStyle/>
                <a:p>
                  <a:pPr rtl="1" algn="l">
                    <a:lnSpc>
                      <a:spcPct val="120000"/>
                    </a:lnSpc>
                  </a:pPr>
                  <a:r>
                    <a:rPr lang="fa-IR" altLang="en-US" sz="1051" dirty="0">
                      <a:solidFill>
                        <a:srgbClr val="000000"/>
                      </a:solidFill>
                      <a:cs typeface="+mn-ea"/>
                      <a:sym typeface="+mn-lt"/>
                    </a:rPr>
                    <a:t>استحکام فشاری سرد (CCS) و خمشی (CMOR)</a:t>
                  </a:r>
                  <a:endParaRPr lang="fa-IR" altLang="en-US" sz="1051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80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r" rtl="1"/>
            <a:r>
              <a:rPr lang="fa-IR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از ترکیب تا استحکام</a:t>
            </a:r>
            <a:endParaRPr lang="fa-IR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146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43 -0.738764 L 0 0 E" pathEditMode="relative" ptsTypes="">
                                      <p:cBhvr>
                                        <p:cTn id="9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81"/>
                                        </p:tgtEl>
                                      </p:cBhvr>
                                      <p:by x="150000" y="150000"/>
                                      <p:from x="3751" y="6624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58816" y="1148402"/>
            <a:ext cx="1519899" cy="2145508"/>
            <a:chOff x="1658816" y="1148402"/>
            <a:chExt cx="1519899" cy="2145508"/>
          </a:xfrm>
        </p:grpSpPr>
        <p:sp>
          <p:nvSpPr>
            <p:cNvPr id="5" name="Freeform: Shape 17"/>
            <p:cNvSpPr>
              <a:spLocks/>
            </p:cNvSpPr>
            <p:nvPr/>
          </p:nvSpPr>
          <p:spPr bwMode="auto">
            <a:xfrm>
              <a:off x="1658816" y="2385049"/>
              <a:ext cx="1519899" cy="908861"/>
            </a:xfrm>
            <a:custGeom>
              <a:avLst/>
              <a:gdLst>
                <a:gd name="T0" fmla="*/ 0 w 21600"/>
                <a:gd name="T1" fmla="*/ 21600 h 21600"/>
                <a:gd name="T2" fmla="*/ 21600 w 21600"/>
                <a:gd name="T3" fmla="*/ 21600 h 21600"/>
                <a:gd name="T4" fmla="*/ 10849 w 21600"/>
                <a:gd name="T5" fmla="*/ 0 h 21600"/>
                <a:gd name="T6" fmla="*/ 0 w 21600"/>
                <a:gd name="T7" fmla="*/ 21600 h 21600"/>
                <a:gd name="T8" fmla="*/ 0 w 21600"/>
                <a:gd name="T9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cubicBezTo>
                    <a:pt x="15074" y="15093"/>
                    <a:pt x="10849" y="0"/>
                    <a:pt x="10849" y="0"/>
                  </a:cubicBezTo>
                  <a:cubicBezTo>
                    <a:pt x="7796" y="12113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Rectangle 18"/>
            <p:cNvSpPr>
              <a:spLocks/>
            </p:cNvSpPr>
            <p:nvPr/>
          </p:nvSpPr>
          <p:spPr bwMode="auto">
            <a:xfrm>
              <a:off x="2113823" y="1148402"/>
              <a:ext cx="597848" cy="167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normAutofit fontScale="3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40%</a:t>
              </a:r>
            </a:p>
          </p:txBody>
        </p:sp>
        <p:cxnSp>
          <p:nvCxnSpPr>
            <p:cNvPr id="7" name="Straight Connector 16"/>
            <p:cNvCxnSpPr>
              <a:endCxn id="5" idx="2"/>
            </p:cNvCxnSpPr>
            <p:nvPr/>
          </p:nvCxnSpPr>
          <p:spPr>
            <a:xfrm>
              <a:off x="2401074" y="1485492"/>
              <a:ext cx="21140" cy="899557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  <a:headEnd type="oval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2731732" y="1174521"/>
            <a:ext cx="1519899" cy="2119390"/>
            <a:chOff x="2731732" y="1174521"/>
            <a:chExt cx="1519899" cy="2119390"/>
          </a:xfrm>
        </p:grpSpPr>
        <p:sp>
          <p:nvSpPr>
            <p:cNvPr id="8" name="Freeform: Shape 22"/>
            <p:cNvSpPr>
              <a:spLocks/>
            </p:cNvSpPr>
            <p:nvPr/>
          </p:nvSpPr>
          <p:spPr bwMode="auto">
            <a:xfrm>
              <a:off x="2731732" y="2691922"/>
              <a:ext cx="1519899" cy="601989"/>
            </a:xfrm>
            <a:custGeom>
              <a:avLst/>
              <a:gdLst>
                <a:gd name="T0" fmla="*/ 0 w 21600"/>
                <a:gd name="T1" fmla="*/ 21600 h 21600"/>
                <a:gd name="T2" fmla="*/ 21600 w 21600"/>
                <a:gd name="T3" fmla="*/ 21600 h 21600"/>
                <a:gd name="T4" fmla="*/ 10849 w 21600"/>
                <a:gd name="T5" fmla="*/ 0 h 21600"/>
                <a:gd name="T6" fmla="*/ 0 w 21600"/>
                <a:gd name="T7" fmla="*/ 21600 h 21600"/>
                <a:gd name="T8" fmla="*/ 0 w 21600"/>
                <a:gd name="T9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cubicBezTo>
                    <a:pt x="15074" y="15093"/>
                    <a:pt x="10849" y="0"/>
                    <a:pt x="10849" y="0"/>
                  </a:cubicBezTo>
                  <a:cubicBezTo>
                    <a:pt x="7796" y="12113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2">
                <a:alpha val="8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Rectangle 23"/>
            <p:cNvSpPr>
              <a:spLocks/>
            </p:cNvSpPr>
            <p:nvPr/>
          </p:nvSpPr>
          <p:spPr bwMode="auto">
            <a:xfrm>
              <a:off x="3177912" y="1174521"/>
              <a:ext cx="597848" cy="167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normAutofit fontScale="3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30%</a:t>
              </a:r>
            </a:p>
          </p:txBody>
        </p:sp>
        <p:cxnSp>
          <p:nvCxnSpPr>
            <p:cNvPr id="10" name="Straight Connector 21"/>
            <p:cNvCxnSpPr/>
            <p:nvPr/>
          </p:nvCxnSpPr>
          <p:spPr>
            <a:xfrm>
              <a:off x="3474315" y="1485492"/>
              <a:ext cx="20814" cy="1165291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  <a:headEnd type="oval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/>
          <p:cNvGrpSpPr/>
          <p:nvPr/>
        </p:nvGrpSpPr>
        <p:grpSpPr>
          <a:xfrm>
            <a:off x="4892815" y="1150640"/>
            <a:ext cx="1519899" cy="2143271"/>
            <a:chOff x="4892815" y="1150640"/>
            <a:chExt cx="1519899" cy="2143271"/>
          </a:xfrm>
        </p:grpSpPr>
        <p:sp>
          <p:nvSpPr>
            <p:cNvPr id="11" name="Freeform: Shape 27"/>
            <p:cNvSpPr>
              <a:spLocks/>
            </p:cNvSpPr>
            <p:nvPr/>
          </p:nvSpPr>
          <p:spPr bwMode="auto">
            <a:xfrm>
              <a:off x="4892815" y="2254011"/>
              <a:ext cx="1519899" cy="1039900"/>
            </a:xfrm>
            <a:custGeom>
              <a:avLst/>
              <a:gdLst>
                <a:gd name="T0" fmla="*/ 0 w 21600"/>
                <a:gd name="T1" fmla="*/ 21600 h 21600"/>
                <a:gd name="T2" fmla="*/ 21600 w 21600"/>
                <a:gd name="T3" fmla="*/ 21600 h 21600"/>
                <a:gd name="T4" fmla="*/ 10849 w 21600"/>
                <a:gd name="T5" fmla="*/ 0 h 21600"/>
                <a:gd name="T6" fmla="*/ 0 w 21600"/>
                <a:gd name="T7" fmla="*/ 21600 h 21600"/>
                <a:gd name="T8" fmla="*/ 0 w 21600"/>
                <a:gd name="T9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cubicBezTo>
                    <a:pt x="15074" y="15093"/>
                    <a:pt x="10849" y="0"/>
                    <a:pt x="10849" y="0"/>
                  </a:cubicBezTo>
                  <a:cubicBezTo>
                    <a:pt x="7796" y="12113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4">
                <a:alpha val="8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Rectangle 28"/>
            <p:cNvSpPr>
              <a:spLocks/>
            </p:cNvSpPr>
            <p:nvPr/>
          </p:nvSpPr>
          <p:spPr bwMode="auto">
            <a:xfrm>
              <a:off x="5356648" y="1150640"/>
              <a:ext cx="597848" cy="167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normAutofit fontScale="3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65%</a:t>
              </a:r>
            </a:p>
          </p:txBody>
        </p:sp>
        <p:cxnSp>
          <p:nvCxnSpPr>
            <p:cNvPr id="13" name="Straight Connector 26"/>
            <p:cNvCxnSpPr/>
            <p:nvPr/>
          </p:nvCxnSpPr>
          <p:spPr>
            <a:xfrm rot="5400000" flipV="1">
              <a:off x="5284324" y="1851888"/>
              <a:ext cx="736879" cy="4088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  <a:headEnd type="oval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3782179" y="1147052"/>
            <a:ext cx="1520701" cy="2146859"/>
            <a:chOff x="3782179" y="1147052"/>
            <a:chExt cx="1520701" cy="2146859"/>
          </a:xfrm>
        </p:grpSpPr>
        <p:sp>
          <p:nvSpPr>
            <p:cNvPr id="14" name="Freeform: Shape 32"/>
            <p:cNvSpPr>
              <a:spLocks/>
            </p:cNvSpPr>
            <p:nvPr/>
          </p:nvSpPr>
          <p:spPr bwMode="auto">
            <a:xfrm>
              <a:off x="3782179" y="1820012"/>
              <a:ext cx="1520701" cy="1473899"/>
            </a:xfrm>
            <a:custGeom>
              <a:avLst/>
              <a:gdLst>
                <a:gd name="T0" fmla="*/ 0 w 21600"/>
                <a:gd name="T1" fmla="*/ 21600 h 21600"/>
                <a:gd name="T2" fmla="*/ 21600 w 21600"/>
                <a:gd name="T3" fmla="*/ 21600 h 21600"/>
                <a:gd name="T4" fmla="*/ 10849 w 21600"/>
                <a:gd name="T5" fmla="*/ 0 h 21600"/>
                <a:gd name="T6" fmla="*/ 0 w 21600"/>
                <a:gd name="T7" fmla="*/ 21600 h 21600"/>
                <a:gd name="T8" fmla="*/ 0 w 21600"/>
                <a:gd name="T9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cubicBezTo>
                    <a:pt x="15074" y="15093"/>
                    <a:pt x="10849" y="0"/>
                    <a:pt x="10849" y="0"/>
                  </a:cubicBezTo>
                  <a:cubicBezTo>
                    <a:pt x="7796" y="12113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Rectangle 33"/>
            <p:cNvSpPr>
              <a:spLocks/>
            </p:cNvSpPr>
            <p:nvPr/>
          </p:nvSpPr>
          <p:spPr bwMode="auto">
            <a:xfrm>
              <a:off x="4239835" y="1147052"/>
              <a:ext cx="598164" cy="167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normAutofit fontScale="3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85%</a:t>
              </a:r>
            </a:p>
          </p:txBody>
        </p:sp>
        <p:cxnSp>
          <p:nvCxnSpPr>
            <p:cNvPr id="16" name="Straight Connector 31"/>
            <p:cNvCxnSpPr/>
            <p:nvPr/>
          </p:nvCxnSpPr>
          <p:spPr>
            <a:xfrm rot="5400000" flipV="1">
              <a:off x="4375448" y="1641351"/>
              <a:ext cx="315805" cy="4088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  <a:headEnd type="oval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5980978" y="1154342"/>
            <a:ext cx="1519899" cy="2139569"/>
            <a:chOff x="5980978" y="1154342"/>
            <a:chExt cx="1519899" cy="2139569"/>
          </a:xfrm>
        </p:grpSpPr>
        <p:sp>
          <p:nvSpPr>
            <p:cNvPr id="4" name="Oval 13"/>
            <p:cNvSpPr>
              <a:spLocks/>
            </p:cNvSpPr>
            <p:nvPr/>
          </p:nvSpPr>
          <p:spPr bwMode="auto">
            <a:xfrm>
              <a:off x="7260003" y="2848878"/>
              <a:ext cx="140069" cy="10726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Freeform: Shape 37"/>
            <p:cNvSpPr>
              <a:spLocks/>
            </p:cNvSpPr>
            <p:nvPr/>
          </p:nvSpPr>
          <p:spPr bwMode="auto">
            <a:xfrm>
              <a:off x="5980978" y="2691922"/>
              <a:ext cx="1519899" cy="601989"/>
            </a:xfrm>
            <a:custGeom>
              <a:avLst/>
              <a:gdLst>
                <a:gd name="T0" fmla="*/ 0 w 21600"/>
                <a:gd name="T1" fmla="*/ 21600 h 21600"/>
                <a:gd name="T2" fmla="*/ 21600 w 21600"/>
                <a:gd name="T3" fmla="*/ 21600 h 21600"/>
                <a:gd name="T4" fmla="*/ 10849 w 21600"/>
                <a:gd name="T5" fmla="*/ 0 h 21600"/>
                <a:gd name="T6" fmla="*/ 0 w 21600"/>
                <a:gd name="T7" fmla="*/ 21600 h 21600"/>
                <a:gd name="T8" fmla="*/ 0 w 21600"/>
                <a:gd name="T9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cubicBezTo>
                    <a:pt x="15074" y="15093"/>
                    <a:pt x="10849" y="0"/>
                    <a:pt x="10849" y="0"/>
                  </a:cubicBezTo>
                  <a:cubicBezTo>
                    <a:pt x="7796" y="12113"/>
                    <a:pt x="0" y="216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chemeClr val="accent5">
                <a:alpha val="8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Rectangle 38"/>
            <p:cNvSpPr>
              <a:spLocks/>
            </p:cNvSpPr>
            <p:nvPr/>
          </p:nvSpPr>
          <p:spPr bwMode="auto">
            <a:xfrm>
              <a:off x="6454443" y="1154342"/>
              <a:ext cx="597848" cy="167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normAutofit fontScale="32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35%</a:t>
              </a:r>
            </a:p>
          </p:txBody>
        </p:sp>
        <p:cxnSp>
          <p:nvCxnSpPr>
            <p:cNvPr id="19" name="Straight Connector 36"/>
            <p:cNvCxnSpPr/>
            <p:nvPr/>
          </p:nvCxnSpPr>
          <p:spPr>
            <a:xfrm>
              <a:off x="6756699" y="1485492"/>
              <a:ext cx="0" cy="1165291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  <a:prstDash val="sysDot"/>
              <a:headEnd type="oval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35"/>
          <p:cNvGrpSpPr/>
          <p:nvPr/>
        </p:nvGrpSpPr>
        <p:grpSpPr>
          <a:xfrm>
            <a:off x="539353" y="3525751"/>
            <a:ext cx="8065295" cy="642945"/>
            <a:chOff x="1446648" y="2161845"/>
            <a:chExt cx="11660559" cy="857260"/>
          </a:xfrm>
        </p:grpSpPr>
        <p:grpSp>
          <p:nvGrpSpPr>
            <p:cNvPr id="21" name="Group 39"/>
            <p:cNvGrpSpPr/>
            <p:nvPr/>
          </p:nvGrpSpPr>
          <p:grpSpPr>
            <a:xfrm>
              <a:off x="1446648" y="2161845"/>
              <a:ext cx="2213143" cy="857260"/>
              <a:chOff x="1732858" y="5001250"/>
              <a:chExt cx="2213143" cy="857260"/>
            </a:xfrm>
          </p:grpSpPr>
          <p:sp>
            <p:nvSpPr>
              <p:cNvPr id="34" name="TextBox 60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65C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DATA 01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5" name="TextBox 61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2" name="Group 40"/>
            <p:cNvGrpSpPr/>
            <p:nvPr/>
          </p:nvGrpSpPr>
          <p:grpSpPr>
            <a:xfrm>
              <a:off x="3808502" y="2161845"/>
              <a:ext cx="2213143" cy="857260"/>
              <a:chOff x="1732858" y="5001250"/>
              <a:chExt cx="2213143" cy="857260"/>
            </a:xfrm>
          </p:grpSpPr>
          <p:sp>
            <p:nvSpPr>
              <p:cNvPr id="32" name="TextBox 58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38383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DATA</a:t>
                </a:r>
                <a:r>
                  <a:rPr kumimoji="0" lang="tr-TR" altLang="zh-CN" sz="1400" b="1" i="0" u="none" strike="noStrike" kern="1200" cap="none" spc="0" normalizeH="0" noProof="0" dirty="0">
                    <a:ln>
                      <a:noFill/>
                    </a:ln>
                    <a:solidFill>
                      <a:srgbClr val="838383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 02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3" name="TextBox 59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3" name="Group 41"/>
            <p:cNvGrpSpPr/>
            <p:nvPr/>
          </p:nvGrpSpPr>
          <p:grpSpPr>
            <a:xfrm>
              <a:off x="6170356" y="2161845"/>
              <a:ext cx="2213143" cy="857260"/>
              <a:chOff x="1732858" y="5001250"/>
              <a:chExt cx="2213143" cy="857260"/>
            </a:xfrm>
          </p:grpSpPr>
          <p:sp>
            <p:nvSpPr>
              <p:cNvPr id="30" name="TextBox 56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65C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DATA 03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1" name="TextBox 57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4" name="Group 42"/>
            <p:cNvGrpSpPr/>
            <p:nvPr/>
          </p:nvGrpSpPr>
          <p:grpSpPr>
            <a:xfrm>
              <a:off x="8532210" y="2161845"/>
              <a:ext cx="2213143" cy="857260"/>
              <a:chOff x="1732858" y="5001250"/>
              <a:chExt cx="2213143" cy="857260"/>
            </a:xfrm>
          </p:grpSpPr>
          <p:sp>
            <p:nvSpPr>
              <p:cNvPr id="28" name="TextBox 54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38383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DATA</a:t>
                </a:r>
                <a:r>
                  <a:rPr kumimoji="0" lang="tr-TR" altLang="zh-CN" sz="1400" b="1" i="0" u="none" strike="noStrike" kern="1200" cap="none" spc="0" normalizeH="0" noProof="0" dirty="0">
                    <a:ln>
                      <a:noFill/>
                    </a:ln>
                    <a:solidFill>
                      <a:srgbClr val="838383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 04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9" name="TextBox 55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5" name="Group 43"/>
            <p:cNvGrpSpPr/>
            <p:nvPr/>
          </p:nvGrpSpPr>
          <p:grpSpPr>
            <a:xfrm>
              <a:off x="10894064" y="2161845"/>
              <a:ext cx="2213143" cy="857260"/>
              <a:chOff x="1732858" y="5001250"/>
              <a:chExt cx="2213143" cy="857260"/>
            </a:xfrm>
          </p:grpSpPr>
          <p:sp>
            <p:nvSpPr>
              <p:cNvPr id="26" name="TextBox 44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 anchorCtr="1">
                <a:normAutofit lnSpcReduction="10000"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65C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DATA 05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7" name="TextBox 53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36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TITLE HERE</a:t>
            </a:r>
            <a:endParaRPr kumimoji="0" lang="en-GB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417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b78cb22e-c1de-44b5-b5e9-70bd11a85ef7"/>
          <p:cNvGrpSpPr>
            <a:grpSpLocks noChangeAspect="1"/>
          </p:cNvGrpSpPr>
          <p:nvPr/>
        </p:nvGrpSpPr>
        <p:grpSpPr>
          <a:xfrm>
            <a:off x="619963" y="920076"/>
            <a:ext cx="7806429" cy="3559445"/>
            <a:chOff x="826617" y="1209404"/>
            <a:chExt cx="10408572" cy="4745927"/>
          </a:xfrm>
        </p:grpSpPr>
        <p:sp>
          <p:nvSpPr>
            <p:cNvPr id="4" name="Rectangle 3"/>
            <p:cNvSpPr/>
            <p:nvPr/>
          </p:nvSpPr>
          <p:spPr>
            <a:xfrm>
              <a:off x="4078822" y="1525118"/>
              <a:ext cx="7156367" cy="987828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078822" y="2513543"/>
              <a:ext cx="4983322" cy="987828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078824" y="3501959"/>
              <a:ext cx="2985578" cy="987828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078824" y="4469239"/>
              <a:ext cx="1247956" cy="987828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50000">
                  <a:schemeClr val="bg1">
                    <a:lumMod val="95000"/>
                    <a:alpha val="50000"/>
                  </a:schemeClr>
                </a:gs>
                <a:gs pos="100000">
                  <a:schemeClr val="bg1">
                    <a:lumMod val="85000"/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3986127" y="4807208"/>
              <a:ext cx="7249062" cy="171700"/>
              <a:chOff x="3649523" y="6019286"/>
              <a:chExt cx="6636028" cy="171700"/>
            </a:xfrm>
          </p:grpSpPr>
          <p:cxnSp>
            <p:nvCxnSpPr>
              <p:cNvPr id="105" name="Straight Connector 8"/>
              <p:cNvCxnSpPr/>
              <p:nvPr/>
            </p:nvCxnSpPr>
            <p:spPr>
              <a:xfrm>
                <a:off x="3805238" y="6105143"/>
                <a:ext cx="6480313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6" name="Group 9"/>
              <p:cNvGrpSpPr/>
              <p:nvPr/>
            </p:nvGrpSpPr>
            <p:grpSpPr>
              <a:xfrm>
                <a:off x="3649523" y="6019286"/>
                <a:ext cx="172216" cy="171700"/>
                <a:chOff x="2138511" y="2464802"/>
                <a:chExt cx="354012" cy="352956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107" name="Oval 10"/>
                <p:cNvSpPr>
                  <a:spLocks/>
                </p:cNvSpPr>
                <p:nvPr/>
              </p:nvSpPr>
              <p:spPr bwMode="auto">
                <a:xfrm>
                  <a:off x="2229830" y="2555417"/>
                  <a:ext cx="171376" cy="1717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108" name="Freeform: Shape 11"/>
                <p:cNvSpPr>
                  <a:spLocks/>
                </p:cNvSpPr>
                <p:nvPr/>
              </p:nvSpPr>
              <p:spPr bwMode="auto">
                <a:xfrm>
                  <a:off x="2138511" y="2464802"/>
                  <a:ext cx="354012" cy="352956"/>
                </a:xfrm>
                <a:custGeom>
                  <a:avLst/>
                  <a:gdLst>
                    <a:gd name="T0" fmla="*/ 212 w 423"/>
                    <a:gd name="T1" fmla="*/ 0 h 424"/>
                    <a:gd name="T2" fmla="*/ 0 w 423"/>
                    <a:gd name="T3" fmla="*/ 212 h 424"/>
                    <a:gd name="T4" fmla="*/ 212 w 423"/>
                    <a:gd name="T5" fmla="*/ 424 h 424"/>
                    <a:gd name="T6" fmla="*/ 423 w 423"/>
                    <a:gd name="T7" fmla="*/ 212 h 424"/>
                    <a:gd name="T8" fmla="*/ 212 w 423"/>
                    <a:gd name="T9" fmla="*/ 0 h 424"/>
                    <a:gd name="T10" fmla="*/ 212 w 423"/>
                    <a:gd name="T11" fmla="*/ 386 h 424"/>
                    <a:gd name="T12" fmla="*/ 38 w 423"/>
                    <a:gd name="T13" fmla="*/ 212 h 424"/>
                    <a:gd name="T14" fmla="*/ 212 w 423"/>
                    <a:gd name="T15" fmla="*/ 38 h 424"/>
                    <a:gd name="T16" fmla="*/ 386 w 423"/>
                    <a:gd name="T17" fmla="*/ 212 h 424"/>
                    <a:gd name="T18" fmla="*/ 212 w 423"/>
                    <a:gd name="T19" fmla="*/ 386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23" h="424">
                      <a:moveTo>
                        <a:pt x="212" y="0"/>
                      </a:moveTo>
                      <a:cubicBezTo>
                        <a:pt x="95" y="0"/>
                        <a:pt x="0" y="95"/>
                        <a:pt x="0" y="212"/>
                      </a:cubicBezTo>
                      <a:cubicBezTo>
                        <a:pt x="0" y="329"/>
                        <a:pt x="95" y="424"/>
                        <a:pt x="212" y="424"/>
                      </a:cubicBezTo>
                      <a:cubicBezTo>
                        <a:pt x="329" y="424"/>
                        <a:pt x="423" y="329"/>
                        <a:pt x="423" y="212"/>
                      </a:cubicBezTo>
                      <a:cubicBezTo>
                        <a:pt x="423" y="95"/>
                        <a:pt x="329" y="0"/>
                        <a:pt x="212" y="0"/>
                      </a:cubicBezTo>
                      <a:close/>
                      <a:moveTo>
                        <a:pt x="212" y="386"/>
                      </a:moveTo>
                      <a:cubicBezTo>
                        <a:pt x="116" y="386"/>
                        <a:pt x="38" y="308"/>
                        <a:pt x="38" y="212"/>
                      </a:cubicBezTo>
                      <a:cubicBezTo>
                        <a:pt x="38" y="116"/>
                        <a:pt x="116" y="38"/>
                        <a:pt x="212" y="38"/>
                      </a:cubicBezTo>
                      <a:cubicBezTo>
                        <a:pt x="308" y="38"/>
                        <a:pt x="386" y="116"/>
                        <a:pt x="386" y="212"/>
                      </a:cubicBezTo>
                      <a:cubicBezTo>
                        <a:pt x="386" y="308"/>
                        <a:pt x="308" y="386"/>
                        <a:pt x="212" y="38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</p:grpSp>
        </p:grpSp>
        <p:grpSp>
          <p:nvGrpSpPr>
            <p:cNvPr id="9" name="Group 17"/>
            <p:cNvGrpSpPr/>
            <p:nvPr/>
          </p:nvGrpSpPr>
          <p:grpSpPr>
            <a:xfrm>
              <a:off x="3986127" y="3905571"/>
              <a:ext cx="7249062" cy="171700"/>
              <a:chOff x="3649523" y="5117648"/>
              <a:chExt cx="6636028" cy="171700"/>
            </a:xfrm>
          </p:grpSpPr>
          <p:cxnSp>
            <p:nvCxnSpPr>
              <p:cNvPr id="101" name="Straight Connector 18"/>
              <p:cNvCxnSpPr/>
              <p:nvPr/>
            </p:nvCxnSpPr>
            <p:spPr>
              <a:xfrm>
                <a:off x="3805238" y="5193171"/>
                <a:ext cx="6480313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" name="Group 19"/>
              <p:cNvGrpSpPr/>
              <p:nvPr/>
            </p:nvGrpSpPr>
            <p:grpSpPr>
              <a:xfrm>
                <a:off x="3649523" y="5117648"/>
                <a:ext cx="172216" cy="171700"/>
                <a:chOff x="2138511" y="2464802"/>
                <a:chExt cx="354012" cy="352956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103" name="Oval 20"/>
                <p:cNvSpPr>
                  <a:spLocks/>
                </p:cNvSpPr>
                <p:nvPr/>
              </p:nvSpPr>
              <p:spPr bwMode="auto">
                <a:xfrm>
                  <a:off x="2229830" y="2555417"/>
                  <a:ext cx="171376" cy="1717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104" name="Freeform: Shape 21"/>
                <p:cNvSpPr>
                  <a:spLocks/>
                </p:cNvSpPr>
                <p:nvPr/>
              </p:nvSpPr>
              <p:spPr bwMode="auto">
                <a:xfrm>
                  <a:off x="2138511" y="2464802"/>
                  <a:ext cx="354012" cy="352956"/>
                </a:xfrm>
                <a:custGeom>
                  <a:avLst/>
                  <a:gdLst>
                    <a:gd name="T0" fmla="*/ 212 w 423"/>
                    <a:gd name="T1" fmla="*/ 0 h 424"/>
                    <a:gd name="T2" fmla="*/ 0 w 423"/>
                    <a:gd name="T3" fmla="*/ 212 h 424"/>
                    <a:gd name="T4" fmla="*/ 212 w 423"/>
                    <a:gd name="T5" fmla="*/ 424 h 424"/>
                    <a:gd name="T6" fmla="*/ 423 w 423"/>
                    <a:gd name="T7" fmla="*/ 212 h 424"/>
                    <a:gd name="T8" fmla="*/ 212 w 423"/>
                    <a:gd name="T9" fmla="*/ 0 h 424"/>
                    <a:gd name="T10" fmla="*/ 212 w 423"/>
                    <a:gd name="T11" fmla="*/ 386 h 424"/>
                    <a:gd name="T12" fmla="*/ 38 w 423"/>
                    <a:gd name="T13" fmla="*/ 212 h 424"/>
                    <a:gd name="T14" fmla="*/ 212 w 423"/>
                    <a:gd name="T15" fmla="*/ 38 h 424"/>
                    <a:gd name="T16" fmla="*/ 386 w 423"/>
                    <a:gd name="T17" fmla="*/ 212 h 424"/>
                    <a:gd name="T18" fmla="*/ 212 w 423"/>
                    <a:gd name="T19" fmla="*/ 386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23" h="424">
                      <a:moveTo>
                        <a:pt x="212" y="0"/>
                      </a:moveTo>
                      <a:cubicBezTo>
                        <a:pt x="95" y="0"/>
                        <a:pt x="0" y="95"/>
                        <a:pt x="0" y="212"/>
                      </a:cubicBezTo>
                      <a:cubicBezTo>
                        <a:pt x="0" y="329"/>
                        <a:pt x="95" y="424"/>
                        <a:pt x="212" y="424"/>
                      </a:cubicBezTo>
                      <a:cubicBezTo>
                        <a:pt x="329" y="424"/>
                        <a:pt x="423" y="329"/>
                        <a:pt x="423" y="212"/>
                      </a:cubicBezTo>
                      <a:cubicBezTo>
                        <a:pt x="423" y="95"/>
                        <a:pt x="329" y="0"/>
                        <a:pt x="212" y="0"/>
                      </a:cubicBezTo>
                      <a:close/>
                      <a:moveTo>
                        <a:pt x="212" y="386"/>
                      </a:moveTo>
                      <a:cubicBezTo>
                        <a:pt x="116" y="386"/>
                        <a:pt x="38" y="308"/>
                        <a:pt x="38" y="212"/>
                      </a:cubicBezTo>
                      <a:cubicBezTo>
                        <a:pt x="38" y="116"/>
                        <a:pt x="116" y="38"/>
                        <a:pt x="212" y="38"/>
                      </a:cubicBezTo>
                      <a:cubicBezTo>
                        <a:pt x="308" y="38"/>
                        <a:pt x="386" y="116"/>
                        <a:pt x="386" y="212"/>
                      </a:cubicBezTo>
                      <a:cubicBezTo>
                        <a:pt x="386" y="308"/>
                        <a:pt x="308" y="386"/>
                        <a:pt x="212" y="38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</p:grpSp>
        </p:grpSp>
        <p:grpSp>
          <p:nvGrpSpPr>
            <p:cNvPr id="10" name="Group 23"/>
            <p:cNvGrpSpPr/>
            <p:nvPr/>
          </p:nvGrpSpPr>
          <p:grpSpPr>
            <a:xfrm>
              <a:off x="3986127" y="3010877"/>
              <a:ext cx="7249062" cy="171700"/>
              <a:chOff x="3649523" y="4222952"/>
              <a:chExt cx="6636028" cy="171700"/>
            </a:xfrm>
          </p:grpSpPr>
          <p:cxnSp>
            <p:nvCxnSpPr>
              <p:cNvPr id="97" name="Straight Connector 24"/>
              <p:cNvCxnSpPr/>
              <p:nvPr/>
            </p:nvCxnSpPr>
            <p:spPr>
              <a:xfrm>
                <a:off x="3805238" y="4308809"/>
                <a:ext cx="6480313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8" name="Group 25"/>
              <p:cNvGrpSpPr/>
              <p:nvPr/>
            </p:nvGrpSpPr>
            <p:grpSpPr>
              <a:xfrm>
                <a:off x="3649523" y="4222952"/>
                <a:ext cx="172216" cy="171700"/>
                <a:chOff x="2138511" y="2464802"/>
                <a:chExt cx="354012" cy="352956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99" name="Oval 26"/>
                <p:cNvSpPr>
                  <a:spLocks/>
                </p:cNvSpPr>
                <p:nvPr/>
              </p:nvSpPr>
              <p:spPr bwMode="auto">
                <a:xfrm>
                  <a:off x="2229830" y="2555417"/>
                  <a:ext cx="171376" cy="1717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100" name="Freeform: Shape 27"/>
                <p:cNvSpPr>
                  <a:spLocks/>
                </p:cNvSpPr>
                <p:nvPr/>
              </p:nvSpPr>
              <p:spPr bwMode="auto">
                <a:xfrm>
                  <a:off x="2138511" y="2464802"/>
                  <a:ext cx="354012" cy="352956"/>
                </a:xfrm>
                <a:custGeom>
                  <a:avLst/>
                  <a:gdLst>
                    <a:gd name="T0" fmla="*/ 212 w 423"/>
                    <a:gd name="T1" fmla="*/ 0 h 424"/>
                    <a:gd name="T2" fmla="*/ 0 w 423"/>
                    <a:gd name="T3" fmla="*/ 212 h 424"/>
                    <a:gd name="T4" fmla="*/ 212 w 423"/>
                    <a:gd name="T5" fmla="*/ 424 h 424"/>
                    <a:gd name="T6" fmla="*/ 423 w 423"/>
                    <a:gd name="T7" fmla="*/ 212 h 424"/>
                    <a:gd name="T8" fmla="*/ 212 w 423"/>
                    <a:gd name="T9" fmla="*/ 0 h 424"/>
                    <a:gd name="T10" fmla="*/ 212 w 423"/>
                    <a:gd name="T11" fmla="*/ 386 h 424"/>
                    <a:gd name="T12" fmla="*/ 38 w 423"/>
                    <a:gd name="T13" fmla="*/ 212 h 424"/>
                    <a:gd name="T14" fmla="*/ 212 w 423"/>
                    <a:gd name="T15" fmla="*/ 38 h 424"/>
                    <a:gd name="T16" fmla="*/ 386 w 423"/>
                    <a:gd name="T17" fmla="*/ 212 h 424"/>
                    <a:gd name="T18" fmla="*/ 212 w 423"/>
                    <a:gd name="T19" fmla="*/ 386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23" h="424">
                      <a:moveTo>
                        <a:pt x="212" y="0"/>
                      </a:moveTo>
                      <a:cubicBezTo>
                        <a:pt x="95" y="0"/>
                        <a:pt x="0" y="95"/>
                        <a:pt x="0" y="212"/>
                      </a:cubicBezTo>
                      <a:cubicBezTo>
                        <a:pt x="0" y="329"/>
                        <a:pt x="95" y="424"/>
                        <a:pt x="212" y="424"/>
                      </a:cubicBezTo>
                      <a:cubicBezTo>
                        <a:pt x="329" y="424"/>
                        <a:pt x="423" y="329"/>
                        <a:pt x="423" y="212"/>
                      </a:cubicBezTo>
                      <a:cubicBezTo>
                        <a:pt x="423" y="95"/>
                        <a:pt x="329" y="0"/>
                        <a:pt x="212" y="0"/>
                      </a:cubicBezTo>
                      <a:close/>
                      <a:moveTo>
                        <a:pt x="212" y="386"/>
                      </a:moveTo>
                      <a:cubicBezTo>
                        <a:pt x="116" y="386"/>
                        <a:pt x="38" y="308"/>
                        <a:pt x="38" y="212"/>
                      </a:cubicBezTo>
                      <a:cubicBezTo>
                        <a:pt x="38" y="116"/>
                        <a:pt x="116" y="38"/>
                        <a:pt x="212" y="38"/>
                      </a:cubicBezTo>
                      <a:cubicBezTo>
                        <a:pt x="308" y="38"/>
                        <a:pt x="386" y="116"/>
                        <a:pt x="386" y="212"/>
                      </a:cubicBezTo>
                      <a:cubicBezTo>
                        <a:pt x="386" y="308"/>
                        <a:pt x="308" y="386"/>
                        <a:pt x="212" y="38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</p:grpSp>
        </p:grpSp>
        <p:grpSp>
          <p:nvGrpSpPr>
            <p:cNvPr id="11" name="Group 29"/>
            <p:cNvGrpSpPr/>
            <p:nvPr/>
          </p:nvGrpSpPr>
          <p:grpSpPr>
            <a:xfrm>
              <a:off x="3986127" y="2108212"/>
              <a:ext cx="7249062" cy="171700"/>
              <a:chOff x="3649523" y="3320286"/>
              <a:chExt cx="6636028" cy="171700"/>
            </a:xfrm>
          </p:grpSpPr>
          <p:cxnSp>
            <p:nvCxnSpPr>
              <p:cNvPr id="93" name="Straight Connector 30"/>
              <p:cNvCxnSpPr/>
              <p:nvPr/>
            </p:nvCxnSpPr>
            <p:spPr>
              <a:xfrm>
                <a:off x="3805238" y="3416564"/>
                <a:ext cx="6480313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Group 31"/>
              <p:cNvGrpSpPr/>
              <p:nvPr/>
            </p:nvGrpSpPr>
            <p:grpSpPr>
              <a:xfrm>
                <a:off x="3649523" y="3320286"/>
                <a:ext cx="172216" cy="171700"/>
                <a:chOff x="2138511" y="2464802"/>
                <a:chExt cx="354012" cy="352956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95" name="Oval 32"/>
                <p:cNvSpPr>
                  <a:spLocks/>
                </p:cNvSpPr>
                <p:nvPr/>
              </p:nvSpPr>
              <p:spPr bwMode="auto">
                <a:xfrm>
                  <a:off x="2229830" y="2555417"/>
                  <a:ext cx="171376" cy="1717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96" name="Freeform: Shape 33"/>
                <p:cNvSpPr>
                  <a:spLocks/>
                </p:cNvSpPr>
                <p:nvPr/>
              </p:nvSpPr>
              <p:spPr bwMode="auto">
                <a:xfrm>
                  <a:off x="2138511" y="2464802"/>
                  <a:ext cx="354012" cy="352956"/>
                </a:xfrm>
                <a:custGeom>
                  <a:avLst/>
                  <a:gdLst>
                    <a:gd name="T0" fmla="*/ 212 w 423"/>
                    <a:gd name="T1" fmla="*/ 0 h 424"/>
                    <a:gd name="T2" fmla="*/ 0 w 423"/>
                    <a:gd name="T3" fmla="*/ 212 h 424"/>
                    <a:gd name="T4" fmla="*/ 212 w 423"/>
                    <a:gd name="T5" fmla="*/ 424 h 424"/>
                    <a:gd name="T6" fmla="*/ 423 w 423"/>
                    <a:gd name="T7" fmla="*/ 212 h 424"/>
                    <a:gd name="T8" fmla="*/ 212 w 423"/>
                    <a:gd name="T9" fmla="*/ 0 h 424"/>
                    <a:gd name="T10" fmla="*/ 212 w 423"/>
                    <a:gd name="T11" fmla="*/ 386 h 424"/>
                    <a:gd name="T12" fmla="*/ 38 w 423"/>
                    <a:gd name="T13" fmla="*/ 212 h 424"/>
                    <a:gd name="T14" fmla="*/ 212 w 423"/>
                    <a:gd name="T15" fmla="*/ 38 h 424"/>
                    <a:gd name="T16" fmla="*/ 386 w 423"/>
                    <a:gd name="T17" fmla="*/ 212 h 424"/>
                    <a:gd name="T18" fmla="*/ 212 w 423"/>
                    <a:gd name="T19" fmla="*/ 386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23" h="424">
                      <a:moveTo>
                        <a:pt x="212" y="0"/>
                      </a:moveTo>
                      <a:cubicBezTo>
                        <a:pt x="95" y="0"/>
                        <a:pt x="0" y="95"/>
                        <a:pt x="0" y="212"/>
                      </a:cubicBezTo>
                      <a:cubicBezTo>
                        <a:pt x="0" y="329"/>
                        <a:pt x="95" y="424"/>
                        <a:pt x="212" y="424"/>
                      </a:cubicBezTo>
                      <a:cubicBezTo>
                        <a:pt x="329" y="424"/>
                        <a:pt x="423" y="329"/>
                        <a:pt x="423" y="212"/>
                      </a:cubicBezTo>
                      <a:cubicBezTo>
                        <a:pt x="423" y="95"/>
                        <a:pt x="329" y="0"/>
                        <a:pt x="212" y="0"/>
                      </a:cubicBezTo>
                      <a:close/>
                      <a:moveTo>
                        <a:pt x="212" y="386"/>
                      </a:moveTo>
                      <a:cubicBezTo>
                        <a:pt x="116" y="386"/>
                        <a:pt x="38" y="308"/>
                        <a:pt x="38" y="212"/>
                      </a:cubicBezTo>
                      <a:cubicBezTo>
                        <a:pt x="38" y="116"/>
                        <a:pt x="116" y="38"/>
                        <a:pt x="212" y="38"/>
                      </a:cubicBezTo>
                      <a:cubicBezTo>
                        <a:pt x="308" y="38"/>
                        <a:pt x="386" y="116"/>
                        <a:pt x="386" y="212"/>
                      </a:cubicBezTo>
                      <a:cubicBezTo>
                        <a:pt x="386" y="308"/>
                        <a:pt x="308" y="386"/>
                        <a:pt x="212" y="38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</p:grpSp>
        </p:grpSp>
        <p:cxnSp>
          <p:nvCxnSpPr>
            <p:cNvPr id="12" name="Straight Connector 34"/>
            <p:cNvCxnSpPr/>
            <p:nvPr/>
          </p:nvCxnSpPr>
          <p:spPr>
            <a:xfrm>
              <a:off x="4080182" y="1718690"/>
              <a:ext cx="0" cy="71341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35"/>
            <p:cNvGrpSpPr/>
            <p:nvPr/>
          </p:nvGrpSpPr>
          <p:grpSpPr>
            <a:xfrm>
              <a:off x="3986127" y="1209404"/>
              <a:ext cx="7249062" cy="171700"/>
              <a:chOff x="3649523" y="2421476"/>
              <a:chExt cx="6636028" cy="171700"/>
            </a:xfrm>
          </p:grpSpPr>
          <p:cxnSp>
            <p:nvCxnSpPr>
              <p:cNvPr id="89" name="Straight Connector 36"/>
              <p:cNvCxnSpPr/>
              <p:nvPr/>
            </p:nvCxnSpPr>
            <p:spPr>
              <a:xfrm>
                <a:off x="3805238" y="2511334"/>
                <a:ext cx="6480313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0" name="Group 37"/>
              <p:cNvGrpSpPr/>
              <p:nvPr/>
            </p:nvGrpSpPr>
            <p:grpSpPr>
              <a:xfrm>
                <a:off x="3649523" y="2421476"/>
                <a:ext cx="172216" cy="171700"/>
                <a:chOff x="2138511" y="2464802"/>
                <a:chExt cx="354012" cy="352956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91" name="Oval 38"/>
                <p:cNvSpPr>
                  <a:spLocks/>
                </p:cNvSpPr>
                <p:nvPr/>
              </p:nvSpPr>
              <p:spPr bwMode="auto">
                <a:xfrm>
                  <a:off x="2229830" y="2555417"/>
                  <a:ext cx="171376" cy="1717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  <p:sp>
              <p:nvSpPr>
                <p:cNvPr id="92" name="Freeform: Shape 39"/>
                <p:cNvSpPr>
                  <a:spLocks/>
                </p:cNvSpPr>
                <p:nvPr/>
              </p:nvSpPr>
              <p:spPr bwMode="auto">
                <a:xfrm>
                  <a:off x="2138511" y="2464802"/>
                  <a:ext cx="354012" cy="352956"/>
                </a:xfrm>
                <a:custGeom>
                  <a:avLst/>
                  <a:gdLst>
                    <a:gd name="T0" fmla="*/ 212 w 423"/>
                    <a:gd name="T1" fmla="*/ 0 h 424"/>
                    <a:gd name="T2" fmla="*/ 0 w 423"/>
                    <a:gd name="T3" fmla="*/ 212 h 424"/>
                    <a:gd name="T4" fmla="*/ 212 w 423"/>
                    <a:gd name="T5" fmla="*/ 424 h 424"/>
                    <a:gd name="T6" fmla="*/ 423 w 423"/>
                    <a:gd name="T7" fmla="*/ 212 h 424"/>
                    <a:gd name="T8" fmla="*/ 212 w 423"/>
                    <a:gd name="T9" fmla="*/ 0 h 424"/>
                    <a:gd name="T10" fmla="*/ 212 w 423"/>
                    <a:gd name="T11" fmla="*/ 386 h 424"/>
                    <a:gd name="T12" fmla="*/ 38 w 423"/>
                    <a:gd name="T13" fmla="*/ 212 h 424"/>
                    <a:gd name="T14" fmla="*/ 212 w 423"/>
                    <a:gd name="T15" fmla="*/ 38 h 424"/>
                    <a:gd name="T16" fmla="*/ 386 w 423"/>
                    <a:gd name="T17" fmla="*/ 212 h 424"/>
                    <a:gd name="T18" fmla="*/ 212 w 423"/>
                    <a:gd name="T19" fmla="*/ 386 h 4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23" h="424">
                      <a:moveTo>
                        <a:pt x="212" y="0"/>
                      </a:moveTo>
                      <a:cubicBezTo>
                        <a:pt x="95" y="0"/>
                        <a:pt x="0" y="95"/>
                        <a:pt x="0" y="212"/>
                      </a:cubicBezTo>
                      <a:cubicBezTo>
                        <a:pt x="0" y="329"/>
                        <a:pt x="95" y="424"/>
                        <a:pt x="212" y="424"/>
                      </a:cubicBezTo>
                      <a:cubicBezTo>
                        <a:pt x="329" y="424"/>
                        <a:pt x="423" y="329"/>
                        <a:pt x="423" y="212"/>
                      </a:cubicBezTo>
                      <a:cubicBezTo>
                        <a:pt x="423" y="95"/>
                        <a:pt x="329" y="0"/>
                        <a:pt x="212" y="0"/>
                      </a:cubicBezTo>
                      <a:close/>
                      <a:moveTo>
                        <a:pt x="212" y="386"/>
                      </a:moveTo>
                      <a:cubicBezTo>
                        <a:pt x="116" y="386"/>
                        <a:pt x="38" y="308"/>
                        <a:pt x="38" y="212"/>
                      </a:cubicBezTo>
                      <a:cubicBezTo>
                        <a:pt x="38" y="116"/>
                        <a:pt x="116" y="38"/>
                        <a:pt x="212" y="38"/>
                      </a:cubicBezTo>
                      <a:cubicBezTo>
                        <a:pt x="308" y="38"/>
                        <a:pt x="386" y="116"/>
                        <a:pt x="386" y="212"/>
                      </a:cubicBezTo>
                      <a:cubicBezTo>
                        <a:pt x="386" y="308"/>
                        <a:pt x="308" y="386"/>
                        <a:pt x="212" y="38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endParaRPr>
                </a:p>
              </p:txBody>
            </p:sp>
          </p:grpSp>
        </p:grpSp>
        <p:sp>
          <p:nvSpPr>
            <p:cNvPr id="14" name="TextBox 60"/>
            <p:cNvSpPr txBox="1"/>
            <p:nvPr/>
          </p:nvSpPr>
          <p:spPr>
            <a:xfrm>
              <a:off x="4672588" y="5647554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 fontScale="70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RATE 01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465C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TextBox 61"/>
            <p:cNvSpPr txBox="1"/>
            <p:nvPr/>
          </p:nvSpPr>
          <p:spPr>
            <a:xfrm>
              <a:off x="6439343" y="5647554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 fontScale="70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RATE 02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838383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TextBox 62"/>
            <p:cNvSpPr txBox="1"/>
            <p:nvPr/>
          </p:nvSpPr>
          <p:spPr>
            <a:xfrm>
              <a:off x="8202083" y="5647554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 fontScale="70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RATE 03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465C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TextBox 63"/>
            <p:cNvSpPr txBox="1"/>
            <p:nvPr/>
          </p:nvSpPr>
          <p:spPr>
            <a:xfrm>
              <a:off x="9961769" y="5647554"/>
              <a:ext cx="1261884" cy="307777"/>
            </a:xfrm>
            <a:prstGeom prst="rect">
              <a:avLst/>
            </a:prstGeom>
            <a:noFill/>
          </p:spPr>
          <p:txBody>
            <a:bodyPr wrap="none">
              <a:normAutofit fontScale="70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RATE 04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A465C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8" name="Group 64"/>
            <p:cNvGrpSpPr/>
            <p:nvPr/>
          </p:nvGrpSpPr>
          <p:grpSpPr>
            <a:xfrm>
              <a:off x="10277949" y="2199182"/>
              <a:ext cx="621125" cy="3420302"/>
              <a:chOff x="3243263" y="148907"/>
              <a:chExt cx="1125538" cy="6197918"/>
            </a:xfrm>
          </p:grpSpPr>
          <p:sp>
            <p:nvSpPr>
              <p:cNvPr id="81" name="Freeform: Shape 65"/>
              <p:cNvSpPr>
                <a:spLocks/>
              </p:cNvSpPr>
              <p:nvPr/>
            </p:nvSpPr>
            <p:spPr bwMode="auto">
              <a:xfrm>
                <a:off x="3243263" y="4722813"/>
                <a:ext cx="1125538" cy="1624012"/>
              </a:xfrm>
              <a:custGeom>
                <a:avLst/>
                <a:gdLst>
                  <a:gd name="T0" fmla="*/ 709 w 709"/>
                  <a:gd name="T1" fmla="*/ 161 h 1023"/>
                  <a:gd name="T2" fmla="*/ 356 w 709"/>
                  <a:gd name="T3" fmla="*/ 1023 h 1023"/>
                  <a:gd name="T4" fmla="*/ 0 w 709"/>
                  <a:gd name="T5" fmla="*/ 161 h 1023"/>
                  <a:gd name="T6" fmla="*/ 0 w 709"/>
                  <a:gd name="T7" fmla="*/ 0 h 1023"/>
                  <a:gd name="T8" fmla="*/ 709 w 709"/>
                  <a:gd name="T9" fmla="*/ 0 h 1023"/>
                  <a:gd name="T10" fmla="*/ 709 w 709"/>
                  <a:gd name="T11" fmla="*/ 161 h 10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9" h="1023">
                    <a:moveTo>
                      <a:pt x="709" y="161"/>
                    </a:moveTo>
                    <a:lnTo>
                      <a:pt x="356" y="1023"/>
                    </a:lnTo>
                    <a:lnTo>
                      <a:pt x="0" y="161"/>
                    </a:lnTo>
                    <a:lnTo>
                      <a:pt x="0" y="0"/>
                    </a:lnTo>
                    <a:lnTo>
                      <a:pt x="709" y="0"/>
                    </a:lnTo>
                    <a:lnTo>
                      <a:pt x="709" y="161"/>
                    </a:lnTo>
                    <a:close/>
                  </a:path>
                </a:pathLst>
              </a:custGeom>
              <a:solidFill>
                <a:srgbClr val="DDBDA3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82" name="Freeform: Shape 66"/>
              <p:cNvSpPr>
                <a:spLocks/>
              </p:cNvSpPr>
              <p:nvPr/>
            </p:nvSpPr>
            <p:spPr bwMode="auto">
              <a:xfrm>
                <a:off x="3243263" y="148907"/>
                <a:ext cx="374651" cy="4969196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4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4" y="713"/>
                      <a:pt x="34" y="713"/>
                      <a:pt x="34" y="713"/>
                    </a:cubicBezTo>
                    <a:cubicBezTo>
                      <a:pt x="43" y="718"/>
                      <a:pt x="56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2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83" name="Freeform: Shape 67"/>
              <p:cNvSpPr>
                <a:spLocks/>
              </p:cNvSpPr>
              <p:nvPr/>
            </p:nvSpPr>
            <p:spPr bwMode="auto">
              <a:xfrm>
                <a:off x="3617914" y="148907"/>
                <a:ext cx="376238" cy="4969195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4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4" y="713"/>
                      <a:pt x="34" y="713"/>
                      <a:pt x="34" y="713"/>
                    </a:cubicBezTo>
                    <a:cubicBezTo>
                      <a:pt x="43" y="718"/>
                      <a:pt x="57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2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84" name="Freeform: Shape 68"/>
              <p:cNvSpPr>
                <a:spLocks/>
              </p:cNvSpPr>
              <p:nvPr/>
            </p:nvSpPr>
            <p:spPr bwMode="auto">
              <a:xfrm>
                <a:off x="3994150" y="148907"/>
                <a:ext cx="374651" cy="4969195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5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5" y="713"/>
                      <a:pt x="35" y="713"/>
                      <a:pt x="35" y="713"/>
                    </a:cubicBezTo>
                    <a:cubicBezTo>
                      <a:pt x="43" y="718"/>
                      <a:pt x="57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3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85" name="Freeform: Shape 69"/>
              <p:cNvSpPr>
                <a:spLocks/>
              </p:cNvSpPr>
              <p:nvPr/>
            </p:nvSpPr>
            <p:spPr bwMode="auto">
              <a:xfrm>
                <a:off x="3243263" y="4445000"/>
                <a:ext cx="374650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4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4" y="174"/>
                      <a:pt x="34" y="174"/>
                      <a:pt x="34" y="174"/>
                    </a:cubicBezTo>
                    <a:cubicBezTo>
                      <a:pt x="43" y="179"/>
                      <a:pt x="56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2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86" name="Freeform: Shape 70"/>
              <p:cNvSpPr>
                <a:spLocks/>
              </p:cNvSpPr>
              <p:nvPr/>
            </p:nvSpPr>
            <p:spPr bwMode="auto">
              <a:xfrm>
                <a:off x="3617913" y="4445000"/>
                <a:ext cx="376238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4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4" y="174"/>
                      <a:pt x="34" y="174"/>
                      <a:pt x="34" y="174"/>
                    </a:cubicBezTo>
                    <a:cubicBezTo>
                      <a:pt x="43" y="179"/>
                      <a:pt x="57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2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87" name="Freeform: Shape 71"/>
              <p:cNvSpPr>
                <a:spLocks/>
              </p:cNvSpPr>
              <p:nvPr/>
            </p:nvSpPr>
            <p:spPr bwMode="auto">
              <a:xfrm>
                <a:off x="3994151" y="4445000"/>
                <a:ext cx="374650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5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5" y="174"/>
                      <a:pt x="35" y="174"/>
                      <a:pt x="35" y="174"/>
                    </a:cubicBezTo>
                    <a:cubicBezTo>
                      <a:pt x="43" y="179"/>
                      <a:pt x="57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3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88" name="Freeform: Shape 72"/>
              <p:cNvSpPr>
                <a:spLocks/>
              </p:cNvSpPr>
              <p:nvPr/>
            </p:nvSpPr>
            <p:spPr bwMode="auto">
              <a:xfrm>
                <a:off x="3614738" y="5854700"/>
                <a:ext cx="385763" cy="492125"/>
              </a:xfrm>
              <a:custGeom>
                <a:avLst/>
                <a:gdLst>
                  <a:gd name="T0" fmla="*/ 51 w 102"/>
                  <a:gd name="T1" fmla="*/ 0 h 131"/>
                  <a:gd name="T2" fmla="*/ 0 w 102"/>
                  <a:gd name="T3" fmla="*/ 6 h 131"/>
                  <a:gd name="T4" fmla="*/ 51 w 102"/>
                  <a:gd name="T5" fmla="*/ 131 h 131"/>
                  <a:gd name="T6" fmla="*/ 102 w 102"/>
                  <a:gd name="T7" fmla="*/ 6 h 131"/>
                  <a:gd name="T8" fmla="*/ 51 w 102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31">
                    <a:moveTo>
                      <a:pt x="51" y="0"/>
                    </a:moveTo>
                    <a:cubicBezTo>
                      <a:pt x="33" y="0"/>
                      <a:pt x="16" y="2"/>
                      <a:pt x="0" y="6"/>
                    </a:cubicBezTo>
                    <a:cubicBezTo>
                      <a:pt x="51" y="131"/>
                      <a:pt x="51" y="131"/>
                      <a:pt x="51" y="131"/>
                    </a:cubicBezTo>
                    <a:cubicBezTo>
                      <a:pt x="102" y="6"/>
                      <a:pt x="102" y="6"/>
                      <a:pt x="102" y="6"/>
                    </a:cubicBezTo>
                    <a:cubicBezTo>
                      <a:pt x="85" y="2"/>
                      <a:pt x="68" y="0"/>
                      <a:pt x="51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19" name="Freeform: Shape 73"/>
            <p:cNvSpPr>
              <a:spLocks/>
            </p:cNvSpPr>
            <p:nvPr/>
          </p:nvSpPr>
          <p:spPr bwMode="auto">
            <a:xfrm>
              <a:off x="10045907" y="1244132"/>
              <a:ext cx="1085207" cy="1086176"/>
            </a:xfrm>
            <a:custGeom>
              <a:avLst/>
              <a:gdLst>
                <a:gd name="T0" fmla="*/ 235 w 471"/>
                <a:gd name="T1" fmla="*/ 0 h 471"/>
                <a:gd name="T2" fmla="*/ 0 w 471"/>
                <a:gd name="T3" fmla="*/ 235 h 471"/>
                <a:gd name="T4" fmla="*/ 235 w 471"/>
                <a:gd name="T5" fmla="*/ 471 h 471"/>
                <a:gd name="T6" fmla="*/ 471 w 471"/>
                <a:gd name="T7" fmla="*/ 235 h 471"/>
                <a:gd name="T8" fmla="*/ 235 w 471"/>
                <a:gd name="T9" fmla="*/ 0 h 471"/>
                <a:gd name="T10" fmla="*/ 235 w 471"/>
                <a:gd name="T11" fmla="*/ 408 h 471"/>
                <a:gd name="T12" fmla="*/ 62 w 471"/>
                <a:gd name="T13" fmla="*/ 235 h 471"/>
                <a:gd name="T14" fmla="*/ 235 w 471"/>
                <a:gd name="T15" fmla="*/ 62 h 471"/>
                <a:gd name="T16" fmla="*/ 408 w 471"/>
                <a:gd name="T17" fmla="*/ 235 h 471"/>
                <a:gd name="T18" fmla="*/ 235 w 471"/>
                <a:gd name="T1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471">
                  <a:moveTo>
                    <a:pt x="235" y="0"/>
                  </a:moveTo>
                  <a:cubicBezTo>
                    <a:pt x="105" y="0"/>
                    <a:pt x="0" y="105"/>
                    <a:pt x="0" y="235"/>
                  </a:cubicBezTo>
                  <a:cubicBezTo>
                    <a:pt x="0" y="365"/>
                    <a:pt x="105" y="471"/>
                    <a:pt x="235" y="471"/>
                  </a:cubicBezTo>
                  <a:cubicBezTo>
                    <a:pt x="365" y="471"/>
                    <a:pt x="471" y="365"/>
                    <a:pt x="471" y="235"/>
                  </a:cubicBezTo>
                  <a:cubicBezTo>
                    <a:pt x="471" y="105"/>
                    <a:pt x="365" y="0"/>
                    <a:pt x="235" y="0"/>
                  </a:cubicBezTo>
                  <a:close/>
                  <a:moveTo>
                    <a:pt x="235" y="408"/>
                  </a:moveTo>
                  <a:cubicBezTo>
                    <a:pt x="140" y="408"/>
                    <a:pt x="62" y="331"/>
                    <a:pt x="62" y="235"/>
                  </a:cubicBezTo>
                  <a:cubicBezTo>
                    <a:pt x="62" y="140"/>
                    <a:pt x="140" y="62"/>
                    <a:pt x="235" y="62"/>
                  </a:cubicBezTo>
                  <a:cubicBezTo>
                    <a:pt x="331" y="62"/>
                    <a:pt x="408" y="140"/>
                    <a:pt x="408" y="235"/>
                  </a:cubicBezTo>
                  <a:cubicBezTo>
                    <a:pt x="408" y="331"/>
                    <a:pt x="331" y="408"/>
                    <a:pt x="235" y="4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20" name="Group 74"/>
            <p:cNvGrpSpPr/>
            <p:nvPr/>
          </p:nvGrpSpPr>
          <p:grpSpPr>
            <a:xfrm>
              <a:off x="8524129" y="2616535"/>
              <a:ext cx="621125" cy="3002948"/>
              <a:chOff x="3243263" y="905192"/>
              <a:chExt cx="1125538" cy="5441633"/>
            </a:xfrm>
          </p:grpSpPr>
          <p:sp>
            <p:nvSpPr>
              <p:cNvPr id="73" name="Freeform: Shape 75"/>
              <p:cNvSpPr>
                <a:spLocks/>
              </p:cNvSpPr>
              <p:nvPr/>
            </p:nvSpPr>
            <p:spPr bwMode="auto">
              <a:xfrm>
                <a:off x="3243263" y="4722813"/>
                <a:ext cx="1125538" cy="1624012"/>
              </a:xfrm>
              <a:custGeom>
                <a:avLst/>
                <a:gdLst>
                  <a:gd name="T0" fmla="*/ 709 w 709"/>
                  <a:gd name="T1" fmla="*/ 161 h 1023"/>
                  <a:gd name="T2" fmla="*/ 356 w 709"/>
                  <a:gd name="T3" fmla="*/ 1023 h 1023"/>
                  <a:gd name="T4" fmla="*/ 0 w 709"/>
                  <a:gd name="T5" fmla="*/ 161 h 1023"/>
                  <a:gd name="T6" fmla="*/ 0 w 709"/>
                  <a:gd name="T7" fmla="*/ 0 h 1023"/>
                  <a:gd name="T8" fmla="*/ 709 w 709"/>
                  <a:gd name="T9" fmla="*/ 0 h 1023"/>
                  <a:gd name="T10" fmla="*/ 709 w 709"/>
                  <a:gd name="T11" fmla="*/ 161 h 10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9" h="1023">
                    <a:moveTo>
                      <a:pt x="709" y="161"/>
                    </a:moveTo>
                    <a:lnTo>
                      <a:pt x="356" y="1023"/>
                    </a:lnTo>
                    <a:lnTo>
                      <a:pt x="0" y="161"/>
                    </a:lnTo>
                    <a:lnTo>
                      <a:pt x="0" y="0"/>
                    </a:lnTo>
                    <a:lnTo>
                      <a:pt x="709" y="0"/>
                    </a:lnTo>
                    <a:lnTo>
                      <a:pt x="709" y="161"/>
                    </a:lnTo>
                    <a:close/>
                  </a:path>
                </a:pathLst>
              </a:custGeom>
              <a:solidFill>
                <a:srgbClr val="DDBDA3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4" name="Freeform: Shape 76"/>
              <p:cNvSpPr>
                <a:spLocks/>
              </p:cNvSpPr>
              <p:nvPr/>
            </p:nvSpPr>
            <p:spPr bwMode="auto">
              <a:xfrm>
                <a:off x="3243263" y="905192"/>
                <a:ext cx="374651" cy="4212910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4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4" y="713"/>
                      <a:pt x="34" y="713"/>
                      <a:pt x="34" y="713"/>
                    </a:cubicBezTo>
                    <a:cubicBezTo>
                      <a:pt x="43" y="718"/>
                      <a:pt x="56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2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5" name="Freeform: Shape 77"/>
              <p:cNvSpPr>
                <a:spLocks/>
              </p:cNvSpPr>
              <p:nvPr/>
            </p:nvSpPr>
            <p:spPr bwMode="auto">
              <a:xfrm>
                <a:off x="3617914" y="905194"/>
                <a:ext cx="376238" cy="4212908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4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4" y="713"/>
                      <a:pt x="34" y="713"/>
                      <a:pt x="34" y="713"/>
                    </a:cubicBezTo>
                    <a:cubicBezTo>
                      <a:pt x="43" y="718"/>
                      <a:pt x="57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2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6" name="Freeform: Shape 78"/>
              <p:cNvSpPr>
                <a:spLocks/>
              </p:cNvSpPr>
              <p:nvPr/>
            </p:nvSpPr>
            <p:spPr bwMode="auto">
              <a:xfrm>
                <a:off x="3994150" y="905194"/>
                <a:ext cx="374651" cy="4212908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5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5" y="713"/>
                      <a:pt x="35" y="713"/>
                      <a:pt x="35" y="713"/>
                    </a:cubicBezTo>
                    <a:cubicBezTo>
                      <a:pt x="43" y="718"/>
                      <a:pt x="57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3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7" name="Freeform: Shape 79"/>
              <p:cNvSpPr>
                <a:spLocks/>
              </p:cNvSpPr>
              <p:nvPr/>
            </p:nvSpPr>
            <p:spPr bwMode="auto">
              <a:xfrm>
                <a:off x="3243263" y="4445000"/>
                <a:ext cx="374650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4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4" y="174"/>
                      <a:pt x="34" y="174"/>
                      <a:pt x="34" y="174"/>
                    </a:cubicBezTo>
                    <a:cubicBezTo>
                      <a:pt x="43" y="179"/>
                      <a:pt x="56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2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8" name="Freeform: Shape 80"/>
              <p:cNvSpPr>
                <a:spLocks/>
              </p:cNvSpPr>
              <p:nvPr/>
            </p:nvSpPr>
            <p:spPr bwMode="auto">
              <a:xfrm>
                <a:off x="3617913" y="4445000"/>
                <a:ext cx="376238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4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4" y="174"/>
                      <a:pt x="34" y="174"/>
                      <a:pt x="34" y="174"/>
                    </a:cubicBezTo>
                    <a:cubicBezTo>
                      <a:pt x="43" y="179"/>
                      <a:pt x="57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2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9" name="Freeform: Shape 81"/>
              <p:cNvSpPr>
                <a:spLocks/>
              </p:cNvSpPr>
              <p:nvPr/>
            </p:nvSpPr>
            <p:spPr bwMode="auto">
              <a:xfrm>
                <a:off x="3994151" y="4445000"/>
                <a:ext cx="374650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5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5" y="174"/>
                      <a:pt x="35" y="174"/>
                      <a:pt x="35" y="174"/>
                    </a:cubicBezTo>
                    <a:cubicBezTo>
                      <a:pt x="43" y="179"/>
                      <a:pt x="57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3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80" name="Freeform: Shape 82"/>
              <p:cNvSpPr>
                <a:spLocks/>
              </p:cNvSpPr>
              <p:nvPr/>
            </p:nvSpPr>
            <p:spPr bwMode="auto">
              <a:xfrm>
                <a:off x="3614738" y="5854700"/>
                <a:ext cx="385763" cy="492125"/>
              </a:xfrm>
              <a:custGeom>
                <a:avLst/>
                <a:gdLst>
                  <a:gd name="T0" fmla="*/ 51 w 102"/>
                  <a:gd name="T1" fmla="*/ 0 h 131"/>
                  <a:gd name="T2" fmla="*/ 0 w 102"/>
                  <a:gd name="T3" fmla="*/ 6 h 131"/>
                  <a:gd name="T4" fmla="*/ 51 w 102"/>
                  <a:gd name="T5" fmla="*/ 131 h 131"/>
                  <a:gd name="T6" fmla="*/ 102 w 102"/>
                  <a:gd name="T7" fmla="*/ 6 h 131"/>
                  <a:gd name="T8" fmla="*/ 51 w 102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31">
                    <a:moveTo>
                      <a:pt x="51" y="0"/>
                    </a:moveTo>
                    <a:cubicBezTo>
                      <a:pt x="33" y="0"/>
                      <a:pt x="16" y="2"/>
                      <a:pt x="0" y="6"/>
                    </a:cubicBezTo>
                    <a:cubicBezTo>
                      <a:pt x="51" y="131"/>
                      <a:pt x="51" y="131"/>
                      <a:pt x="51" y="131"/>
                    </a:cubicBezTo>
                    <a:cubicBezTo>
                      <a:pt x="102" y="6"/>
                      <a:pt x="102" y="6"/>
                      <a:pt x="102" y="6"/>
                    </a:cubicBezTo>
                    <a:cubicBezTo>
                      <a:pt x="85" y="2"/>
                      <a:pt x="68" y="0"/>
                      <a:pt x="51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21" name="Freeform: Shape 83"/>
            <p:cNvSpPr>
              <a:spLocks/>
            </p:cNvSpPr>
            <p:nvPr/>
          </p:nvSpPr>
          <p:spPr bwMode="auto">
            <a:xfrm>
              <a:off x="8292088" y="1630076"/>
              <a:ext cx="1085207" cy="1086176"/>
            </a:xfrm>
            <a:custGeom>
              <a:avLst/>
              <a:gdLst>
                <a:gd name="T0" fmla="*/ 235 w 471"/>
                <a:gd name="T1" fmla="*/ 0 h 471"/>
                <a:gd name="T2" fmla="*/ 0 w 471"/>
                <a:gd name="T3" fmla="*/ 235 h 471"/>
                <a:gd name="T4" fmla="*/ 235 w 471"/>
                <a:gd name="T5" fmla="*/ 471 h 471"/>
                <a:gd name="T6" fmla="*/ 471 w 471"/>
                <a:gd name="T7" fmla="*/ 235 h 471"/>
                <a:gd name="T8" fmla="*/ 235 w 471"/>
                <a:gd name="T9" fmla="*/ 0 h 471"/>
                <a:gd name="T10" fmla="*/ 235 w 471"/>
                <a:gd name="T11" fmla="*/ 408 h 471"/>
                <a:gd name="T12" fmla="*/ 62 w 471"/>
                <a:gd name="T13" fmla="*/ 235 h 471"/>
                <a:gd name="T14" fmla="*/ 235 w 471"/>
                <a:gd name="T15" fmla="*/ 62 h 471"/>
                <a:gd name="T16" fmla="*/ 408 w 471"/>
                <a:gd name="T17" fmla="*/ 235 h 471"/>
                <a:gd name="T18" fmla="*/ 235 w 471"/>
                <a:gd name="T1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471">
                  <a:moveTo>
                    <a:pt x="235" y="0"/>
                  </a:moveTo>
                  <a:cubicBezTo>
                    <a:pt x="105" y="0"/>
                    <a:pt x="0" y="105"/>
                    <a:pt x="0" y="235"/>
                  </a:cubicBezTo>
                  <a:cubicBezTo>
                    <a:pt x="0" y="365"/>
                    <a:pt x="105" y="471"/>
                    <a:pt x="235" y="471"/>
                  </a:cubicBezTo>
                  <a:cubicBezTo>
                    <a:pt x="365" y="471"/>
                    <a:pt x="471" y="365"/>
                    <a:pt x="471" y="235"/>
                  </a:cubicBezTo>
                  <a:cubicBezTo>
                    <a:pt x="471" y="105"/>
                    <a:pt x="365" y="0"/>
                    <a:pt x="235" y="0"/>
                  </a:cubicBezTo>
                  <a:close/>
                  <a:moveTo>
                    <a:pt x="235" y="408"/>
                  </a:moveTo>
                  <a:cubicBezTo>
                    <a:pt x="140" y="408"/>
                    <a:pt x="62" y="331"/>
                    <a:pt x="62" y="235"/>
                  </a:cubicBezTo>
                  <a:cubicBezTo>
                    <a:pt x="62" y="140"/>
                    <a:pt x="140" y="62"/>
                    <a:pt x="235" y="62"/>
                  </a:cubicBezTo>
                  <a:cubicBezTo>
                    <a:pt x="331" y="62"/>
                    <a:pt x="408" y="140"/>
                    <a:pt x="408" y="235"/>
                  </a:cubicBezTo>
                  <a:cubicBezTo>
                    <a:pt x="408" y="331"/>
                    <a:pt x="331" y="408"/>
                    <a:pt x="235" y="4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22" name="Group 84"/>
            <p:cNvGrpSpPr/>
            <p:nvPr/>
          </p:nvGrpSpPr>
          <p:grpSpPr>
            <a:xfrm>
              <a:off x="6758549" y="3033889"/>
              <a:ext cx="621125" cy="2585594"/>
              <a:chOff x="3243263" y="1661479"/>
              <a:chExt cx="1125538" cy="4685346"/>
            </a:xfrm>
          </p:grpSpPr>
          <p:sp>
            <p:nvSpPr>
              <p:cNvPr id="65" name="Freeform: Shape 85"/>
              <p:cNvSpPr>
                <a:spLocks/>
              </p:cNvSpPr>
              <p:nvPr/>
            </p:nvSpPr>
            <p:spPr bwMode="auto">
              <a:xfrm>
                <a:off x="3243263" y="4722813"/>
                <a:ext cx="1125538" cy="1624012"/>
              </a:xfrm>
              <a:custGeom>
                <a:avLst/>
                <a:gdLst>
                  <a:gd name="T0" fmla="*/ 709 w 709"/>
                  <a:gd name="T1" fmla="*/ 161 h 1023"/>
                  <a:gd name="T2" fmla="*/ 356 w 709"/>
                  <a:gd name="T3" fmla="*/ 1023 h 1023"/>
                  <a:gd name="T4" fmla="*/ 0 w 709"/>
                  <a:gd name="T5" fmla="*/ 161 h 1023"/>
                  <a:gd name="T6" fmla="*/ 0 w 709"/>
                  <a:gd name="T7" fmla="*/ 0 h 1023"/>
                  <a:gd name="T8" fmla="*/ 709 w 709"/>
                  <a:gd name="T9" fmla="*/ 0 h 1023"/>
                  <a:gd name="T10" fmla="*/ 709 w 709"/>
                  <a:gd name="T11" fmla="*/ 161 h 10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9" h="1023">
                    <a:moveTo>
                      <a:pt x="709" y="161"/>
                    </a:moveTo>
                    <a:lnTo>
                      <a:pt x="356" y="1023"/>
                    </a:lnTo>
                    <a:lnTo>
                      <a:pt x="0" y="161"/>
                    </a:lnTo>
                    <a:lnTo>
                      <a:pt x="0" y="0"/>
                    </a:lnTo>
                    <a:lnTo>
                      <a:pt x="709" y="0"/>
                    </a:lnTo>
                    <a:lnTo>
                      <a:pt x="709" y="161"/>
                    </a:lnTo>
                    <a:close/>
                  </a:path>
                </a:pathLst>
              </a:custGeom>
              <a:solidFill>
                <a:srgbClr val="DDBDA3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6" name="Freeform: Shape 86"/>
              <p:cNvSpPr>
                <a:spLocks/>
              </p:cNvSpPr>
              <p:nvPr/>
            </p:nvSpPr>
            <p:spPr bwMode="auto">
              <a:xfrm>
                <a:off x="3243263" y="1661479"/>
                <a:ext cx="374651" cy="3456623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4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4" y="713"/>
                      <a:pt x="34" y="713"/>
                      <a:pt x="34" y="713"/>
                    </a:cubicBezTo>
                    <a:cubicBezTo>
                      <a:pt x="43" y="718"/>
                      <a:pt x="56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2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7" name="Freeform: Shape 87"/>
              <p:cNvSpPr>
                <a:spLocks/>
              </p:cNvSpPr>
              <p:nvPr/>
            </p:nvSpPr>
            <p:spPr bwMode="auto">
              <a:xfrm>
                <a:off x="3617914" y="1661479"/>
                <a:ext cx="376238" cy="3456621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4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4" y="713"/>
                      <a:pt x="34" y="713"/>
                      <a:pt x="34" y="713"/>
                    </a:cubicBezTo>
                    <a:cubicBezTo>
                      <a:pt x="43" y="718"/>
                      <a:pt x="57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2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8" name="Freeform: Shape 88"/>
              <p:cNvSpPr>
                <a:spLocks/>
              </p:cNvSpPr>
              <p:nvPr/>
            </p:nvSpPr>
            <p:spPr bwMode="auto">
              <a:xfrm>
                <a:off x="3994150" y="1661479"/>
                <a:ext cx="374651" cy="3456621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5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5" y="713"/>
                      <a:pt x="35" y="713"/>
                      <a:pt x="35" y="713"/>
                    </a:cubicBezTo>
                    <a:cubicBezTo>
                      <a:pt x="43" y="718"/>
                      <a:pt x="57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3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9" name="Freeform: Shape 89"/>
              <p:cNvSpPr>
                <a:spLocks/>
              </p:cNvSpPr>
              <p:nvPr/>
            </p:nvSpPr>
            <p:spPr bwMode="auto">
              <a:xfrm>
                <a:off x="3243263" y="4445000"/>
                <a:ext cx="374650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4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4" y="174"/>
                      <a:pt x="34" y="174"/>
                      <a:pt x="34" y="174"/>
                    </a:cubicBezTo>
                    <a:cubicBezTo>
                      <a:pt x="43" y="179"/>
                      <a:pt x="56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2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0" name="Freeform: Shape 90"/>
              <p:cNvSpPr>
                <a:spLocks/>
              </p:cNvSpPr>
              <p:nvPr/>
            </p:nvSpPr>
            <p:spPr bwMode="auto">
              <a:xfrm>
                <a:off x="3617913" y="4445000"/>
                <a:ext cx="376238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4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4" y="174"/>
                      <a:pt x="34" y="174"/>
                      <a:pt x="34" y="174"/>
                    </a:cubicBezTo>
                    <a:cubicBezTo>
                      <a:pt x="43" y="179"/>
                      <a:pt x="57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2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1" name="Freeform: Shape 91"/>
              <p:cNvSpPr>
                <a:spLocks/>
              </p:cNvSpPr>
              <p:nvPr/>
            </p:nvSpPr>
            <p:spPr bwMode="auto">
              <a:xfrm>
                <a:off x="3994151" y="4445000"/>
                <a:ext cx="374650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5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5" y="174"/>
                      <a:pt x="35" y="174"/>
                      <a:pt x="35" y="174"/>
                    </a:cubicBezTo>
                    <a:cubicBezTo>
                      <a:pt x="43" y="179"/>
                      <a:pt x="57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3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72" name="Freeform: Shape 92"/>
              <p:cNvSpPr>
                <a:spLocks/>
              </p:cNvSpPr>
              <p:nvPr/>
            </p:nvSpPr>
            <p:spPr bwMode="auto">
              <a:xfrm>
                <a:off x="3614738" y="5854700"/>
                <a:ext cx="385763" cy="492125"/>
              </a:xfrm>
              <a:custGeom>
                <a:avLst/>
                <a:gdLst>
                  <a:gd name="T0" fmla="*/ 51 w 102"/>
                  <a:gd name="T1" fmla="*/ 0 h 131"/>
                  <a:gd name="T2" fmla="*/ 0 w 102"/>
                  <a:gd name="T3" fmla="*/ 6 h 131"/>
                  <a:gd name="T4" fmla="*/ 51 w 102"/>
                  <a:gd name="T5" fmla="*/ 131 h 131"/>
                  <a:gd name="T6" fmla="*/ 102 w 102"/>
                  <a:gd name="T7" fmla="*/ 6 h 131"/>
                  <a:gd name="T8" fmla="*/ 51 w 102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31">
                    <a:moveTo>
                      <a:pt x="51" y="0"/>
                    </a:moveTo>
                    <a:cubicBezTo>
                      <a:pt x="33" y="0"/>
                      <a:pt x="16" y="2"/>
                      <a:pt x="0" y="6"/>
                    </a:cubicBezTo>
                    <a:cubicBezTo>
                      <a:pt x="51" y="131"/>
                      <a:pt x="51" y="131"/>
                      <a:pt x="51" y="131"/>
                    </a:cubicBezTo>
                    <a:cubicBezTo>
                      <a:pt x="102" y="6"/>
                      <a:pt x="102" y="6"/>
                      <a:pt x="102" y="6"/>
                    </a:cubicBezTo>
                    <a:cubicBezTo>
                      <a:pt x="85" y="2"/>
                      <a:pt x="68" y="0"/>
                      <a:pt x="51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23" name="Freeform: Shape 93"/>
            <p:cNvSpPr>
              <a:spLocks/>
            </p:cNvSpPr>
            <p:nvPr/>
          </p:nvSpPr>
          <p:spPr bwMode="auto">
            <a:xfrm>
              <a:off x="6526508" y="2056848"/>
              <a:ext cx="1085207" cy="1086176"/>
            </a:xfrm>
            <a:custGeom>
              <a:avLst/>
              <a:gdLst>
                <a:gd name="T0" fmla="*/ 235 w 471"/>
                <a:gd name="T1" fmla="*/ 0 h 471"/>
                <a:gd name="T2" fmla="*/ 0 w 471"/>
                <a:gd name="T3" fmla="*/ 235 h 471"/>
                <a:gd name="T4" fmla="*/ 235 w 471"/>
                <a:gd name="T5" fmla="*/ 471 h 471"/>
                <a:gd name="T6" fmla="*/ 471 w 471"/>
                <a:gd name="T7" fmla="*/ 235 h 471"/>
                <a:gd name="T8" fmla="*/ 235 w 471"/>
                <a:gd name="T9" fmla="*/ 0 h 471"/>
                <a:gd name="T10" fmla="*/ 235 w 471"/>
                <a:gd name="T11" fmla="*/ 408 h 471"/>
                <a:gd name="T12" fmla="*/ 62 w 471"/>
                <a:gd name="T13" fmla="*/ 235 h 471"/>
                <a:gd name="T14" fmla="*/ 235 w 471"/>
                <a:gd name="T15" fmla="*/ 62 h 471"/>
                <a:gd name="T16" fmla="*/ 408 w 471"/>
                <a:gd name="T17" fmla="*/ 235 h 471"/>
                <a:gd name="T18" fmla="*/ 235 w 471"/>
                <a:gd name="T1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471">
                  <a:moveTo>
                    <a:pt x="235" y="0"/>
                  </a:moveTo>
                  <a:cubicBezTo>
                    <a:pt x="105" y="0"/>
                    <a:pt x="0" y="105"/>
                    <a:pt x="0" y="235"/>
                  </a:cubicBezTo>
                  <a:cubicBezTo>
                    <a:pt x="0" y="365"/>
                    <a:pt x="105" y="471"/>
                    <a:pt x="235" y="471"/>
                  </a:cubicBezTo>
                  <a:cubicBezTo>
                    <a:pt x="365" y="471"/>
                    <a:pt x="471" y="365"/>
                    <a:pt x="471" y="235"/>
                  </a:cubicBezTo>
                  <a:cubicBezTo>
                    <a:pt x="471" y="105"/>
                    <a:pt x="365" y="0"/>
                    <a:pt x="235" y="0"/>
                  </a:cubicBezTo>
                  <a:close/>
                  <a:moveTo>
                    <a:pt x="235" y="408"/>
                  </a:moveTo>
                  <a:cubicBezTo>
                    <a:pt x="140" y="408"/>
                    <a:pt x="62" y="331"/>
                    <a:pt x="62" y="235"/>
                  </a:cubicBezTo>
                  <a:cubicBezTo>
                    <a:pt x="62" y="140"/>
                    <a:pt x="140" y="62"/>
                    <a:pt x="235" y="62"/>
                  </a:cubicBezTo>
                  <a:cubicBezTo>
                    <a:pt x="331" y="62"/>
                    <a:pt x="408" y="140"/>
                    <a:pt x="408" y="235"/>
                  </a:cubicBezTo>
                  <a:cubicBezTo>
                    <a:pt x="408" y="331"/>
                    <a:pt x="331" y="408"/>
                    <a:pt x="235" y="4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24" name="Group 94"/>
            <p:cNvGrpSpPr/>
            <p:nvPr/>
          </p:nvGrpSpPr>
          <p:grpSpPr>
            <a:xfrm>
              <a:off x="4992969" y="3451243"/>
              <a:ext cx="621125" cy="2168241"/>
              <a:chOff x="3243263" y="2417763"/>
              <a:chExt cx="1125538" cy="3929062"/>
            </a:xfrm>
          </p:grpSpPr>
          <p:sp>
            <p:nvSpPr>
              <p:cNvPr id="57" name="Freeform: Shape 95"/>
              <p:cNvSpPr>
                <a:spLocks/>
              </p:cNvSpPr>
              <p:nvPr/>
            </p:nvSpPr>
            <p:spPr bwMode="auto">
              <a:xfrm>
                <a:off x="3243263" y="4722813"/>
                <a:ext cx="1125538" cy="1624012"/>
              </a:xfrm>
              <a:custGeom>
                <a:avLst/>
                <a:gdLst>
                  <a:gd name="T0" fmla="*/ 709 w 709"/>
                  <a:gd name="T1" fmla="*/ 161 h 1023"/>
                  <a:gd name="T2" fmla="*/ 356 w 709"/>
                  <a:gd name="T3" fmla="*/ 1023 h 1023"/>
                  <a:gd name="T4" fmla="*/ 0 w 709"/>
                  <a:gd name="T5" fmla="*/ 161 h 1023"/>
                  <a:gd name="T6" fmla="*/ 0 w 709"/>
                  <a:gd name="T7" fmla="*/ 0 h 1023"/>
                  <a:gd name="T8" fmla="*/ 709 w 709"/>
                  <a:gd name="T9" fmla="*/ 0 h 1023"/>
                  <a:gd name="T10" fmla="*/ 709 w 709"/>
                  <a:gd name="T11" fmla="*/ 161 h 10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09" h="1023">
                    <a:moveTo>
                      <a:pt x="709" y="161"/>
                    </a:moveTo>
                    <a:lnTo>
                      <a:pt x="356" y="1023"/>
                    </a:lnTo>
                    <a:lnTo>
                      <a:pt x="0" y="161"/>
                    </a:lnTo>
                    <a:lnTo>
                      <a:pt x="0" y="0"/>
                    </a:lnTo>
                    <a:lnTo>
                      <a:pt x="709" y="0"/>
                    </a:lnTo>
                    <a:lnTo>
                      <a:pt x="709" y="161"/>
                    </a:lnTo>
                    <a:close/>
                  </a:path>
                </a:pathLst>
              </a:custGeom>
              <a:solidFill>
                <a:srgbClr val="DDBDA3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8" name="Freeform: Shape 96"/>
              <p:cNvSpPr>
                <a:spLocks/>
              </p:cNvSpPr>
              <p:nvPr/>
            </p:nvSpPr>
            <p:spPr bwMode="auto">
              <a:xfrm>
                <a:off x="3243263" y="2417763"/>
                <a:ext cx="374650" cy="2700337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4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4" y="713"/>
                      <a:pt x="34" y="713"/>
                      <a:pt x="34" y="713"/>
                    </a:cubicBezTo>
                    <a:cubicBezTo>
                      <a:pt x="43" y="718"/>
                      <a:pt x="56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2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9" name="Freeform: Shape 97"/>
              <p:cNvSpPr>
                <a:spLocks/>
              </p:cNvSpPr>
              <p:nvPr/>
            </p:nvSpPr>
            <p:spPr bwMode="auto">
              <a:xfrm>
                <a:off x="3617913" y="2417763"/>
                <a:ext cx="376238" cy="2700337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4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4" y="713"/>
                      <a:pt x="34" y="713"/>
                      <a:pt x="34" y="713"/>
                    </a:cubicBezTo>
                    <a:cubicBezTo>
                      <a:pt x="43" y="718"/>
                      <a:pt x="57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2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0" name="Freeform: Shape 98"/>
              <p:cNvSpPr>
                <a:spLocks/>
              </p:cNvSpPr>
              <p:nvPr/>
            </p:nvSpPr>
            <p:spPr bwMode="auto">
              <a:xfrm>
                <a:off x="3994151" y="2417763"/>
                <a:ext cx="374650" cy="2700337"/>
              </a:xfrm>
              <a:custGeom>
                <a:avLst/>
                <a:gdLst>
                  <a:gd name="T0" fmla="*/ 0 w 99"/>
                  <a:gd name="T1" fmla="*/ 0 h 718"/>
                  <a:gd name="T2" fmla="*/ 0 w 99"/>
                  <a:gd name="T3" fmla="*/ 673 h 718"/>
                  <a:gd name="T4" fmla="*/ 15 w 99"/>
                  <a:gd name="T5" fmla="*/ 701 h 718"/>
                  <a:gd name="T6" fmla="*/ 35 w 99"/>
                  <a:gd name="T7" fmla="*/ 713 h 718"/>
                  <a:gd name="T8" fmla="*/ 65 w 99"/>
                  <a:gd name="T9" fmla="*/ 713 h 718"/>
                  <a:gd name="T10" fmla="*/ 84 w 99"/>
                  <a:gd name="T11" fmla="*/ 701 h 718"/>
                  <a:gd name="T12" fmla="*/ 99 w 99"/>
                  <a:gd name="T13" fmla="*/ 673 h 718"/>
                  <a:gd name="T14" fmla="*/ 99 w 99"/>
                  <a:gd name="T15" fmla="*/ 0 h 718"/>
                  <a:gd name="T16" fmla="*/ 0 w 99"/>
                  <a:gd name="T17" fmla="*/ 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718">
                    <a:moveTo>
                      <a:pt x="0" y="0"/>
                    </a:moveTo>
                    <a:cubicBezTo>
                      <a:pt x="0" y="673"/>
                      <a:pt x="0" y="673"/>
                      <a:pt x="0" y="673"/>
                    </a:cubicBezTo>
                    <a:cubicBezTo>
                      <a:pt x="0" y="683"/>
                      <a:pt x="7" y="695"/>
                      <a:pt x="15" y="701"/>
                    </a:cubicBezTo>
                    <a:cubicBezTo>
                      <a:pt x="35" y="713"/>
                      <a:pt x="35" y="713"/>
                      <a:pt x="35" y="713"/>
                    </a:cubicBezTo>
                    <a:cubicBezTo>
                      <a:pt x="43" y="718"/>
                      <a:pt x="57" y="718"/>
                      <a:pt x="65" y="713"/>
                    </a:cubicBezTo>
                    <a:cubicBezTo>
                      <a:pt x="84" y="701"/>
                      <a:pt x="84" y="701"/>
                      <a:pt x="84" y="701"/>
                    </a:cubicBezTo>
                    <a:cubicBezTo>
                      <a:pt x="93" y="695"/>
                      <a:pt x="99" y="683"/>
                      <a:pt x="99" y="673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1" name="Freeform: Shape 99"/>
              <p:cNvSpPr>
                <a:spLocks/>
              </p:cNvSpPr>
              <p:nvPr/>
            </p:nvSpPr>
            <p:spPr bwMode="auto">
              <a:xfrm>
                <a:off x="3243263" y="4445000"/>
                <a:ext cx="374650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4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4" y="174"/>
                      <a:pt x="34" y="174"/>
                      <a:pt x="34" y="174"/>
                    </a:cubicBezTo>
                    <a:cubicBezTo>
                      <a:pt x="43" y="179"/>
                      <a:pt x="56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2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2" name="Freeform: Shape 100"/>
              <p:cNvSpPr>
                <a:spLocks/>
              </p:cNvSpPr>
              <p:nvPr/>
            </p:nvSpPr>
            <p:spPr bwMode="auto">
              <a:xfrm>
                <a:off x="3617913" y="4445000"/>
                <a:ext cx="376238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4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4" y="174"/>
                      <a:pt x="34" y="174"/>
                      <a:pt x="34" y="174"/>
                    </a:cubicBezTo>
                    <a:cubicBezTo>
                      <a:pt x="43" y="179"/>
                      <a:pt x="57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2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3" name="Freeform: Shape 101"/>
              <p:cNvSpPr>
                <a:spLocks/>
              </p:cNvSpPr>
              <p:nvPr/>
            </p:nvSpPr>
            <p:spPr bwMode="auto">
              <a:xfrm>
                <a:off x="3994151" y="4445000"/>
                <a:ext cx="374650" cy="673100"/>
              </a:xfrm>
              <a:custGeom>
                <a:avLst/>
                <a:gdLst>
                  <a:gd name="T0" fmla="*/ 0 w 99"/>
                  <a:gd name="T1" fmla="*/ 0 h 179"/>
                  <a:gd name="T2" fmla="*/ 0 w 99"/>
                  <a:gd name="T3" fmla="*/ 134 h 179"/>
                  <a:gd name="T4" fmla="*/ 15 w 99"/>
                  <a:gd name="T5" fmla="*/ 162 h 179"/>
                  <a:gd name="T6" fmla="*/ 35 w 99"/>
                  <a:gd name="T7" fmla="*/ 174 h 179"/>
                  <a:gd name="T8" fmla="*/ 65 w 99"/>
                  <a:gd name="T9" fmla="*/ 174 h 179"/>
                  <a:gd name="T10" fmla="*/ 84 w 99"/>
                  <a:gd name="T11" fmla="*/ 162 h 179"/>
                  <a:gd name="T12" fmla="*/ 99 w 99"/>
                  <a:gd name="T13" fmla="*/ 134 h 179"/>
                  <a:gd name="T14" fmla="*/ 99 w 99"/>
                  <a:gd name="T15" fmla="*/ 0 h 179"/>
                  <a:gd name="T16" fmla="*/ 0 w 99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179">
                    <a:moveTo>
                      <a:pt x="0" y="0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0" y="144"/>
                      <a:pt x="7" y="156"/>
                      <a:pt x="15" y="162"/>
                    </a:cubicBezTo>
                    <a:cubicBezTo>
                      <a:pt x="35" y="174"/>
                      <a:pt x="35" y="174"/>
                      <a:pt x="35" y="174"/>
                    </a:cubicBezTo>
                    <a:cubicBezTo>
                      <a:pt x="43" y="179"/>
                      <a:pt x="57" y="179"/>
                      <a:pt x="65" y="174"/>
                    </a:cubicBezTo>
                    <a:cubicBezTo>
                      <a:pt x="84" y="162"/>
                      <a:pt x="84" y="162"/>
                      <a:pt x="84" y="162"/>
                    </a:cubicBezTo>
                    <a:cubicBezTo>
                      <a:pt x="93" y="156"/>
                      <a:pt x="99" y="144"/>
                      <a:pt x="99" y="134"/>
                    </a:cubicBezTo>
                    <a:cubicBezTo>
                      <a:pt x="99" y="0"/>
                      <a:pt x="99" y="0"/>
                      <a:pt x="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64" name="Freeform: Shape 102"/>
              <p:cNvSpPr>
                <a:spLocks/>
              </p:cNvSpPr>
              <p:nvPr/>
            </p:nvSpPr>
            <p:spPr bwMode="auto">
              <a:xfrm>
                <a:off x="3614738" y="5854700"/>
                <a:ext cx="385763" cy="492125"/>
              </a:xfrm>
              <a:custGeom>
                <a:avLst/>
                <a:gdLst>
                  <a:gd name="T0" fmla="*/ 51 w 102"/>
                  <a:gd name="T1" fmla="*/ 0 h 131"/>
                  <a:gd name="T2" fmla="*/ 0 w 102"/>
                  <a:gd name="T3" fmla="*/ 6 h 131"/>
                  <a:gd name="T4" fmla="*/ 51 w 102"/>
                  <a:gd name="T5" fmla="*/ 131 h 131"/>
                  <a:gd name="T6" fmla="*/ 102 w 102"/>
                  <a:gd name="T7" fmla="*/ 6 h 131"/>
                  <a:gd name="T8" fmla="*/ 51 w 102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31">
                    <a:moveTo>
                      <a:pt x="51" y="0"/>
                    </a:moveTo>
                    <a:cubicBezTo>
                      <a:pt x="33" y="0"/>
                      <a:pt x="16" y="2"/>
                      <a:pt x="0" y="6"/>
                    </a:cubicBezTo>
                    <a:cubicBezTo>
                      <a:pt x="51" y="131"/>
                      <a:pt x="51" y="131"/>
                      <a:pt x="51" y="131"/>
                    </a:cubicBezTo>
                    <a:cubicBezTo>
                      <a:pt x="102" y="6"/>
                      <a:pt x="102" y="6"/>
                      <a:pt x="102" y="6"/>
                    </a:cubicBezTo>
                    <a:cubicBezTo>
                      <a:pt x="85" y="2"/>
                      <a:pt x="68" y="0"/>
                      <a:pt x="51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25" name="Freeform: Shape 103"/>
            <p:cNvSpPr>
              <a:spLocks/>
            </p:cNvSpPr>
            <p:nvPr/>
          </p:nvSpPr>
          <p:spPr bwMode="auto">
            <a:xfrm>
              <a:off x="4760927" y="2483619"/>
              <a:ext cx="1085207" cy="1086176"/>
            </a:xfrm>
            <a:custGeom>
              <a:avLst/>
              <a:gdLst>
                <a:gd name="T0" fmla="*/ 235 w 471"/>
                <a:gd name="T1" fmla="*/ 0 h 471"/>
                <a:gd name="T2" fmla="*/ 0 w 471"/>
                <a:gd name="T3" fmla="*/ 235 h 471"/>
                <a:gd name="T4" fmla="*/ 235 w 471"/>
                <a:gd name="T5" fmla="*/ 471 h 471"/>
                <a:gd name="T6" fmla="*/ 471 w 471"/>
                <a:gd name="T7" fmla="*/ 235 h 471"/>
                <a:gd name="T8" fmla="*/ 235 w 471"/>
                <a:gd name="T9" fmla="*/ 0 h 471"/>
                <a:gd name="T10" fmla="*/ 235 w 471"/>
                <a:gd name="T11" fmla="*/ 408 h 471"/>
                <a:gd name="T12" fmla="*/ 62 w 471"/>
                <a:gd name="T13" fmla="*/ 235 h 471"/>
                <a:gd name="T14" fmla="*/ 235 w 471"/>
                <a:gd name="T15" fmla="*/ 62 h 471"/>
                <a:gd name="T16" fmla="*/ 408 w 471"/>
                <a:gd name="T17" fmla="*/ 235 h 471"/>
                <a:gd name="T18" fmla="*/ 235 w 471"/>
                <a:gd name="T1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471">
                  <a:moveTo>
                    <a:pt x="235" y="0"/>
                  </a:moveTo>
                  <a:cubicBezTo>
                    <a:pt x="105" y="0"/>
                    <a:pt x="0" y="105"/>
                    <a:pt x="0" y="235"/>
                  </a:cubicBezTo>
                  <a:cubicBezTo>
                    <a:pt x="0" y="365"/>
                    <a:pt x="105" y="471"/>
                    <a:pt x="235" y="471"/>
                  </a:cubicBezTo>
                  <a:cubicBezTo>
                    <a:pt x="365" y="471"/>
                    <a:pt x="471" y="365"/>
                    <a:pt x="471" y="235"/>
                  </a:cubicBezTo>
                  <a:cubicBezTo>
                    <a:pt x="471" y="105"/>
                    <a:pt x="365" y="0"/>
                    <a:pt x="235" y="0"/>
                  </a:cubicBezTo>
                  <a:close/>
                  <a:moveTo>
                    <a:pt x="235" y="408"/>
                  </a:moveTo>
                  <a:cubicBezTo>
                    <a:pt x="140" y="408"/>
                    <a:pt x="62" y="331"/>
                    <a:pt x="62" y="235"/>
                  </a:cubicBezTo>
                  <a:cubicBezTo>
                    <a:pt x="62" y="140"/>
                    <a:pt x="140" y="62"/>
                    <a:pt x="235" y="62"/>
                  </a:cubicBezTo>
                  <a:cubicBezTo>
                    <a:pt x="331" y="62"/>
                    <a:pt x="408" y="140"/>
                    <a:pt x="408" y="235"/>
                  </a:cubicBezTo>
                  <a:cubicBezTo>
                    <a:pt x="408" y="331"/>
                    <a:pt x="331" y="408"/>
                    <a:pt x="235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6" name="TextBox 104"/>
            <p:cNvSpPr txBox="1"/>
            <p:nvPr/>
          </p:nvSpPr>
          <p:spPr>
            <a:xfrm>
              <a:off x="4988924" y="2831793"/>
              <a:ext cx="697627" cy="400110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25%</a:t>
              </a:r>
            </a:p>
          </p:txBody>
        </p:sp>
        <p:sp>
          <p:nvSpPr>
            <p:cNvPr id="27" name="TextBox 105"/>
            <p:cNvSpPr txBox="1"/>
            <p:nvPr/>
          </p:nvSpPr>
          <p:spPr>
            <a:xfrm>
              <a:off x="6715588" y="2403541"/>
              <a:ext cx="697627" cy="400110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50%</a:t>
              </a:r>
            </a:p>
          </p:txBody>
        </p:sp>
        <p:sp>
          <p:nvSpPr>
            <p:cNvPr id="28" name="TextBox 106"/>
            <p:cNvSpPr txBox="1"/>
            <p:nvPr/>
          </p:nvSpPr>
          <p:spPr>
            <a:xfrm>
              <a:off x="8484212" y="1937000"/>
              <a:ext cx="697627" cy="400110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75%</a:t>
              </a:r>
            </a:p>
          </p:txBody>
        </p:sp>
        <p:sp>
          <p:nvSpPr>
            <p:cNvPr id="29" name="TextBox 107"/>
            <p:cNvSpPr txBox="1"/>
            <p:nvPr/>
          </p:nvSpPr>
          <p:spPr>
            <a:xfrm>
              <a:off x="10167614" y="1562651"/>
              <a:ext cx="840295" cy="400110"/>
            </a:xfrm>
            <a:prstGeom prst="rect">
              <a:avLst/>
            </a:prstGeom>
            <a:noFill/>
          </p:spPr>
          <p:txBody>
            <a:bodyPr wrap="none">
              <a:normAutofit fontScale="775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100%</a:t>
              </a:r>
            </a:p>
          </p:txBody>
        </p:sp>
        <p:grpSp>
          <p:nvGrpSpPr>
            <p:cNvPr id="30" name="Group 54"/>
            <p:cNvGrpSpPr/>
            <p:nvPr/>
          </p:nvGrpSpPr>
          <p:grpSpPr>
            <a:xfrm>
              <a:off x="863382" y="1669713"/>
              <a:ext cx="542791" cy="509842"/>
              <a:chOff x="5160963" y="4846638"/>
              <a:chExt cx="496887" cy="466725"/>
            </a:xfrm>
            <a:solidFill>
              <a:schemeClr val="accent5"/>
            </a:solidFill>
          </p:grpSpPr>
          <p:sp>
            <p:nvSpPr>
              <p:cNvPr id="55" name="Oval 55"/>
              <p:cNvSpPr>
                <a:spLocks/>
              </p:cNvSpPr>
              <p:nvPr/>
            </p:nvSpPr>
            <p:spPr bwMode="auto">
              <a:xfrm>
                <a:off x="5402263" y="5102226"/>
                <a:ext cx="60325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6" name="Freeform: Shape 56"/>
              <p:cNvSpPr>
                <a:spLocks/>
              </p:cNvSpPr>
              <p:nvPr/>
            </p:nvSpPr>
            <p:spPr bwMode="auto">
              <a:xfrm>
                <a:off x="5160963" y="4846638"/>
                <a:ext cx="496887" cy="466725"/>
              </a:xfrm>
              <a:custGeom>
                <a:avLst/>
                <a:gdLst>
                  <a:gd name="T0" fmla="*/ 116 w 132"/>
                  <a:gd name="T1" fmla="*/ 48 h 124"/>
                  <a:gd name="T2" fmla="*/ 116 w 132"/>
                  <a:gd name="T3" fmla="*/ 22 h 124"/>
                  <a:gd name="T4" fmla="*/ 104 w 132"/>
                  <a:gd name="T5" fmla="*/ 0 h 124"/>
                  <a:gd name="T6" fmla="*/ 22 w 132"/>
                  <a:gd name="T7" fmla="*/ 0 h 124"/>
                  <a:gd name="T8" fmla="*/ 0 w 132"/>
                  <a:gd name="T9" fmla="*/ 102 h 124"/>
                  <a:gd name="T10" fmla="*/ 94 w 132"/>
                  <a:gd name="T11" fmla="*/ 124 h 124"/>
                  <a:gd name="T12" fmla="*/ 116 w 132"/>
                  <a:gd name="T13" fmla="*/ 96 h 124"/>
                  <a:gd name="T14" fmla="*/ 116 w 132"/>
                  <a:gd name="T15" fmla="*/ 48 h 124"/>
                  <a:gd name="T16" fmla="*/ 88 w 132"/>
                  <a:gd name="T17" fmla="*/ 8 h 124"/>
                  <a:gd name="T18" fmla="*/ 108 w 132"/>
                  <a:gd name="T19" fmla="*/ 12 h 124"/>
                  <a:gd name="T20" fmla="*/ 108 w 132"/>
                  <a:gd name="T21" fmla="*/ 24 h 124"/>
                  <a:gd name="T22" fmla="*/ 104 w 132"/>
                  <a:gd name="T23" fmla="*/ 36 h 124"/>
                  <a:gd name="T24" fmla="*/ 104 w 132"/>
                  <a:gd name="T25" fmla="*/ 32 h 124"/>
                  <a:gd name="T26" fmla="*/ 104 w 132"/>
                  <a:gd name="T27" fmla="*/ 16 h 124"/>
                  <a:gd name="T28" fmla="*/ 16 w 132"/>
                  <a:gd name="T29" fmla="*/ 12 h 124"/>
                  <a:gd name="T30" fmla="*/ 12 w 132"/>
                  <a:gd name="T31" fmla="*/ 24 h 124"/>
                  <a:gd name="T32" fmla="*/ 8 w 132"/>
                  <a:gd name="T33" fmla="*/ 22 h 124"/>
                  <a:gd name="T34" fmla="*/ 100 w 132"/>
                  <a:gd name="T35" fmla="*/ 20 h 124"/>
                  <a:gd name="T36" fmla="*/ 16 w 132"/>
                  <a:gd name="T37" fmla="*/ 16 h 124"/>
                  <a:gd name="T38" fmla="*/ 100 w 132"/>
                  <a:gd name="T39" fmla="*/ 20 h 124"/>
                  <a:gd name="T40" fmla="*/ 100 w 132"/>
                  <a:gd name="T41" fmla="*/ 28 h 124"/>
                  <a:gd name="T42" fmla="*/ 16 w 132"/>
                  <a:gd name="T43" fmla="*/ 24 h 124"/>
                  <a:gd name="T44" fmla="*/ 100 w 132"/>
                  <a:gd name="T45" fmla="*/ 32 h 124"/>
                  <a:gd name="T46" fmla="*/ 88 w 132"/>
                  <a:gd name="T47" fmla="*/ 36 h 124"/>
                  <a:gd name="T48" fmla="*/ 16 w 132"/>
                  <a:gd name="T49" fmla="*/ 35 h 124"/>
                  <a:gd name="T50" fmla="*/ 100 w 132"/>
                  <a:gd name="T51" fmla="*/ 32 h 124"/>
                  <a:gd name="T52" fmla="*/ 94 w 132"/>
                  <a:gd name="T53" fmla="*/ 116 h 124"/>
                  <a:gd name="T54" fmla="*/ 8 w 132"/>
                  <a:gd name="T55" fmla="*/ 102 h 124"/>
                  <a:gd name="T56" fmla="*/ 22 w 132"/>
                  <a:gd name="T57" fmla="*/ 44 h 124"/>
                  <a:gd name="T58" fmla="*/ 104 w 132"/>
                  <a:gd name="T59" fmla="*/ 44 h 124"/>
                  <a:gd name="T60" fmla="*/ 108 w 132"/>
                  <a:gd name="T61" fmla="*/ 56 h 124"/>
                  <a:gd name="T62" fmla="*/ 52 w 132"/>
                  <a:gd name="T63" fmla="*/ 76 h 124"/>
                  <a:gd name="T64" fmla="*/ 108 w 132"/>
                  <a:gd name="T65" fmla="*/ 96 h 124"/>
                  <a:gd name="T66" fmla="*/ 113 w 132"/>
                  <a:gd name="T67" fmla="*/ 88 h 124"/>
                  <a:gd name="T68" fmla="*/ 60 w 132"/>
                  <a:gd name="T69" fmla="*/ 76 h 124"/>
                  <a:gd name="T70" fmla="*/ 108 w 132"/>
                  <a:gd name="T71" fmla="*/ 64 h 124"/>
                  <a:gd name="T72" fmla="*/ 115 w 132"/>
                  <a:gd name="T73" fmla="*/ 59 h 124"/>
                  <a:gd name="T74" fmla="*/ 120 w 132"/>
                  <a:gd name="T75" fmla="*/ 72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2" h="124">
                    <a:moveTo>
                      <a:pt x="116" y="48"/>
                    </a:moveTo>
                    <a:cubicBezTo>
                      <a:pt x="116" y="48"/>
                      <a:pt x="116" y="48"/>
                      <a:pt x="116" y="48"/>
                    </a:cubicBezTo>
                    <a:cubicBezTo>
                      <a:pt x="116" y="24"/>
                      <a:pt x="116" y="24"/>
                      <a:pt x="116" y="24"/>
                    </a:cubicBezTo>
                    <a:cubicBezTo>
                      <a:pt x="116" y="22"/>
                      <a:pt x="116" y="22"/>
                      <a:pt x="116" y="22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6" y="5"/>
                      <a:pt x="111" y="0"/>
                      <a:pt x="104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114"/>
                      <a:pt x="10" y="124"/>
                      <a:pt x="22" y="124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106" y="124"/>
                      <a:pt x="116" y="114"/>
                      <a:pt x="116" y="102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16" y="96"/>
                      <a:pt x="116" y="96"/>
                      <a:pt x="116" y="96"/>
                    </a:cubicBezTo>
                    <a:cubicBezTo>
                      <a:pt x="132" y="84"/>
                      <a:pt x="132" y="60"/>
                      <a:pt x="116" y="48"/>
                    </a:cubicBezTo>
                    <a:close/>
                    <a:moveTo>
                      <a:pt x="22" y="8"/>
                    </a:moveTo>
                    <a:cubicBezTo>
                      <a:pt x="88" y="8"/>
                      <a:pt x="88" y="8"/>
                      <a:pt x="88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6" y="8"/>
                      <a:pt x="108" y="10"/>
                      <a:pt x="108" y="1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08" y="37"/>
                      <a:pt x="108" y="37"/>
                      <a:pt x="108" y="37"/>
                    </a:cubicBezTo>
                    <a:cubicBezTo>
                      <a:pt x="107" y="36"/>
                      <a:pt x="105" y="36"/>
                      <a:pt x="104" y="36"/>
                    </a:cubicBezTo>
                    <a:cubicBezTo>
                      <a:pt x="104" y="36"/>
                      <a:pt x="104" y="36"/>
                      <a:pt x="104" y="36"/>
                    </a:cubicBezTo>
                    <a:cubicBezTo>
                      <a:pt x="104" y="32"/>
                      <a:pt x="104" y="32"/>
                      <a:pt x="104" y="32"/>
                    </a:cubicBezTo>
                    <a:cubicBezTo>
                      <a:pt x="104" y="24"/>
                      <a:pt x="104" y="24"/>
                      <a:pt x="104" y="24"/>
                    </a:cubicBezTo>
                    <a:cubicBezTo>
                      <a:pt x="104" y="16"/>
                      <a:pt x="104" y="16"/>
                      <a:pt x="104" y="16"/>
                    </a:cubicBezTo>
                    <a:cubicBezTo>
                      <a:pt x="104" y="14"/>
                      <a:pt x="102" y="12"/>
                      <a:pt x="100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4" y="12"/>
                      <a:pt x="12" y="14"/>
                      <a:pt x="12" y="16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0" y="29"/>
                      <a:pt x="8" y="26"/>
                      <a:pt x="8" y="22"/>
                    </a:cubicBezTo>
                    <a:cubicBezTo>
                      <a:pt x="8" y="14"/>
                      <a:pt x="14" y="8"/>
                      <a:pt x="22" y="8"/>
                    </a:cubicBezTo>
                    <a:close/>
                    <a:moveTo>
                      <a:pt x="100" y="20"/>
                    </a:move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00" y="16"/>
                      <a:pt x="100" y="16"/>
                      <a:pt x="100" y="16"/>
                    </a:cubicBezTo>
                    <a:lnTo>
                      <a:pt x="100" y="20"/>
                    </a:lnTo>
                    <a:close/>
                    <a:moveTo>
                      <a:pt x="100" y="24"/>
                    </a:moveTo>
                    <a:cubicBezTo>
                      <a:pt x="100" y="28"/>
                      <a:pt x="100" y="28"/>
                      <a:pt x="100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4"/>
                      <a:pt x="16" y="24"/>
                      <a:pt x="16" y="24"/>
                    </a:cubicBezTo>
                    <a:lnTo>
                      <a:pt x="100" y="24"/>
                    </a:lnTo>
                    <a:close/>
                    <a:moveTo>
                      <a:pt x="100" y="32"/>
                    </a:moveTo>
                    <a:cubicBezTo>
                      <a:pt x="100" y="36"/>
                      <a:pt x="100" y="36"/>
                      <a:pt x="100" y="36"/>
                    </a:cubicBezTo>
                    <a:cubicBezTo>
                      <a:pt x="88" y="36"/>
                      <a:pt x="88" y="36"/>
                      <a:pt x="88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0" y="36"/>
                      <a:pt x="18" y="35"/>
                      <a:pt x="16" y="35"/>
                    </a:cubicBezTo>
                    <a:cubicBezTo>
                      <a:pt x="16" y="32"/>
                      <a:pt x="16" y="32"/>
                      <a:pt x="16" y="32"/>
                    </a:cubicBezTo>
                    <a:lnTo>
                      <a:pt x="100" y="32"/>
                    </a:lnTo>
                    <a:close/>
                    <a:moveTo>
                      <a:pt x="108" y="102"/>
                    </a:moveTo>
                    <a:cubicBezTo>
                      <a:pt x="108" y="110"/>
                      <a:pt x="102" y="116"/>
                      <a:pt x="94" y="116"/>
                    </a:cubicBezTo>
                    <a:cubicBezTo>
                      <a:pt x="22" y="116"/>
                      <a:pt x="22" y="116"/>
                      <a:pt x="22" y="116"/>
                    </a:cubicBezTo>
                    <a:cubicBezTo>
                      <a:pt x="14" y="116"/>
                      <a:pt x="8" y="110"/>
                      <a:pt x="8" y="102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12" y="42"/>
                      <a:pt x="17" y="44"/>
                      <a:pt x="22" y="44"/>
                    </a:cubicBezTo>
                    <a:cubicBezTo>
                      <a:pt x="88" y="44"/>
                      <a:pt x="88" y="44"/>
                      <a:pt x="88" y="44"/>
                    </a:cubicBezTo>
                    <a:cubicBezTo>
                      <a:pt x="104" y="44"/>
                      <a:pt x="104" y="44"/>
                      <a:pt x="104" y="44"/>
                    </a:cubicBezTo>
                    <a:cubicBezTo>
                      <a:pt x="106" y="44"/>
                      <a:pt x="108" y="46"/>
                      <a:pt x="108" y="48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61" y="56"/>
                      <a:pt x="52" y="65"/>
                      <a:pt x="52" y="76"/>
                    </a:cubicBezTo>
                    <a:cubicBezTo>
                      <a:pt x="52" y="87"/>
                      <a:pt x="61" y="96"/>
                      <a:pt x="72" y="96"/>
                    </a:cubicBezTo>
                    <a:cubicBezTo>
                      <a:pt x="108" y="96"/>
                      <a:pt x="108" y="96"/>
                      <a:pt x="108" y="96"/>
                    </a:cubicBezTo>
                    <a:lnTo>
                      <a:pt x="108" y="102"/>
                    </a:lnTo>
                    <a:close/>
                    <a:moveTo>
                      <a:pt x="113" y="88"/>
                    </a:moveTo>
                    <a:cubicBezTo>
                      <a:pt x="72" y="88"/>
                      <a:pt x="72" y="88"/>
                      <a:pt x="72" y="88"/>
                    </a:cubicBezTo>
                    <a:cubicBezTo>
                      <a:pt x="65" y="88"/>
                      <a:pt x="60" y="83"/>
                      <a:pt x="60" y="76"/>
                    </a:cubicBezTo>
                    <a:cubicBezTo>
                      <a:pt x="60" y="69"/>
                      <a:pt x="65" y="64"/>
                      <a:pt x="72" y="64"/>
                    </a:cubicBezTo>
                    <a:cubicBezTo>
                      <a:pt x="108" y="64"/>
                      <a:pt x="108" y="64"/>
                      <a:pt x="108" y="64"/>
                    </a:cubicBezTo>
                    <a:cubicBezTo>
                      <a:pt x="110" y="64"/>
                      <a:pt x="113" y="63"/>
                      <a:pt x="114" y="61"/>
                    </a:cubicBezTo>
                    <a:cubicBezTo>
                      <a:pt x="115" y="60"/>
                      <a:pt x="115" y="60"/>
                      <a:pt x="115" y="59"/>
                    </a:cubicBezTo>
                    <a:cubicBezTo>
                      <a:pt x="115" y="59"/>
                      <a:pt x="116" y="59"/>
                      <a:pt x="116" y="59"/>
                    </a:cubicBezTo>
                    <a:cubicBezTo>
                      <a:pt x="118" y="62"/>
                      <a:pt x="120" y="67"/>
                      <a:pt x="120" y="72"/>
                    </a:cubicBezTo>
                    <a:cubicBezTo>
                      <a:pt x="120" y="78"/>
                      <a:pt x="118" y="84"/>
                      <a:pt x="113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31" name="Group 108"/>
            <p:cNvGrpSpPr/>
            <p:nvPr/>
          </p:nvGrpSpPr>
          <p:grpSpPr>
            <a:xfrm>
              <a:off x="1406151" y="1507328"/>
              <a:ext cx="2390062" cy="834588"/>
              <a:chOff x="2100456" y="1829593"/>
              <a:chExt cx="2130757" cy="834588"/>
            </a:xfrm>
          </p:grpSpPr>
          <p:sp>
            <p:nvSpPr>
              <p:cNvPr id="53" name="Rectangle 109"/>
              <p:cNvSpPr/>
              <p:nvPr/>
            </p:nvSpPr>
            <p:spPr>
              <a:xfrm>
                <a:off x="2100456" y="2137370"/>
                <a:ext cx="2130757" cy="526811"/>
              </a:xfrm>
              <a:prstGeom prst="rect">
                <a:avLst/>
              </a:prstGeom>
            </p:spPr>
            <p:txBody>
              <a:bodyPr wrap="square" lIns="360000" anchor="t" anchorCtr="0">
                <a:normAutofit fontScale="92500" lnSpcReduction="100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4" name="TextBox 110"/>
              <p:cNvSpPr txBox="1"/>
              <p:nvPr/>
            </p:nvSpPr>
            <p:spPr>
              <a:xfrm>
                <a:off x="2104276" y="1829593"/>
                <a:ext cx="1366740" cy="307777"/>
              </a:xfrm>
              <a:prstGeom prst="rect">
                <a:avLst/>
              </a:prstGeom>
              <a:noFill/>
            </p:spPr>
            <p:txBody>
              <a:bodyPr wrap="none" lIns="360000" anchor="b" anchorCtr="0"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STEP</a:t>
                </a:r>
                <a:r>
                  <a:rPr kumimoji="0" lang="tr-TR" altLang="zh-CN" sz="1400" b="1" i="0" u="none" strike="noStrike" kern="1200" cap="none" spc="0" normalizeH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 01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cxnSp>
          <p:nvCxnSpPr>
            <p:cNvPr id="32" name="Straight Connector 12"/>
            <p:cNvCxnSpPr/>
            <p:nvPr/>
          </p:nvCxnSpPr>
          <p:spPr>
            <a:xfrm>
              <a:off x="4080182" y="4922864"/>
              <a:ext cx="0" cy="71341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reeform: Shape 16"/>
            <p:cNvSpPr>
              <a:spLocks/>
            </p:cNvSpPr>
            <p:nvPr/>
          </p:nvSpPr>
          <p:spPr bwMode="auto">
            <a:xfrm>
              <a:off x="826617" y="5017503"/>
              <a:ext cx="522355" cy="524139"/>
            </a:xfrm>
            <a:custGeom>
              <a:avLst/>
              <a:gdLst>
                <a:gd name="T0" fmla="*/ 0 w 124"/>
                <a:gd name="T1" fmla="*/ 62 h 124"/>
                <a:gd name="T2" fmla="*/ 124 w 124"/>
                <a:gd name="T3" fmla="*/ 62 h 124"/>
                <a:gd name="T4" fmla="*/ 116 w 124"/>
                <a:gd name="T5" fmla="*/ 60 h 124"/>
                <a:gd name="T6" fmla="*/ 87 w 124"/>
                <a:gd name="T7" fmla="*/ 35 h 124"/>
                <a:gd name="T8" fmla="*/ 116 w 124"/>
                <a:gd name="T9" fmla="*/ 60 h 124"/>
                <a:gd name="T10" fmla="*/ 43 w 124"/>
                <a:gd name="T11" fmla="*/ 95 h 124"/>
                <a:gd name="T12" fmla="*/ 60 w 124"/>
                <a:gd name="T13" fmla="*/ 116 h 124"/>
                <a:gd name="T14" fmla="*/ 64 w 124"/>
                <a:gd name="T15" fmla="*/ 8 h 124"/>
                <a:gd name="T16" fmla="*/ 64 w 124"/>
                <a:gd name="T17" fmla="*/ 36 h 124"/>
                <a:gd name="T18" fmla="*/ 64 w 124"/>
                <a:gd name="T19" fmla="*/ 8 h 124"/>
                <a:gd name="T20" fmla="*/ 100 w 124"/>
                <a:gd name="T21" fmla="*/ 23 h 124"/>
                <a:gd name="T22" fmla="*/ 71 w 124"/>
                <a:gd name="T23" fmla="*/ 9 h 124"/>
                <a:gd name="T24" fmla="*/ 60 w 124"/>
                <a:gd name="T25" fmla="*/ 36 h 124"/>
                <a:gd name="T26" fmla="*/ 60 w 124"/>
                <a:gd name="T27" fmla="*/ 8 h 124"/>
                <a:gd name="T28" fmla="*/ 38 w 124"/>
                <a:gd name="T29" fmla="*/ 31 h 124"/>
                <a:gd name="T30" fmla="*/ 53 w 124"/>
                <a:gd name="T31" fmla="*/ 9 h 124"/>
                <a:gd name="T32" fmla="*/ 40 w 124"/>
                <a:gd name="T33" fmla="*/ 36 h 124"/>
                <a:gd name="T34" fmla="*/ 60 w 124"/>
                <a:gd name="T35" fmla="*/ 60 h 124"/>
                <a:gd name="T36" fmla="*/ 40 w 124"/>
                <a:gd name="T37" fmla="*/ 36 h 124"/>
                <a:gd name="T38" fmla="*/ 60 w 124"/>
                <a:gd name="T39" fmla="*/ 88 h 124"/>
                <a:gd name="T40" fmla="*/ 36 w 124"/>
                <a:gd name="T41" fmla="*/ 64 h 124"/>
                <a:gd name="T42" fmla="*/ 53 w 124"/>
                <a:gd name="T43" fmla="*/ 115 h 124"/>
                <a:gd name="T44" fmla="*/ 40 w 124"/>
                <a:gd name="T45" fmla="*/ 96 h 124"/>
                <a:gd name="T46" fmla="*/ 64 w 124"/>
                <a:gd name="T47" fmla="*/ 116 h 124"/>
                <a:gd name="T48" fmla="*/ 81 w 124"/>
                <a:gd name="T49" fmla="*/ 95 h 124"/>
                <a:gd name="T50" fmla="*/ 64 w 124"/>
                <a:gd name="T51" fmla="*/ 116 h 124"/>
                <a:gd name="T52" fmla="*/ 97 w 124"/>
                <a:gd name="T53" fmla="*/ 103 h 124"/>
                <a:gd name="T54" fmla="*/ 84 w 124"/>
                <a:gd name="T55" fmla="*/ 96 h 124"/>
                <a:gd name="T56" fmla="*/ 64 w 124"/>
                <a:gd name="T57" fmla="*/ 88 h 124"/>
                <a:gd name="T58" fmla="*/ 88 w 124"/>
                <a:gd name="T59" fmla="*/ 64 h 124"/>
                <a:gd name="T60" fmla="*/ 64 w 124"/>
                <a:gd name="T61" fmla="*/ 60 h 124"/>
                <a:gd name="T62" fmla="*/ 84 w 124"/>
                <a:gd name="T63" fmla="*/ 36 h 124"/>
                <a:gd name="T64" fmla="*/ 64 w 124"/>
                <a:gd name="T65" fmla="*/ 60 h 124"/>
                <a:gd name="T66" fmla="*/ 37 w 124"/>
                <a:gd name="T67" fmla="*/ 35 h 124"/>
                <a:gd name="T68" fmla="*/ 8 w 124"/>
                <a:gd name="T69" fmla="*/ 60 h 124"/>
                <a:gd name="T70" fmla="*/ 8 w 124"/>
                <a:gd name="T71" fmla="*/ 64 h 124"/>
                <a:gd name="T72" fmla="*/ 38 w 124"/>
                <a:gd name="T73" fmla="*/ 93 h 124"/>
                <a:gd name="T74" fmla="*/ 8 w 124"/>
                <a:gd name="T75" fmla="*/ 64 h 124"/>
                <a:gd name="T76" fmla="*/ 86 w 124"/>
                <a:gd name="T77" fmla="*/ 93 h 124"/>
                <a:gd name="T78" fmla="*/ 116 w 124"/>
                <a:gd name="T79" fmla="*/ 6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4" h="124">
                  <a:moveTo>
                    <a:pt x="62" y="0"/>
                  </a:moveTo>
                  <a:cubicBezTo>
                    <a:pt x="28" y="0"/>
                    <a:pt x="0" y="28"/>
                    <a:pt x="0" y="62"/>
                  </a:cubicBezTo>
                  <a:cubicBezTo>
                    <a:pt x="0" y="96"/>
                    <a:pt x="28" y="124"/>
                    <a:pt x="62" y="124"/>
                  </a:cubicBezTo>
                  <a:cubicBezTo>
                    <a:pt x="96" y="124"/>
                    <a:pt x="124" y="96"/>
                    <a:pt x="124" y="62"/>
                  </a:cubicBezTo>
                  <a:cubicBezTo>
                    <a:pt x="124" y="28"/>
                    <a:pt x="96" y="0"/>
                    <a:pt x="62" y="0"/>
                  </a:cubicBezTo>
                  <a:close/>
                  <a:moveTo>
                    <a:pt x="116" y="60"/>
                  </a:moveTo>
                  <a:cubicBezTo>
                    <a:pt x="92" y="60"/>
                    <a:pt x="92" y="60"/>
                    <a:pt x="92" y="60"/>
                  </a:cubicBezTo>
                  <a:cubicBezTo>
                    <a:pt x="92" y="51"/>
                    <a:pt x="90" y="43"/>
                    <a:pt x="87" y="35"/>
                  </a:cubicBezTo>
                  <a:cubicBezTo>
                    <a:pt x="93" y="33"/>
                    <a:pt x="98" y="30"/>
                    <a:pt x="102" y="26"/>
                  </a:cubicBezTo>
                  <a:cubicBezTo>
                    <a:pt x="110" y="35"/>
                    <a:pt x="115" y="47"/>
                    <a:pt x="116" y="60"/>
                  </a:cubicBezTo>
                  <a:close/>
                  <a:moveTo>
                    <a:pt x="60" y="116"/>
                  </a:moveTo>
                  <a:cubicBezTo>
                    <a:pt x="53" y="110"/>
                    <a:pt x="48" y="103"/>
                    <a:pt x="43" y="95"/>
                  </a:cubicBezTo>
                  <a:cubicBezTo>
                    <a:pt x="49" y="93"/>
                    <a:pt x="54" y="92"/>
                    <a:pt x="60" y="92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0" y="116"/>
                    <a:pt x="60" y="116"/>
                    <a:pt x="60" y="116"/>
                  </a:cubicBezTo>
                  <a:close/>
                  <a:moveTo>
                    <a:pt x="64" y="8"/>
                  </a:moveTo>
                  <a:cubicBezTo>
                    <a:pt x="72" y="14"/>
                    <a:pt x="78" y="23"/>
                    <a:pt x="82" y="33"/>
                  </a:cubicBezTo>
                  <a:cubicBezTo>
                    <a:pt x="76" y="35"/>
                    <a:pt x="70" y="36"/>
                    <a:pt x="64" y="36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lose/>
                  <a:moveTo>
                    <a:pt x="71" y="9"/>
                  </a:moveTo>
                  <a:cubicBezTo>
                    <a:pt x="82" y="11"/>
                    <a:pt x="92" y="16"/>
                    <a:pt x="100" y="23"/>
                  </a:cubicBezTo>
                  <a:cubicBezTo>
                    <a:pt x="95" y="26"/>
                    <a:pt x="91" y="29"/>
                    <a:pt x="86" y="31"/>
                  </a:cubicBezTo>
                  <a:cubicBezTo>
                    <a:pt x="82" y="23"/>
                    <a:pt x="77" y="15"/>
                    <a:pt x="71" y="9"/>
                  </a:cubicBezTo>
                  <a:close/>
                  <a:moveTo>
                    <a:pt x="60" y="8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54" y="36"/>
                    <a:pt x="48" y="35"/>
                    <a:pt x="42" y="33"/>
                  </a:cubicBezTo>
                  <a:cubicBezTo>
                    <a:pt x="46" y="23"/>
                    <a:pt x="52" y="14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lose/>
                  <a:moveTo>
                    <a:pt x="38" y="31"/>
                  </a:moveTo>
                  <a:cubicBezTo>
                    <a:pt x="33" y="29"/>
                    <a:pt x="29" y="26"/>
                    <a:pt x="24" y="23"/>
                  </a:cubicBezTo>
                  <a:cubicBezTo>
                    <a:pt x="32" y="16"/>
                    <a:pt x="42" y="11"/>
                    <a:pt x="53" y="9"/>
                  </a:cubicBezTo>
                  <a:cubicBezTo>
                    <a:pt x="47" y="15"/>
                    <a:pt x="42" y="23"/>
                    <a:pt x="38" y="31"/>
                  </a:cubicBezTo>
                  <a:close/>
                  <a:moveTo>
                    <a:pt x="40" y="36"/>
                  </a:moveTo>
                  <a:cubicBezTo>
                    <a:pt x="47" y="38"/>
                    <a:pt x="53" y="40"/>
                    <a:pt x="60" y="4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52"/>
                    <a:pt x="38" y="44"/>
                    <a:pt x="40" y="36"/>
                  </a:cubicBezTo>
                  <a:close/>
                  <a:moveTo>
                    <a:pt x="60" y="64"/>
                  </a:moveTo>
                  <a:cubicBezTo>
                    <a:pt x="60" y="88"/>
                    <a:pt x="60" y="88"/>
                    <a:pt x="60" y="88"/>
                  </a:cubicBezTo>
                  <a:cubicBezTo>
                    <a:pt x="54" y="88"/>
                    <a:pt x="48" y="89"/>
                    <a:pt x="42" y="91"/>
                  </a:cubicBezTo>
                  <a:cubicBezTo>
                    <a:pt x="38" y="83"/>
                    <a:pt x="36" y="74"/>
                    <a:pt x="36" y="64"/>
                  </a:cubicBezTo>
                  <a:lnTo>
                    <a:pt x="60" y="64"/>
                  </a:lnTo>
                  <a:close/>
                  <a:moveTo>
                    <a:pt x="53" y="115"/>
                  </a:moveTo>
                  <a:cubicBezTo>
                    <a:pt x="43" y="114"/>
                    <a:pt x="34" y="109"/>
                    <a:pt x="27" y="103"/>
                  </a:cubicBezTo>
                  <a:cubicBezTo>
                    <a:pt x="31" y="100"/>
                    <a:pt x="35" y="98"/>
                    <a:pt x="40" y="96"/>
                  </a:cubicBezTo>
                  <a:cubicBezTo>
                    <a:pt x="43" y="103"/>
                    <a:pt x="48" y="110"/>
                    <a:pt x="53" y="115"/>
                  </a:cubicBezTo>
                  <a:close/>
                  <a:moveTo>
                    <a:pt x="64" y="116"/>
                  </a:moveTo>
                  <a:cubicBezTo>
                    <a:pt x="64" y="92"/>
                    <a:pt x="64" y="92"/>
                    <a:pt x="64" y="92"/>
                  </a:cubicBezTo>
                  <a:cubicBezTo>
                    <a:pt x="70" y="92"/>
                    <a:pt x="75" y="93"/>
                    <a:pt x="81" y="95"/>
                  </a:cubicBezTo>
                  <a:cubicBezTo>
                    <a:pt x="76" y="103"/>
                    <a:pt x="71" y="110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lose/>
                  <a:moveTo>
                    <a:pt x="84" y="96"/>
                  </a:moveTo>
                  <a:cubicBezTo>
                    <a:pt x="89" y="98"/>
                    <a:pt x="93" y="100"/>
                    <a:pt x="97" y="103"/>
                  </a:cubicBezTo>
                  <a:cubicBezTo>
                    <a:pt x="90" y="109"/>
                    <a:pt x="81" y="114"/>
                    <a:pt x="71" y="115"/>
                  </a:cubicBezTo>
                  <a:cubicBezTo>
                    <a:pt x="76" y="110"/>
                    <a:pt x="81" y="103"/>
                    <a:pt x="84" y="96"/>
                  </a:cubicBezTo>
                  <a:close/>
                  <a:moveTo>
                    <a:pt x="82" y="91"/>
                  </a:moveTo>
                  <a:cubicBezTo>
                    <a:pt x="76" y="89"/>
                    <a:pt x="70" y="88"/>
                    <a:pt x="64" y="88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74"/>
                    <a:pt x="86" y="83"/>
                    <a:pt x="82" y="91"/>
                  </a:cubicBezTo>
                  <a:close/>
                  <a:moveTo>
                    <a:pt x="64" y="60"/>
                  </a:moveTo>
                  <a:cubicBezTo>
                    <a:pt x="64" y="40"/>
                    <a:pt x="64" y="40"/>
                    <a:pt x="64" y="40"/>
                  </a:cubicBezTo>
                  <a:cubicBezTo>
                    <a:pt x="71" y="40"/>
                    <a:pt x="77" y="38"/>
                    <a:pt x="84" y="36"/>
                  </a:cubicBezTo>
                  <a:cubicBezTo>
                    <a:pt x="86" y="44"/>
                    <a:pt x="88" y="52"/>
                    <a:pt x="88" y="60"/>
                  </a:cubicBezTo>
                  <a:lnTo>
                    <a:pt x="64" y="60"/>
                  </a:lnTo>
                  <a:close/>
                  <a:moveTo>
                    <a:pt x="22" y="26"/>
                  </a:moveTo>
                  <a:cubicBezTo>
                    <a:pt x="26" y="30"/>
                    <a:pt x="31" y="33"/>
                    <a:pt x="37" y="35"/>
                  </a:cubicBezTo>
                  <a:cubicBezTo>
                    <a:pt x="34" y="43"/>
                    <a:pt x="32" y="51"/>
                    <a:pt x="32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47"/>
                    <a:pt x="14" y="35"/>
                    <a:pt x="22" y="26"/>
                  </a:cubicBezTo>
                  <a:close/>
                  <a:moveTo>
                    <a:pt x="8" y="64"/>
                  </a:moveTo>
                  <a:cubicBezTo>
                    <a:pt x="32" y="64"/>
                    <a:pt x="32" y="64"/>
                    <a:pt x="32" y="64"/>
                  </a:cubicBezTo>
                  <a:cubicBezTo>
                    <a:pt x="32" y="74"/>
                    <a:pt x="34" y="84"/>
                    <a:pt x="38" y="93"/>
                  </a:cubicBezTo>
                  <a:cubicBezTo>
                    <a:pt x="33" y="95"/>
                    <a:pt x="28" y="97"/>
                    <a:pt x="24" y="100"/>
                  </a:cubicBezTo>
                  <a:cubicBezTo>
                    <a:pt x="15" y="91"/>
                    <a:pt x="9" y="78"/>
                    <a:pt x="8" y="64"/>
                  </a:cubicBezTo>
                  <a:close/>
                  <a:moveTo>
                    <a:pt x="100" y="100"/>
                  </a:moveTo>
                  <a:cubicBezTo>
                    <a:pt x="96" y="97"/>
                    <a:pt x="91" y="95"/>
                    <a:pt x="86" y="93"/>
                  </a:cubicBezTo>
                  <a:cubicBezTo>
                    <a:pt x="90" y="84"/>
                    <a:pt x="92" y="74"/>
                    <a:pt x="92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5" y="78"/>
                    <a:pt x="109" y="91"/>
                    <a:pt x="100" y="1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34" name="Group 111"/>
            <p:cNvGrpSpPr/>
            <p:nvPr/>
          </p:nvGrpSpPr>
          <p:grpSpPr>
            <a:xfrm>
              <a:off x="1348972" y="4862278"/>
              <a:ext cx="2390062" cy="834588"/>
              <a:chOff x="2100456" y="1829593"/>
              <a:chExt cx="2130757" cy="834588"/>
            </a:xfrm>
          </p:grpSpPr>
          <p:sp>
            <p:nvSpPr>
              <p:cNvPr id="51" name="Rectangle 112"/>
              <p:cNvSpPr/>
              <p:nvPr/>
            </p:nvSpPr>
            <p:spPr>
              <a:xfrm>
                <a:off x="2100456" y="2137370"/>
                <a:ext cx="2130757" cy="526811"/>
              </a:xfrm>
              <a:prstGeom prst="rect">
                <a:avLst/>
              </a:prstGeom>
            </p:spPr>
            <p:txBody>
              <a:bodyPr wrap="square" lIns="360000" anchor="t" anchorCtr="0">
                <a:normAutofit fontScale="92500" lnSpcReduction="100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2" name="TextBox 113"/>
              <p:cNvSpPr txBox="1"/>
              <p:nvPr/>
            </p:nvSpPr>
            <p:spPr>
              <a:xfrm>
                <a:off x="2104276" y="1829593"/>
                <a:ext cx="1366740" cy="307777"/>
              </a:xfrm>
              <a:prstGeom prst="rect">
                <a:avLst/>
              </a:prstGeom>
              <a:noFill/>
            </p:spPr>
            <p:txBody>
              <a:bodyPr wrap="none" lIns="360000" anchor="b" anchorCtr="0"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STEP 04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cxnSp>
          <p:nvCxnSpPr>
            <p:cNvPr id="35" name="Straight Connector 28"/>
            <p:cNvCxnSpPr/>
            <p:nvPr/>
          </p:nvCxnSpPr>
          <p:spPr>
            <a:xfrm>
              <a:off x="4080182" y="2686231"/>
              <a:ext cx="0" cy="71341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50"/>
            <p:cNvGrpSpPr/>
            <p:nvPr/>
          </p:nvGrpSpPr>
          <p:grpSpPr>
            <a:xfrm>
              <a:off x="888121" y="2829398"/>
              <a:ext cx="425678" cy="427083"/>
              <a:chOff x="4198938" y="2905126"/>
              <a:chExt cx="481012" cy="482600"/>
            </a:xfrm>
            <a:solidFill>
              <a:schemeClr val="accent3"/>
            </a:solidFill>
          </p:grpSpPr>
          <p:sp>
            <p:nvSpPr>
              <p:cNvPr id="48" name="Freeform: Shape 51"/>
              <p:cNvSpPr>
                <a:spLocks/>
              </p:cNvSpPr>
              <p:nvPr/>
            </p:nvSpPr>
            <p:spPr bwMode="auto">
              <a:xfrm>
                <a:off x="4198938" y="2905126"/>
                <a:ext cx="150812" cy="482600"/>
              </a:xfrm>
              <a:custGeom>
                <a:avLst/>
                <a:gdLst>
                  <a:gd name="T0" fmla="*/ 32 w 40"/>
                  <a:gd name="T1" fmla="*/ 24 h 128"/>
                  <a:gd name="T2" fmla="*/ 32 w 40"/>
                  <a:gd name="T3" fmla="*/ 12 h 128"/>
                  <a:gd name="T4" fmla="*/ 20 w 40"/>
                  <a:gd name="T5" fmla="*/ 0 h 128"/>
                  <a:gd name="T6" fmla="*/ 8 w 40"/>
                  <a:gd name="T7" fmla="*/ 12 h 128"/>
                  <a:gd name="T8" fmla="*/ 8 w 40"/>
                  <a:gd name="T9" fmla="*/ 24 h 128"/>
                  <a:gd name="T10" fmla="*/ 0 w 40"/>
                  <a:gd name="T11" fmla="*/ 40 h 128"/>
                  <a:gd name="T12" fmla="*/ 8 w 40"/>
                  <a:gd name="T13" fmla="*/ 56 h 128"/>
                  <a:gd name="T14" fmla="*/ 8 w 40"/>
                  <a:gd name="T15" fmla="*/ 116 h 128"/>
                  <a:gd name="T16" fmla="*/ 20 w 40"/>
                  <a:gd name="T17" fmla="*/ 128 h 128"/>
                  <a:gd name="T18" fmla="*/ 32 w 40"/>
                  <a:gd name="T19" fmla="*/ 116 h 128"/>
                  <a:gd name="T20" fmla="*/ 32 w 40"/>
                  <a:gd name="T21" fmla="*/ 56 h 128"/>
                  <a:gd name="T22" fmla="*/ 40 w 40"/>
                  <a:gd name="T23" fmla="*/ 40 h 128"/>
                  <a:gd name="T24" fmla="*/ 32 w 40"/>
                  <a:gd name="T25" fmla="*/ 24 h 128"/>
                  <a:gd name="T26" fmla="*/ 16 w 40"/>
                  <a:gd name="T27" fmla="*/ 12 h 128"/>
                  <a:gd name="T28" fmla="*/ 20 w 40"/>
                  <a:gd name="T29" fmla="*/ 8 h 128"/>
                  <a:gd name="T30" fmla="*/ 24 w 40"/>
                  <a:gd name="T31" fmla="*/ 12 h 128"/>
                  <a:gd name="T32" fmla="*/ 24 w 40"/>
                  <a:gd name="T33" fmla="*/ 20 h 128"/>
                  <a:gd name="T34" fmla="*/ 20 w 40"/>
                  <a:gd name="T35" fmla="*/ 20 h 128"/>
                  <a:gd name="T36" fmla="*/ 16 w 40"/>
                  <a:gd name="T37" fmla="*/ 20 h 128"/>
                  <a:gd name="T38" fmla="*/ 16 w 40"/>
                  <a:gd name="T39" fmla="*/ 12 h 128"/>
                  <a:gd name="T40" fmla="*/ 24 w 40"/>
                  <a:gd name="T41" fmla="*/ 116 h 128"/>
                  <a:gd name="T42" fmla="*/ 20 w 40"/>
                  <a:gd name="T43" fmla="*/ 120 h 128"/>
                  <a:gd name="T44" fmla="*/ 16 w 40"/>
                  <a:gd name="T45" fmla="*/ 116 h 128"/>
                  <a:gd name="T46" fmla="*/ 16 w 40"/>
                  <a:gd name="T47" fmla="*/ 60 h 128"/>
                  <a:gd name="T48" fmla="*/ 20 w 40"/>
                  <a:gd name="T49" fmla="*/ 60 h 128"/>
                  <a:gd name="T50" fmla="*/ 24 w 40"/>
                  <a:gd name="T51" fmla="*/ 60 h 128"/>
                  <a:gd name="T52" fmla="*/ 24 w 40"/>
                  <a:gd name="T53" fmla="*/ 116 h 128"/>
                  <a:gd name="T54" fmla="*/ 31 w 40"/>
                  <a:gd name="T55" fmla="*/ 43 h 128"/>
                  <a:gd name="T56" fmla="*/ 31 w 40"/>
                  <a:gd name="T57" fmla="*/ 44 h 128"/>
                  <a:gd name="T58" fmla="*/ 30 w 40"/>
                  <a:gd name="T59" fmla="*/ 47 h 128"/>
                  <a:gd name="T60" fmla="*/ 30 w 40"/>
                  <a:gd name="T61" fmla="*/ 47 h 128"/>
                  <a:gd name="T62" fmla="*/ 27 w 40"/>
                  <a:gd name="T63" fmla="*/ 50 h 128"/>
                  <a:gd name="T64" fmla="*/ 27 w 40"/>
                  <a:gd name="T65" fmla="*/ 50 h 128"/>
                  <a:gd name="T66" fmla="*/ 24 w 40"/>
                  <a:gd name="T67" fmla="*/ 51 h 128"/>
                  <a:gd name="T68" fmla="*/ 20 w 40"/>
                  <a:gd name="T69" fmla="*/ 52 h 128"/>
                  <a:gd name="T70" fmla="*/ 16 w 40"/>
                  <a:gd name="T71" fmla="*/ 51 h 128"/>
                  <a:gd name="T72" fmla="*/ 13 w 40"/>
                  <a:gd name="T73" fmla="*/ 50 h 128"/>
                  <a:gd name="T74" fmla="*/ 13 w 40"/>
                  <a:gd name="T75" fmla="*/ 50 h 128"/>
                  <a:gd name="T76" fmla="*/ 10 w 40"/>
                  <a:gd name="T77" fmla="*/ 47 h 128"/>
                  <a:gd name="T78" fmla="*/ 10 w 40"/>
                  <a:gd name="T79" fmla="*/ 47 h 128"/>
                  <a:gd name="T80" fmla="*/ 9 w 40"/>
                  <a:gd name="T81" fmla="*/ 44 h 128"/>
                  <a:gd name="T82" fmla="*/ 9 w 40"/>
                  <a:gd name="T83" fmla="*/ 43 h 128"/>
                  <a:gd name="T84" fmla="*/ 8 w 40"/>
                  <a:gd name="T85" fmla="*/ 40 h 128"/>
                  <a:gd name="T86" fmla="*/ 9 w 40"/>
                  <a:gd name="T87" fmla="*/ 37 h 128"/>
                  <a:gd name="T88" fmla="*/ 9 w 40"/>
                  <a:gd name="T89" fmla="*/ 36 h 128"/>
                  <a:gd name="T90" fmla="*/ 10 w 40"/>
                  <a:gd name="T91" fmla="*/ 33 h 128"/>
                  <a:gd name="T92" fmla="*/ 10 w 40"/>
                  <a:gd name="T93" fmla="*/ 33 h 128"/>
                  <a:gd name="T94" fmla="*/ 13 w 40"/>
                  <a:gd name="T95" fmla="*/ 30 h 128"/>
                  <a:gd name="T96" fmla="*/ 13 w 40"/>
                  <a:gd name="T97" fmla="*/ 30 h 128"/>
                  <a:gd name="T98" fmla="*/ 16 w 40"/>
                  <a:gd name="T99" fmla="*/ 29 h 128"/>
                  <a:gd name="T100" fmla="*/ 20 w 40"/>
                  <a:gd name="T101" fmla="*/ 28 h 128"/>
                  <a:gd name="T102" fmla="*/ 24 w 40"/>
                  <a:gd name="T103" fmla="*/ 29 h 128"/>
                  <a:gd name="T104" fmla="*/ 27 w 40"/>
                  <a:gd name="T105" fmla="*/ 30 h 128"/>
                  <a:gd name="T106" fmla="*/ 27 w 40"/>
                  <a:gd name="T107" fmla="*/ 30 h 128"/>
                  <a:gd name="T108" fmla="*/ 30 w 40"/>
                  <a:gd name="T109" fmla="*/ 33 h 128"/>
                  <a:gd name="T110" fmla="*/ 30 w 40"/>
                  <a:gd name="T111" fmla="*/ 33 h 128"/>
                  <a:gd name="T112" fmla="*/ 31 w 40"/>
                  <a:gd name="T113" fmla="*/ 36 h 128"/>
                  <a:gd name="T114" fmla="*/ 31 w 40"/>
                  <a:gd name="T115" fmla="*/ 37 h 128"/>
                  <a:gd name="T116" fmla="*/ 32 w 40"/>
                  <a:gd name="T117" fmla="*/ 40 h 128"/>
                  <a:gd name="T118" fmla="*/ 31 w 40"/>
                  <a:gd name="T119" fmla="*/ 43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0" h="128">
                    <a:moveTo>
                      <a:pt x="32" y="24"/>
                    </a:move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27" y="0"/>
                      <a:pt x="20" y="0"/>
                    </a:cubicBezTo>
                    <a:cubicBezTo>
                      <a:pt x="13" y="0"/>
                      <a:pt x="8" y="5"/>
                      <a:pt x="8" y="1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3" y="28"/>
                      <a:pt x="0" y="33"/>
                      <a:pt x="0" y="40"/>
                    </a:cubicBezTo>
                    <a:cubicBezTo>
                      <a:pt x="0" y="47"/>
                      <a:pt x="3" y="52"/>
                      <a:pt x="8" y="56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8" y="123"/>
                      <a:pt x="13" y="128"/>
                      <a:pt x="20" y="128"/>
                    </a:cubicBezTo>
                    <a:cubicBezTo>
                      <a:pt x="27" y="128"/>
                      <a:pt x="32" y="123"/>
                      <a:pt x="32" y="116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7" y="52"/>
                      <a:pt x="40" y="47"/>
                      <a:pt x="40" y="40"/>
                    </a:cubicBezTo>
                    <a:cubicBezTo>
                      <a:pt x="40" y="33"/>
                      <a:pt x="37" y="28"/>
                      <a:pt x="32" y="24"/>
                    </a:cubicBezTo>
                    <a:close/>
                    <a:moveTo>
                      <a:pt x="16" y="12"/>
                    </a:moveTo>
                    <a:cubicBezTo>
                      <a:pt x="16" y="10"/>
                      <a:pt x="18" y="8"/>
                      <a:pt x="20" y="8"/>
                    </a:cubicBezTo>
                    <a:cubicBezTo>
                      <a:pt x="22" y="8"/>
                      <a:pt x="24" y="10"/>
                      <a:pt x="24" y="12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3" y="20"/>
                      <a:pt x="21" y="20"/>
                      <a:pt x="20" y="20"/>
                    </a:cubicBezTo>
                    <a:cubicBezTo>
                      <a:pt x="19" y="20"/>
                      <a:pt x="17" y="20"/>
                      <a:pt x="16" y="20"/>
                    </a:cubicBezTo>
                    <a:lnTo>
                      <a:pt x="16" y="12"/>
                    </a:lnTo>
                    <a:close/>
                    <a:moveTo>
                      <a:pt x="24" y="116"/>
                    </a:moveTo>
                    <a:cubicBezTo>
                      <a:pt x="24" y="118"/>
                      <a:pt x="22" y="120"/>
                      <a:pt x="20" y="120"/>
                    </a:cubicBezTo>
                    <a:cubicBezTo>
                      <a:pt x="18" y="120"/>
                      <a:pt x="16" y="118"/>
                      <a:pt x="16" y="116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17" y="60"/>
                      <a:pt x="19" y="60"/>
                      <a:pt x="20" y="60"/>
                    </a:cubicBezTo>
                    <a:cubicBezTo>
                      <a:pt x="21" y="60"/>
                      <a:pt x="23" y="60"/>
                      <a:pt x="24" y="60"/>
                    </a:cubicBezTo>
                    <a:lnTo>
                      <a:pt x="24" y="116"/>
                    </a:lnTo>
                    <a:close/>
                    <a:moveTo>
                      <a:pt x="31" y="43"/>
                    </a:move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5"/>
                      <a:pt x="30" y="46"/>
                      <a:pt x="30" y="47"/>
                    </a:cubicBezTo>
                    <a:cubicBezTo>
                      <a:pt x="30" y="47"/>
                      <a:pt x="30" y="47"/>
                      <a:pt x="30" y="47"/>
                    </a:cubicBezTo>
                    <a:cubicBezTo>
                      <a:pt x="29" y="48"/>
                      <a:pt x="28" y="49"/>
                      <a:pt x="27" y="50"/>
                    </a:cubicBezTo>
                    <a:cubicBezTo>
                      <a:pt x="27" y="50"/>
                      <a:pt x="27" y="50"/>
                      <a:pt x="27" y="50"/>
                    </a:cubicBezTo>
                    <a:cubicBezTo>
                      <a:pt x="26" y="50"/>
                      <a:pt x="25" y="51"/>
                      <a:pt x="24" y="51"/>
                    </a:cubicBezTo>
                    <a:cubicBezTo>
                      <a:pt x="23" y="52"/>
                      <a:pt x="21" y="52"/>
                      <a:pt x="20" y="52"/>
                    </a:cubicBezTo>
                    <a:cubicBezTo>
                      <a:pt x="19" y="52"/>
                      <a:pt x="17" y="52"/>
                      <a:pt x="16" y="51"/>
                    </a:cubicBezTo>
                    <a:cubicBezTo>
                      <a:pt x="15" y="51"/>
                      <a:pt x="14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2" y="49"/>
                      <a:pt x="11" y="48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6"/>
                      <a:pt x="9" y="45"/>
                      <a:pt x="9" y="44"/>
                    </a:cubicBezTo>
                    <a:cubicBezTo>
                      <a:pt x="9" y="44"/>
                      <a:pt x="9" y="44"/>
                      <a:pt x="9" y="43"/>
                    </a:cubicBezTo>
                    <a:cubicBezTo>
                      <a:pt x="8" y="42"/>
                      <a:pt x="8" y="41"/>
                      <a:pt x="8" y="40"/>
                    </a:cubicBezTo>
                    <a:cubicBezTo>
                      <a:pt x="8" y="39"/>
                      <a:pt x="8" y="38"/>
                      <a:pt x="9" y="37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5"/>
                      <a:pt x="10" y="34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1" y="32"/>
                      <a:pt x="12" y="31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5" y="29"/>
                      <a:pt x="16" y="29"/>
                    </a:cubicBezTo>
                    <a:cubicBezTo>
                      <a:pt x="17" y="28"/>
                      <a:pt x="19" y="28"/>
                      <a:pt x="20" y="28"/>
                    </a:cubicBezTo>
                    <a:cubicBezTo>
                      <a:pt x="21" y="28"/>
                      <a:pt x="23" y="28"/>
                      <a:pt x="24" y="29"/>
                    </a:cubicBezTo>
                    <a:cubicBezTo>
                      <a:pt x="25" y="29"/>
                      <a:pt x="26" y="30"/>
                      <a:pt x="27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8" y="31"/>
                      <a:pt x="29" y="32"/>
                      <a:pt x="30" y="33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0" y="34"/>
                      <a:pt x="31" y="35"/>
                      <a:pt x="31" y="36"/>
                    </a:cubicBezTo>
                    <a:cubicBezTo>
                      <a:pt x="31" y="36"/>
                      <a:pt x="31" y="36"/>
                      <a:pt x="31" y="37"/>
                    </a:cubicBezTo>
                    <a:cubicBezTo>
                      <a:pt x="32" y="38"/>
                      <a:pt x="32" y="39"/>
                      <a:pt x="32" y="40"/>
                    </a:cubicBezTo>
                    <a:cubicBezTo>
                      <a:pt x="32" y="41"/>
                      <a:pt x="32" y="42"/>
                      <a:pt x="31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9" name="Freeform: Shape 52"/>
              <p:cNvSpPr>
                <a:spLocks/>
              </p:cNvSpPr>
              <p:nvPr/>
            </p:nvSpPr>
            <p:spPr bwMode="auto">
              <a:xfrm>
                <a:off x="4529138" y="2905126"/>
                <a:ext cx="150812" cy="482600"/>
              </a:xfrm>
              <a:custGeom>
                <a:avLst/>
                <a:gdLst>
                  <a:gd name="T0" fmla="*/ 32 w 40"/>
                  <a:gd name="T1" fmla="*/ 24 h 128"/>
                  <a:gd name="T2" fmla="*/ 32 w 40"/>
                  <a:gd name="T3" fmla="*/ 12 h 128"/>
                  <a:gd name="T4" fmla="*/ 20 w 40"/>
                  <a:gd name="T5" fmla="*/ 0 h 128"/>
                  <a:gd name="T6" fmla="*/ 8 w 40"/>
                  <a:gd name="T7" fmla="*/ 12 h 128"/>
                  <a:gd name="T8" fmla="*/ 8 w 40"/>
                  <a:gd name="T9" fmla="*/ 24 h 128"/>
                  <a:gd name="T10" fmla="*/ 0 w 40"/>
                  <a:gd name="T11" fmla="*/ 40 h 128"/>
                  <a:gd name="T12" fmla="*/ 8 w 40"/>
                  <a:gd name="T13" fmla="*/ 56 h 128"/>
                  <a:gd name="T14" fmla="*/ 8 w 40"/>
                  <a:gd name="T15" fmla="*/ 116 h 128"/>
                  <a:gd name="T16" fmla="*/ 20 w 40"/>
                  <a:gd name="T17" fmla="*/ 128 h 128"/>
                  <a:gd name="T18" fmla="*/ 32 w 40"/>
                  <a:gd name="T19" fmla="*/ 116 h 128"/>
                  <a:gd name="T20" fmla="*/ 32 w 40"/>
                  <a:gd name="T21" fmla="*/ 56 h 128"/>
                  <a:gd name="T22" fmla="*/ 40 w 40"/>
                  <a:gd name="T23" fmla="*/ 40 h 128"/>
                  <a:gd name="T24" fmla="*/ 32 w 40"/>
                  <a:gd name="T25" fmla="*/ 24 h 128"/>
                  <a:gd name="T26" fmla="*/ 16 w 40"/>
                  <a:gd name="T27" fmla="*/ 12 h 128"/>
                  <a:gd name="T28" fmla="*/ 20 w 40"/>
                  <a:gd name="T29" fmla="*/ 8 h 128"/>
                  <a:gd name="T30" fmla="*/ 24 w 40"/>
                  <a:gd name="T31" fmla="*/ 12 h 128"/>
                  <a:gd name="T32" fmla="*/ 24 w 40"/>
                  <a:gd name="T33" fmla="*/ 20 h 128"/>
                  <a:gd name="T34" fmla="*/ 20 w 40"/>
                  <a:gd name="T35" fmla="*/ 20 h 128"/>
                  <a:gd name="T36" fmla="*/ 16 w 40"/>
                  <a:gd name="T37" fmla="*/ 20 h 128"/>
                  <a:gd name="T38" fmla="*/ 16 w 40"/>
                  <a:gd name="T39" fmla="*/ 12 h 128"/>
                  <a:gd name="T40" fmla="*/ 24 w 40"/>
                  <a:gd name="T41" fmla="*/ 116 h 128"/>
                  <a:gd name="T42" fmla="*/ 20 w 40"/>
                  <a:gd name="T43" fmla="*/ 120 h 128"/>
                  <a:gd name="T44" fmla="*/ 16 w 40"/>
                  <a:gd name="T45" fmla="*/ 116 h 128"/>
                  <a:gd name="T46" fmla="*/ 16 w 40"/>
                  <a:gd name="T47" fmla="*/ 60 h 128"/>
                  <a:gd name="T48" fmla="*/ 20 w 40"/>
                  <a:gd name="T49" fmla="*/ 60 h 128"/>
                  <a:gd name="T50" fmla="*/ 24 w 40"/>
                  <a:gd name="T51" fmla="*/ 60 h 128"/>
                  <a:gd name="T52" fmla="*/ 24 w 40"/>
                  <a:gd name="T53" fmla="*/ 116 h 128"/>
                  <a:gd name="T54" fmla="*/ 31 w 40"/>
                  <a:gd name="T55" fmla="*/ 43 h 128"/>
                  <a:gd name="T56" fmla="*/ 31 w 40"/>
                  <a:gd name="T57" fmla="*/ 44 h 128"/>
                  <a:gd name="T58" fmla="*/ 30 w 40"/>
                  <a:gd name="T59" fmla="*/ 47 h 128"/>
                  <a:gd name="T60" fmla="*/ 30 w 40"/>
                  <a:gd name="T61" fmla="*/ 47 h 128"/>
                  <a:gd name="T62" fmla="*/ 27 w 40"/>
                  <a:gd name="T63" fmla="*/ 50 h 128"/>
                  <a:gd name="T64" fmla="*/ 27 w 40"/>
                  <a:gd name="T65" fmla="*/ 50 h 128"/>
                  <a:gd name="T66" fmla="*/ 24 w 40"/>
                  <a:gd name="T67" fmla="*/ 51 h 128"/>
                  <a:gd name="T68" fmla="*/ 20 w 40"/>
                  <a:gd name="T69" fmla="*/ 52 h 128"/>
                  <a:gd name="T70" fmla="*/ 16 w 40"/>
                  <a:gd name="T71" fmla="*/ 51 h 128"/>
                  <a:gd name="T72" fmla="*/ 13 w 40"/>
                  <a:gd name="T73" fmla="*/ 50 h 128"/>
                  <a:gd name="T74" fmla="*/ 13 w 40"/>
                  <a:gd name="T75" fmla="*/ 50 h 128"/>
                  <a:gd name="T76" fmla="*/ 10 w 40"/>
                  <a:gd name="T77" fmla="*/ 47 h 128"/>
                  <a:gd name="T78" fmla="*/ 10 w 40"/>
                  <a:gd name="T79" fmla="*/ 47 h 128"/>
                  <a:gd name="T80" fmla="*/ 9 w 40"/>
                  <a:gd name="T81" fmla="*/ 44 h 128"/>
                  <a:gd name="T82" fmla="*/ 9 w 40"/>
                  <a:gd name="T83" fmla="*/ 43 h 128"/>
                  <a:gd name="T84" fmla="*/ 8 w 40"/>
                  <a:gd name="T85" fmla="*/ 40 h 128"/>
                  <a:gd name="T86" fmla="*/ 9 w 40"/>
                  <a:gd name="T87" fmla="*/ 37 h 128"/>
                  <a:gd name="T88" fmla="*/ 9 w 40"/>
                  <a:gd name="T89" fmla="*/ 36 h 128"/>
                  <a:gd name="T90" fmla="*/ 10 w 40"/>
                  <a:gd name="T91" fmla="*/ 33 h 128"/>
                  <a:gd name="T92" fmla="*/ 10 w 40"/>
                  <a:gd name="T93" fmla="*/ 33 h 128"/>
                  <a:gd name="T94" fmla="*/ 13 w 40"/>
                  <a:gd name="T95" fmla="*/ 30 h 128"/>
                  <a:gd name="T96" fmla="*/ 13 w 40"/>
                  <a:gd name="T97" fmla="*/ 30 h 128"/>
                  <a:gd name="T98" fmla="*/ 16 w 40"/>
                  <a:gd name="T99" fmla="*/ 29 h 128"/>
                  <a:gd name="T100" fmla="*/ 20 w 40"/>
                  <a:gd name="T101" fmla="*/ 28 h 128"/>
                  <a:gd name="T102" fmla="*/ 24 w 40"/>
                  <a:gd name="T103" fmla="*/ 29 h 128"/>
                  <a:gd name="T104" fmla="*/ 27 w 40"/>
                  <a:gd name="T105" fmla="*/ 30 h 128"/>
                  <a:gd name="T106" fmla="*/ 27 w 40"/>
                  <a:gd name="T107" fmla="*/ 30 h 128"/>
                  <a:gd name="T108" fmla="*/ 30 w 40"/>
                  <a:gd name="T109" fmla="*/ 33 h 128"/>
                  <a:gd name="T110" fmla="*/ 30 w 40"/>
                  <a:gd name="T111" fmla="*/ 33 h 128"/>
                  <a:gd name="T112" fmla="*/ 31 w 40"/>
                  <a:gd name="T113" fmla="*/ 36 h 128"/>
                  <a:gd name="T114" fmla="*/ 31 w 40"/>
                  <a:gd name="T115" fmla="*/ 37 h 128"/>
                  <a:gd name="T116" fmla="*/ 32 w 40"/>
                  <a:gd name="T117" fmla="*/ 40 h 128"/>
                  <a:gd name="T118" fmla="*/ 31 w 40"/>
                  <a:gd name="T119" fmla="*/ 43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0" h="128">
                    <a:moveTo>
                      <a:pt x="32" y="24"/>
                    </a:move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27" y="0"/>
                      <a:pt x="20" y="0"/>
                    </a:cubicBezTo>
                    <a:cubicBezTo>
                      <a:pt x="13" y="0"/>
                      <a:pt x="8" y="5"/>
                      <a:pt x="8" y="1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3" y="28"/>
                      <a:pt x="0" y="33"/>
                      <a:pt x="0" y="40"/>
                    </a:cubicBezTo>
                    <a:cubicBezTo>
                      <a:pt x="0" y="47"/>
                      <a:pt x="3" y="52"/>
                      <a:pt x="8" y="56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8" y="123"/>
                      <a:pt x="13" y="128"/>
                      <a:pt x="20" y="128"/>
                    </a:cubicBezTo>
                    <a:cubicBezTo>
                      <a:pt x="27" y="128"/>
                      <a:pt x="32" y="123"/>
                      <a:pt x="32" y="116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7" y="52"/>
                      <a:pt x="40" y="47"/>
                      <a:pt x="40" y="40"/>
                    </a:cubicBezTo>
                    <a:cubicBezTo>
                      <a:pt x="40" y="33"/>
                      <a:pt x="37" y="28"/>
                      <a:pt x="32" y="24"/>
                    </a:cubicBezTo>
                    <a:close/>
                    <a:moveTo>
                      <a:pt x="16" y="12"/>
                    </a:moveTo>
                    <a:cubicBezTo>
                      <a:pt x="16" y="10"/>
                      <a:pt x="18" y="8"/>
                      <a:pt x="20" y="8"/>
                    </a:cubicBezTo>
                    <a:cubicBezTo>
                      <a:pt x="22" y="8"/>
                      <a:pt x="24" y="10"/>
                      <a:pt x="24" y="12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3" y="20"/>
                      <a:pt x="21" y="20"/>
                      <a:pt x="20" y="20"/>
                    </a:cubicBezTo>
                    <a:cubicBezTo>
                      <a:pt x="19" y="20"/>
                      <a:pt x="17" y="20"/>
                      <a:pt x="16" y="20"/>
                    </a:cubicBezTo>
                    <a:lnTo>
                      <a:pt x="16" y="12"/>
                    </a:lnTo>
                    <a:close/>
                    <a:moveTo>
                      <a:pt x="24" y="116"/>
                    </a:moveTo>
                    <a:cubicBezTo>
                      <a:pt x="24" y="118"/>
                      <a:pt x="22" y="120"/>
                      <a:pt x="20" y="120"/>
                    </a:cubicBezTo>
                    <a:cubicBezTo>
                      <a:pt x="18" y="120"/>
                      <a:pt x="16" y="118"/>
                      <a:pt x="16" y="116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17" y="60"/>
                      <a:pt x="19" y="60"/>
                      <a:pt x="20" y="60"/>
                    </a:cubicBezTo>
                    <a:cubicBezTo>
                      <a:pt x="21" y="60"/>
                      <a:pt x="23" y="60"/>
                      <a:pt x="24" y="60"/>
                    </a:cubicBezTo>
                    <a:lnTo>
                      <a:pt x="24" y="116"/>
                    </a:lnTo>
                    <a:close/>
                    <a:moveTo>
                      <a:pt x="31" y="43"/>
                    </a:move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5"/>
                      <a:pt x="30" y="46"/>
                      <a:pt x="30" y="47"/>
                    </a:cubicBezTo>
                    <a:cubicBezTo>
                      <a:pt x="30" y="47"/>
                      <a:pt x="30" y="47"/>
                      <a:pt x="30" y="47"/>
                    </a:cubicBezTo>
                    <a:cubicBezTo>
                      <a:pt x="29" y="48"/>
                      <a:pt x="28" y="49"/>
                      <a:pt x="27" y="50"/>
                    </a:cubicBezTo>
                    <a:cubicBezTo>
                      <a:pt x="27" y="50"/>
                      <a:pt x="27" y="50"/>
                      <a:pt x="27" y="50"/>
                    </a:cubicBezTo>
                    <a:cubicBezTo>
                      <a:pt x="26" y="50"/>
                      <a:pt x="25" y="51"/>
                      <a:pt x="24" y="51"/>
                    </a:cubicBezTo>
                    <a:cubicBezTo>
                      <a:pt x="23" y="52"/>
                      <a:pt x="21" y="52"/>
                      <a:pt x="20" y="52"/>
                    </a:cubicBezTo>
                    <a:cubicBezTo>
                      <a:pt x="19" y="52"/>
                      <a:pt x="17" y="52"/>
                      <a:pt x="16" y="51"/>
                    </a:cubicBezTo>
                    <a:cubicBezTo>
                      <a:pt x="15" y="51"/>
                      <a:pt x="14" y="50"/>
                      <a:pt x="13" y="50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2" y="49"/>
                      <a:pt x="11" y="48"/>
                      <a:pt x="1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10" y="46"/>
                      <a:pt x="9" y="45"/>
                      <a:pt x="9" y="44"/>
                    </a:cubicBezTo>
                    <a:cubicBezTo>
                      <a:pt x="9" y="44"/>
                      <a:pt x="9" y="44"/>
                      <a:pt x="9" y="43"/>
                    </a:cubicBezTo>
                    <a:cubicBezTo>
                      <a:pt x="8" y="42"/>
                      <a:pt x="8" y="41"/>
                      <a:pt x="8" y="40"/>
                    </a:cubicBezTo>
                    <a:cubicBezTo>
                      <a:pt x="8" y="39"/>
                      <a:pt x="8" y="38"/>
                      <a:pt x="9" y="37"/>
                    </a:cubicBezTo>
                    <a:cubicBezTo>
                      <a:pt x="9" y="36"/>
                      <a:pt x="9" y="36"/>
                      <a:pt x="9" y="36"/>
                    </a:cubicBezTo>
                    <a:cubicBezTo>
                      <a:pt x="9" y="35"/>
                      <a:pt x="10" y="34"/>
                      <a:pt x="10" y="33"/>
                    </a:cubicBezTo>
                    <a:cubicBezTo>
                      <a:pt x="10" y="33"/>
                      <a:pt x="10" y="33"/>
                      <a:pt x="10" y="33"/>
                    </a:cubicBezTo>
                    <a:cubicBezTo>
                      <a:pt x="11" y="32"/>
                      <a:pt x="12" y="31"/>
                      <a:pt x="13" y="30"/>
                    </a:cubicBezTo>
                    <a:cubicBezTo>
                      <a:pt x="13" y="30"/>
                      <a:pt x="13" y="30"/>
                      <a:pt x="13" y="30"/>
                    </a:cubicBezTo>
                    <a:cubicBezTo>
                      <a:pt x="14" y="30"/>
                      <a:pt x="15" y="29"/>
                      <a:pt x="16" y="29"/>
                    </a:cubicBezTo>
                    <a:cubicBezTo>
                      <a:pt x="17" y="28"/>
                      <a:pt x="19" y="28"/>
                      <a:pt x="20" y="28"/>
                    </a:cubicBezTo>
                    <a:cubicBezTo>
                      <a:pt x="21" y="28"/>
                      <a:pt x="23" y="28"/>
                      <a:pt x="24" y="29"/>
                    </a:cubicBezTo>
                    <a:cubicBezTo>
                      <a:pt x="25" y="29"/>
                      <a:pt x="26" y="30"/>
                      <a:pt x="27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8" y="31"/>
                      <a:pt x="29" y="32"/>
                      <a:pt x="30" y="33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0" y="34"/>
                      <a:pt x="31" y="35"/>
                      <a:pt x="31" y="36"/>
                    </a:cubicBezTo>
                    <a:cubicBezTo>
                      <a:pt x="31" y="36"/>
                      <a:pt x="31" y="36"/>
                      <a:pt x="31" y="37"/>
                    </a:cubicBezTo>
                    <a:cubicBezTo>
                      <a:pt x="32" y="38"/>
                      <a:pt x="32" y="39"/>
                      <a:pt x="32" y="40"/>
                    </a:cubicBezTo>
                    <a:cubicBezTo>
                      <a:pt x="32" y="41"/>
                      <a:pt x="32" y="42"/>
                      <a:pt x="31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0" name="Freeform: Shape 53"/>
              <p:cNvSpPr>
                <a:spLocks/>
              </p:cNvSpPr>
              <p:nvPr/>
            </p:nvSpPr>
            <p:spPr bwMode="auto">
              <a:xfrm>
                <a:off x="4364038" y="2905126"/>
                <a:ext cx="150812" cy="482600"/>
              </a:xfrm>
              <a:custGeom>
                <a:avLst/>
                <a:gdLst>
                  <a:gd name="T0" fmla="*/ 32 w 40"/>
                  <a:gd name="T1" fmla="*/ 72 h 128"/>
                  <a:gd name="T2" fmla="*/ 32 w 40"/>
                  <a:gd name="T3" fmla="*/ 12 h 128"/>
                  <a:gd name="T4" fmla="*/ 20 w 40"/>
                  <a:gd name="T5" fmla="*/ 0 h 128"/>
                  <a:gd name="T6" fmla="*/ 8 w 40"/>
                  <a:gd name="T7" fmla="*/ 12 h 128"/>
                  <a:gd name="T8" fmla="*/ 8 w 40"/>
                  <a:gd name="T9" fmla="*/ 72 h 128"/>
                  <a:gd name="T10" fmla="*/ 0 w 40"/>
                  <a:gd name="T11" fmla="*/ 88 h 128"/>
                  <a:gd name="T12" fmla="*/ 8 w 40"/>
                  <a:gd name="T13" fmla="*/ 104 h 128"/>
                  <a:gd name="T14" fmla="*/ 8 w 40"/>
                  <a:gd name="T15" fmla="*/ 116 h 128"/>
                  <a:gd name="T16" fmla="*/ 20 w 40"/>
                  <a:gd name="T17" fmla="*/ 128 h 128"/>
                  <a:gd name="T18" fmla="*/ 32 w 40"/>
                  <a:gd name="T19" fmla="*/ 116 h 128"/>
                  <a:gd name="T20" fmla="*/ 32 w 40"/>
                  <a:gd name="T21" fmla="*/ 104 h 128"/>
                  <a:gd name="T22" fmla="*/ 40 w 40"/>
                  <a:gd name="T23" fmla="*/ 88 h 128"/>
                  <a:gd name="T24" fmla="*/ 32 w 40"/>
                  <a:gd name="T25" fmla="*/ 72 h 128"/>
                  <a:gd name="T26" fmla="*/ 16 w 40"/>
                  <a:gd name="T27" fmla="*/ 12 h 128"/>
                  <a:gd name="T28" fmla="*/ 20 w 40"/>
                  <a:gd name="T29" fmla="*/ 8 h 128"/>
                  <a:gd name="T30" fmla="*/ 24 w 40"/>
                  <a:gd name="T31" fmla="*/ 12 h 128"/>
                  <a:gd name="T32" fmla="*/ 24 w 40"/>
                  <a:gd name="T33" fmla="*/ 68 h 128"/>
                  <a:gd name="T34" fmla="*/ 20 w 40"/>
                  <a:gd name="T35" fmla="*/ 68 h 128"/>
                  <a:gd name="T36" fmla="*/ 16 w 40"/>
                  <a:gd name="T37" fmla="*/ 68 h 128"/>
                  <a:gd name="T38" fmla="*/ 16 w 40"/>
                  <a:gd name="T39" fmla="*/ 12 h 128"/>
                  <a:gd name="T40" fmla="*/ 24 w 40"/>
                  <a:gd name="T41" fmla="*/ 116 h 128"/>
                  <a:gd name="T42" fmla="*/ 20 w 40"/>
                  <a:gd name="T43" fmla="*/ 120 h 128"/>
                  <a:gd name="T44" fmla="*/ 16 w 40"/>
                  <a:gd name="T45" fmla="*/ 116 h 128"/>
                  <a:gd name="T46" fmla="*/ 16 w 40"/>
                  <a:gd name="T47" fmla="*/ 108 h 128"/>
                  <a:gd name="T48" fmla="*/ 20 w 40"/>
                  <a:gd name="T49" fmla="*/ 108 h 128"/>
                  <a:gd name="T50" fmla="*/ 24 w 40"/>
                  <a:gd name="T51" fmla="*/ 108 h 128"/>
                  <a:gd name="T52" fmla="*/ 24 w 40"/>
                  <a:gd name="T53" fmla="*/ 116 h 128"/>
                  <a:gd name="T54" fmla="*/ 31 w 40"/>
                  <a:gd name="T55" fmla="*/ 91 h 128"/>
                  <a:gd name="T56" fmla="*/ 31 w 40"/>
                  <a:gd name="T57" fmla="*/ 92 h 128"/>
                  <a:gd name="T58" fmla="*/ 30 w 40"/>
                  <a:gd name="T59" fmla="*/ 95 h 128"/>
                  <a:gd name="T60" fmla="*/ 30 w 40"/>
                  <a:gd name="T61" fmla="*/ 95 h 128"/>
                  <a:gd name="T62" fmla="*/ 27 w 40"/>
                  <a:gd name="T63" fmla="*/ 98 h 128"/>
                  <a:gd name="T64" fmla="*/ 27 w 40"/>
                  <a:gd name="T65" fmla="*/ 98 h 128"/>
                  <a:gd name="T66" fmla="*/ 24 w 40"/>
                  <a:gd name="T67" fmla="*/ 99 h 128"/>
                  <a:gd name="T68" fmla="*/ 20 w 40"/>
                  <a:gd name="T69" fmla="*/ 100 h 128"/>
                  <a:gd name="T70" fmla="*/ 16 w 40"/>
                  <a:gd name="T71" fmla="*/ 99 h 128"/>
                  <a:gd name="T72" fmla="*/ 13 w 40"/>
                  <a:gd name="T73" fmla="*/ 98 h 128"/>
                  <a:gd name="T74" fmla="*/ 13 w 40"/>
                  <a:gd name="T75" fmla="*/ 98 h 128"/>
                  <a:gd name="T76" fmla="*/ 10 w 40"/>
                  <a:gd name="T77" fmla="*/ 95 h 128"/>
                  <a:gd name="T78" fmla="*/ 10 w 40"/>
                  <a:gd name="T79" fmla="*/ 95 h 128"/>
                  <a:gd name="T80" fmla="*/ 9 w 40"/>
                  <a:gd name="T81" fmla="*/ 92 h 128"/>
                  <a:gd name="T82" fmla="*/ 9 w 40"/>
                  <a:gd name="T83" fmla="*/ 91 h 128"/>
                  <a:gd name="T84" fmla="*/ 8 w 40"/>
                  <a:gd name="T85" fmla="*/ 88 h 128"/>
                  <a:gd name="T86" fmla="*/ 9 w 40"/>
                  <a:gd name="T87" fmla="*/ 85 h 128"/>
                  <a:gd name="T88" fmla="*/ 9 w 40"/>
                  <a:gd name="T89" fmla="*/ 84 h 128"/>
                  <a:gd name="T90" fmla="*/ 10 w 40"/>
                  <a:gd name="T91" fmla="*/ 81 h 128"/>
                  <a:gd name="T92" fmla="*/ 10 w 40"/>
                  <a:gd name="T93" fmla="*/ 81 h 128"/>
                  <a:gd name="T94" fmla="*/ 13 w 40"/>
                  <a:gd name="T95" fmla="*/ 78 h 128"/>
                  <a:gd name="T96" fmla="*/ 13 w 40"/>
                  <a:gd name="T97" fmla="*/ 78 h 128"/>
                  <a:gd name="T98" fmla="*/ 16 w 40"/>
                  <a:gd name="T99" fmla="*/ 77 h 128"/>
                  <a:gd name="T100" fmla="*/ 20 w 40"/>
                  <a:gd name="T101" fmla="*/ 76 h 128"/>
                  <a:gd name="T102" fmla="*/ 24 w 40"/>
                  <a:gd name="T103" fmla="*/ 77 h 128"/>
                  <a:gd name="T104" fmla="*/ 27 w 40"/>
                  <a:gd name="T105" fmla="*/ 78 h 128"/>
                  <a:gd name="T106" fmla="*/ 27 w 40"/>
                  <a:gd name="T107" fmla="*/ 78 h 128"/>
                  <a:gd name="T108" fmla="*/ 30 w 40"/>
                  <a:gd name="T109" fmla="*/ 81 h 128"/>
                  <a:gd name="T110" fmla="*/ 30 w 40"/>
                  <a:gd name="T111" fmla="*/ 81 h 128"/>
                  <a:gd name="T112" fmla="*/ 31 w 40"/>
                  <a:gd name="T113" fmla="*/ 84 h 128"/>
                  <a:gd name="T114" fmla="*/ 31 w 40"/>
                  <a:gd name="T115" fmla="*/ 85 h 128"/>
                  <a:gd name="T116" fmla="*/ 32 w 40"/>
                  <a:gd name="T117" fmla="*/ 88 h 128"/>
                  <a:gd name="T118" fmla="*/ 31 w 40"/>
                  <a:gd name="T119" fmla="*/ 9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0" h="128">
                    <a:moveTo>
                      <a:pt x="32" y="72"/>
                    </a:move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5"/>
                      <a:pt x="27" y="0"/>
                      <a:pt x="20" y="0"/>
                    </a:cubicBezTo>
                    <a:cubicBezTo>
                      <a:pt x="13" y="0"/>
                      <a:pt x="8" y="5"/>
                      <a:pt x="8" y="12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3" y="76"/>
                      <a:pt x="0" y="81"/>
                      <a:pt x="0" y="88"/>
                    </a:cubicBezTo>
                    <a:cubicBezTo>
                      <a:pt x="0" y="95"/>
                      <a:pt x="3" y="100"/>
                      <a:pt x="8" y="104"/>
                    </a:cubicBezTo>
                    <a:cubicBezTo>
                      <a:pt x="8" y="116"/>
                      <a:pt x="8" y="116"/>
                      <a:pt x="8" y="116"/>
                    </a:cubicBezTo>
                    <a:cubicBezTo>
                      <a:pt x="8" y="123"/>
                      <a:pt x="13" y="128"/>
                      <a:pt x="20" y="128"/>
                    </a:cubicBezTo>
                    <a:cubicBezTo>
                      <a:pt x="27" y="128"/>
                      <a:pt x="32" y="123"/>
                      <a:pt x="32" y="116"/>
                    </a:cubicBezTo>
                    <a:cubicBezTo>
                      <a:pt x="32" y="104"/>
                      <a:pt x="32" y="104"/>
                      <a:pt x="32" y="104"/>
                    </a:cubicBezTo>
                    <a:cubicBezTo>
                      <a:pt x="37" y="100"/>
                      <a:pt x="40" y="95"/>
                      <a:pt x="40" y="88"/>
                    </a:cubicBezTo>
                    <a:cubicBezTo>
                      <a:pt x="40" y="81"/>
                      <a:pt x="37" y="76"/>
                      <a:pt x="32" y="72"/>
                    </a:cubicBezTo>
                    <a:close/>
                    <a:moveTo>
                      <a:pt x="16" y="12"/>
                    </a:moveTo>
                    <a:cubicBezTo>
                      <a:pt x="16" y="10"/>
                      <a:pt x="18" y="8"/>
                      <a:pt x="20" y="8"/>
                    </a:cubicBezTo>
                    <a:cubicBezTo>
                      <a:pt x="22" y="8"/>
                      <a:pt x="24" y="10"/>
                      <a:pt x="24" y="12"/>
                    </a:cubicBezTo>
                    <a:cubicBezTo>
                      <a:pt x="24" y="68"/>
                      <a:pt x="24" y="68"/>
                      <a:pt x="24" y="68"/>
                    </a:cubicBezTo>
                    <a:cubicBezTo>
                      <a:pt x="23" y="68"/>
                      <a:pt x="21" y="68"/>
                      <a:pt x="20" y="68"/>
                    </a:cubicBezTo>
                    <a:cubicBezTo>
                      <a:pt x="19" y="68"/>
                      <a:pt x="17" y="68"/>
                      <a:pt x="16" y="68"/>
                    </a:cubicBezTo>
                    <a:lnTo>
                      <a:pt x="16" y="12"/>
                    </a:lnTo>
                    <a:close/>
                    <a:moveTo>
                      <a:pt x="24" y="116"/>
                    </a:moveTo>
                    <a:cubicBezTo>
                      <a:pt x="24" y="118"/>
                      <a:pt x="22" y="120"/>
                      <a:pt x="20" y="120"/>
                    </a:cubicBezTo>
                    <a:cubicBezTo>
                      <a:pt x="18" y="120"/>
                      <a:pt x="16" y="118"/>
                      <a:pt x="16" y="116"/>
                    </a:cubicBezTo>
                    <a:cubicBezTo>
                      <a:pt x="16" y="108"/>
                      <a:pt x="16" y="108"/>
                      <a:pt x="16" y="108"/>
                    </a:cubicBezTo>
                    <a:cubicBezTo>
                      <a:pt x="17" y="108"/>
                      <a:pt x="19" y="108"/>
                      <a:pt x="20" y="108"/>
                    </a:cubicBezTo>
                    <a:cubicBezTo>
                      <a:pt x="21" y="108"/>
                      <a:pt x="23" y="108"/>
                      <a:pt x="24" y="108"/>
                    </a:cubicBezTo>
                    <a:lnTo>
                      <a:pt x="24" y="116"/>
                    </a:lnTo>
                    <a:close/>
                    <a:moveTo>
                      <a:pt x="31" y="91"/>
                    </a:moveTo>
                    <a:cubicBezTo>
                      <a:pt x="31" y="92"/>
                      <a:pt x="31" y="92"/>
                      <a:pt x="31" y="92"/>
                    </a:cubicBezTo>
                    <a:cubicBezTo>
                      <a:pt x="31" y="93"/>
                      <a:pt x="30" y="94"/>
                      <a:pt x="30" y="95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29" y="96"/>
                      <a:pt x="28" y="97"/>
                      <a:pt x="27" y="98"/>
                    </a:cubicBezTo>
                    <a:cubicBezTo>
                      <a:pt x="27" y="98"/>
                      <a:pt x="27" y="98"/>
                      <a:pt x="27" y="98"/>
                    </a:cubicBezTo>
                    <a:cubicBezTo>
                      <a:pt x="26" y="98"/>
                      <a:pt x="25" y="99"/>
                      <a:pt x="24" y="99"/>
                    </a:cubicBezTo>
                    <a:cubicBezTo>
                      <a:pt x="23" y="100"/>
                      <a:pt x="21" y="100"/>
                      <a:pt x="20" y="100"/>
                    </a:cubicBezTo>
                    <a:cubicBezTo>
                      <a:pt x="19" y="100"/>
                      <a:pt x="17" y="100"/>
                      <a:pt x="16" y="99"/>
                    </a:cubicBezTo>
                    <a:cubicBezTo>
                      <a:pt x="15" y="99"/>
                      <a:pt x="14" y="98"/>
                      <a:pt x="13" y="98"/>
                    </a:cubicBezTo>
                    <a:cubicBezTo>
                      <a:pt x="13" y="98"/>
                      <a:pt x="13" y="98"/>
                      <a:pt x="13" y="98"/>
                    </a:cubicBezTo>
                    <a:cubicBezTo>
                      <a:pt x="12" y="97"/>
                      <a:pt x="11" y="96"/>
                      <a:pt x="10" y="95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4"/>
                      <a:pt x="9" y="93"/>
                      <a:pt x="9" y="92"/>
                    </a:cubicBezTo>
                    <a:cubicBezTo>
                      <a:pt x="9" y="92"/>
                      <a:pt x="9" y="92"/>
                      <a:pt x="9" y="91"/>
                    </a:cubicBezTo>
                    <a:cubicBezTo>
                      <a:pt x="8" y="90"/>
                      <a:pt x="8" y="89"/>
                      <a:pt x="8" y="88"/>
                    </a:cubicBezTo>
                    <a:cubicBezTo>
                      <a:pt x="8" y="87"/>
                      <a:pt x="8" y="86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10" y="82"/>
                      <a:pt x="10" y="81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0"/>
                      <a:pt x="12" y="79"/>
                      <a:pt x="13" y="78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4" y="78"/>
                      <a:pt x="15" y="77"/>
                      <a:pt x="16" y="77"/>
                    </a:cubicBezTo>
                    <a:cubicBezTo>
                      <a:pt x="17" y="76"/>
                      <a:pt x="19" y="76"/>
                      <a:pt x="20" y="76"/>
                    </a:cubicBezTo>
                    <a:cubicBezTo>
                      <a:pt x="21" y="76"/>
                      <a:pt x="23" y="76"/>
                      <a:pt x="24" y="77"/>
                    </a:cubicBezTo>
                    <a:cubicBezTo>
                      <a:pt x="25" y="77"/>
                      <a:pt x="26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8" y="79"/>
                      <a:pt x="29" y="80"/>
                      <a:pt x="30" y="81"/>
                    </a:cubicBezTo>
                    <a:cubicBezTo>
                      <a:pt x="30" y="81"/>
                      <a:pt x="30" y="81"/>
                      <a:pt x="30" y="81"/>
                    </a:cubicBezTo>
                    <a:cubicBezTo>
                      <a:pt x="30" y="82"/>
                      <a:pt x="31" y="83"/>
                      <a:pt x="31" y="84"/>
                    </a:cubicBezTo>
                    <a:cubicBezTo>
                      <a:pt x="31" y="84"/>
                      <a:pt x="31" y="84"/>
                      <a:pt x="31" y="85"/>
                    </a:cubicBezTo>
                    <a:cubicBezTo>
                      <a:pt x="32" y="86"/>
                      <a:pt x="32" y="87"/>
                      <a:pt x="32" y="88"/>
                    </a:cubicBezTo>
                    <a:cubicBezTo>
                      <a:pt x="32" y="89"/>
                      <a:pt x="32" y="90"/>
                      <a:pt x="31" y="9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37" name="Group 114"/>
            <p:cNvGrpSpPr/>
            <p:nvPr/>
          </p:nvGrpSpPr>
          <p:grpSpPr>
            <a:xfrm>
              <a:off x="1406151" y="2625645"/>
              <a:ext cx="2390062" cy="834588"/>
              <a:chOff x="2100456" y="1829593"/>
              <a:chExt cx="2130757" cy="834588"/>
            </a:xfrm>
          </p:grpSpPr>
          <p:sp>
            <p:nvSpPr>
              <p:cNvPr id="46" name="Rectangle 115"/>
              <p:cNvSpPr/>
              <p:nvPr/>
            </p:nvSpPr>
            <p:spPr>
              <a:xfrm>
                <a:off x="2100456" y="2137370"/>
                <a:ext cx="2130757" cy="526811"/>
              </a:xfrm>
              <a:prstGeom prst="rect">
                <a:avLst/>
              </a:prstGeom>
            </p:spPr>
            <p:txBody>
              <a:bodyPr wrap="square" lIns="360000" anchor="t" anchorCtr="0">
                <a:normAutofit fontScale="92500" lnSpcReduction="100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7" name="TextBox 116"/>
              <p:cNvSpPr txBox="1"/>
              <p:nvPr/>
            </p:nvSpPr>
            <p:spPr>
              <a:xfrm>
                <a:off x="2104276" y="1829593"/>
                <a:ext cx="1366740" cy="307777"/>
              </a:xfrm>
              <a:prstGeom prst="rect">
                <a:avLst/>
              </a:prstGeom>
              <a:noFill/>
            </p:spPr>
            <p:txBody>
              <a:bodyPr wrap="none" lIns="360000" anchor="b" anchorCtr="0"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STEP 02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cxnSp>
          <p:nvCxnSpPr>
            <p:cNvPr id="38" name="Straight Connector 22"/>
            <p:cNvCxnSpPr/>
            <p:nvPr/>
          </p:nvCxnSpPr>
          <p:spPr>
            <a:xfrm>
              <a:off x="4080182" y="3804548"/>
              <a:ext cx="0" cy="71341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46"/>
            <p:cNvGrpSpPr/>
            <p:nvPr/>
          </p:nvGrpSpPr>
          <p:grpSpPr>
            <a:xfrm>
              <a:off x="869013" y="3927772"/>
              <a:ext cx="436246" cy="466968"/>
              <a:chOff x="6138863" y="1941513"/>
              <a:chExt cx="450850" cy="482600"/>
            </a:xfrm>
            <a:solidFill>
              <a:schemeClr val="accent2"/>
            </a:solidFill>
          </p:grpSpPr>
          <p:sp>
            <p:nvSpPr>
              <p:cNvPr id="43" name="Freeform: Shape 47"/>
              <p:cNvSpPr>
                <a:spLocks/>
              </p:cNvSpPr>
              <p:nvPr/>
            </p:nvSpPr>
            <p:spPr bwMode="auto">
              <a:xfrm>
                <a:off x="6138863" y="1941513"/>
                <a:ext cx="450850" cy="482600"/>
              </a:xfrm>
              <a:custGeom>
                <a:avLst/>
                <a:gdLst>
                  <a:gd name="T0" fmla="*/ 104 w 120"/>
                  <a:gd name="T1" fmla="*/ 0 h 128"/>
                  <a:gd name="T2" fmla="*/ 16 w 120"/>
                  <a:gd name="T3" fmla="*/ 0 h 128"/>
                  <a:gd name="T4" fmla="*/ 0 w 120"/>
                  <a:gd name="T5" fmla="*/ 16 h 128"/>
                  <a:gd name="T6" fmla="*/ 0 w 120"/>
                  <a:gd name="T7" fmla="*/ 112 h 128"/>
                  <a:gd name="T8" fmla="*/ 16 w 120"/>
                  <a:gd name="T9" fmla="*/ 128 h 128"/>
                  <a:gd name="T10" fmla="*/ 104 w 120"/>
                  <a:gd name="T11" fmla="*/ 128 h 128"/>
                  <a:gd name="T12" fmla="*/ 120 w 120"/>
                  <a:gd name="T13" fmla="*/ 112 h 128"/>
                  <a:gd name="T14" fmla="*/ 120 w 120"/>
                  <a:gd name="T15" fmla="*/ 16 h 128"/>
                  <a:gd name="T16" fmla="*/ 104 w 120"/>
                  <a:gd name="T17" fmla="*/ 0 h 128"/>
                  <a:gd name="T18" fmla="*/ 112 w 120"/>
                  <a:gd name="T19" fmla="*/ 112 h 128"/>
                  <a:gd name="T20" fmla="*/ 104 w 120"/>
                  <a:gd name="T21" fmla="*/ 120 h 128"/>
                  <a:gd name="T22" fmla="*/ 16 w 120"/>
                  <a:gd name="T23" fmla="*/ 120 h 128"/>
                  <a:gd name="T24" fmla="*/ 8 w 120"/>
                  <a:gd name="T25" fmla="*/ 112 h 128"/>
                  <a:gd name="T26" fmla="*/ 8 w 120"/>
                  <a:gd name="T27" fmla="*/ 16 h 128"/>
                  <a:gd name="T28" fmla="*/ 16 w 120"/>
                  <a:gd name="T29" fmla="*/ 8 h 128"/>
                  <a:gd name="T30" fmla="*/ 104 w 120"/>
                  <a:gd name="T31" fmla="*/ 8 h 128"/>
                  <a:gd name="T32" fmla="*/ 112 w 120"/>
                  <a:gd name="T33" fmla="*/ 16 h 128"/>
                  <a:gd name="T34" fmla="*/ 112 w 120"/>
                  <a:gd name="T35" fmla="*/ 112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0" h="128">
                    <a:moveTo>
                      <a:pt x="10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0" y="121"/>
                      <a:pt x="7" y="128"/>
                      <a:pt x="16" y="128"/>
                    </a:cubicBezTo>
                    <a:cubicBezTo>
                      <a:pt x="104" y="128"/>
                      <a:pt x="104" y="128"/>
                      <a:pt x="104" y="128"/>
                    </a:cubicBezTo>
                    <a:cubicBezTo>
                      <a:pt x="113" y="128"/>
                      <a:pt x="120" y="121"/>
                      <a:pt x="120" y="112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7"/>
                      <a:pt x="113" y="0"/>
                      <a:pt x="104" y="0"/>
                    </a:cubicBezTo>
                    <a:close/>
                    <a:moveTo>
                      <a:pt x="112" y="112"/>
                    </a:moveTo>
                    <a:cubicBezTo>
                      <a:pt x="112" y="116"/>
                      <a:pt x="108" y="120"/>
                      <a:pt x="104" y="120"/>
                    </a:cubicBezTo>
                    <a:cubicBezTo>
                      <a:pt x="16" y="120"/>
                      <a:pt x="16" y="120"/>
                      <a:pt x="16" y="120"/>
                    </a:cubicBezTo>
                    <a:cubicBezTo>
                      <a:pt x="12" y="120"/>
                      <a:pt x="8" y="116"/>
                      <a:pt x="8" y="112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ubicBezTo>
                      <a:pt x="104" y="8"/>
                      <a:pt x="104" y="8"/>
                      <a:pt x="104" y="8"/>
                    </a:cubicBezTo>
                    <a:cubicBezTo>
                      <a:pt x="108" y="8"/>
                      <a:pt x="112" y="12"/>
                      <a:pt x="112" y="16"/>
                    </a:cubicBezTo>
                    <a:lnTo>
                      <a:pt x="112" y="1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4" name="Freeform: Shape 48"/>
              <p:cNvSpPr>
                <a:spLocks/>
              </p:cNvSpPr>
              <p:nvPr/>
            </p:nvSpPr>
            <p:spPr bwMode="auto">
              <a:xfrm>
                <a:off x="6199188" y="2001838"/>
                <a:ext cx="330200" cy="301625"/>
              </a:xfrm>
              <a:custGeom>
                <a:avLst/>
                <a:gdLst>
                  <a:gd name="T0" fmla="*/ 84 w 88"/>
                  <a:gd name="T1" fmla="*/ 0 h 80"/>
                  <a:gd name="T2" fmla="*/ 4 w 88"/>
                  <a:gd name="T3" fmla="*/ 0 h 80"/>
                  <a:gd name="T4" fmla="*/ 0 w 88"/>
                  <a:gd name="T5" fmla="*/ 4 h 80"/>
                  <a:gd name="T6" fmla="*/ 0 w 88"/>
                  <a:gd name="T7" fmla="*/ 76 h 80"/>
                  <a:gd name="T8" fmla="*/ 4 w 88"/>
                  <a:gd name="T9" fmla="*/ 80 h 80"/>
                  <a:gd name="T10" fmla="*/ 84 w 88"/>
                  <a:gd name="T11" fmla="*/ 80 h 80"/>
                  <a:gd name="T12" fmla="*/ 88 w 88"/>
                  <a:gd name="T13" fmla="*/ 76 h 80"/>
                  <a:gd name="T14" fmla="*/ 88 w 88"/>
                  <a:gd name="T15" fmla="*/ 4 h 80"/>
                  <a:gd name="T16" fmla="*/ 84 w 88"/>
                  <a:gd name="T17" fmla="*/ 0 h 80"/>
                  <a:gd name="T18" fmla="*/ 84 w 88"/>
                  <a:gd name="T19" fmla="*/ 4 h 80"/>
                  <a:gd name="T20" fmla="*/ 84 w 88"/>
                  <a:gd name="T21" fmla="*/ 59 h 80"/>
                  <a:gd name="T22" fmla="*/ 71 w 88"/>
                  <a:gd name="T23" fmla="*/ 45 h 80"/>
                  <a:gd name="T24" fmla="*/ 68 w 88"/>
                  <a:gd name="T25" fmla="*/ 44 h 80"/>
                  <a:gd name="T26" fmla="*/ 65 w 88"/>
                  <a:gd name="T27" fmla="*/ 45 h 80"/>
                  <a:gd name="T28" fmla="*/ 55 w 88"/>
                  <a:gd name="T29" fmla="*/ 57 h 80"/>
                  <a:gd name="T30" fmla="*/ 23 w 88"/>
                  <a:gd name="T31" fmla="*/ 21 h 80"/>
                  <a:gd name="T32" fmla="*/ 20 w 88"/>
                  <a:gd name="T33" fmla="*/ 20 h 80"/>
                  <a:gd name="T34" fmla="*/ 17 w 88"/>
                  <a:gd name="T35" fmla="*/ 21 h 80"/>
                  <a:gd name="T36" fmla="*/ 4 w 88"/>
                  <a:gd name="T37" fmla="*/ 36 h 80"/>
                  <a:gd name="T38" fmla="*/ 4 w 88"/>
                  <a:gd name="T39" fmla="*/ 4 h 80"/>
                  <a:gd name="T40" fmla="*/ 84 w 88"/>
                  <a:gd name="T41" fmla="*/ 4 h 80"/>
                  <a:gd name="T42" fmla="*/ 4 w 88"/>
                  <a:gd name="T43" fmla="*/ 42 h 80"/>
                  <a:gd name="T44" fmla="*/ 20 w 88"/>
                  <a:gd name="T45" fmla="*/ 24 h 80"/>
                  <a:gd name="T46" fmla="*/ 52 w 88"/>
                  <a:gd name="T47" fmla="*/ 61 h 80"/>
                  <a:gd name="T48" fmla="*/ 55 w 88"/>
                  <a:gd name="T49" fmla="*/ 63 h 80"/>
                  <a:gd name="T50" fmla="*/ 66 w 88"/>
                  <a:gd name="T51" fmla="*/ 76 h 80"/>
                  <a:gd name="T52" fmla="*/ 4 w 88"/>
                  <a:gd name="T53" fmla="*/ 76 h 80"/>
                  <a:gd name="T54" fmla="*/ 4 w 88"/>
                  <a:gd name="T55" fmla="*/ 42 h 80"/>
                  <a:gd name="T56" fmla="*/ 71 w 88"/>
                  <a:gd name="T57" fmla="*/ 76 h 80"/>
                  <a:gd name="T58" fmla="*/ 57 w 88"/>
                  <a:gd name="T59" fmla="*/ 60 h 80"/>
                  <a:gd name="T60" fmla="*/ 68 w 88"/>
                  <a:gd name="T61" fmla="*/ 48 h 80"/>
                  <a:gd name="T62" fmla="*/ 84 w 88"/>
                  <a:gd name="T63" fmla="*/ 66 h 80"/>
                  <a:gd name="T64" fmla="*/ 84 w 88"/>
                  <a:gd name="T65" fmla="*/ 76 h 80"/>
                  <a:gd name="T66" fmla="*/ 71 w 88"/>
                  <a:gd name="T67" fmla="*/ 7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8" h="80">
                    <a:moveTo>
                      <a:pt x="8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84" y="80"/>
                      <a:pt x="84" y="80"/>
                      <a:pt x="84" y="80"/>
                    </a:cubicBezTo>
                    <a:cubicBezTo>
                      <a:pt x="86" y="80"/>
                      <a:pt x="88" y="78"/>
                      <a:pt x="88" y="76"/>
                    </a:cubicBezTo>
                    <a:cubicBezTo>
                      <a:pt x="88" y="4"/>
                      <a:pt x="88" y="4"/>
                      <a:pt x="88" y="4"/>
                    </a:cubicBezTo>
                    <a:cubicBezTo>
                      <a:pt x="88" y="2"/>
                      <a:pt x="86" y="0"/>
                      <a:pt x="84" y="0"/>
                    </a:cubicBezTo>
                    <a:close/>
                    <a:moveTo>
                      <a:pt x="84" y="4"/>
                    </a:moveTo>
                    <a:cubicBezTo>
                      <a:pt x="84" y="59"/>
                      <a:pt x="84" y="59"/>
                      <a:pt x="84" y="59"/>
                    </a:cubicBezTo>
                    <a:cubicBezTo>
                      <a:pt x="71" y="45"/>
                      <a:pt x="71" y="45"/>
                      <a:pt x="71" y="45"/>
                    </a:cubicBezTo>
                    <a:cubicBezTo>
                      <a:pt x="70" y="44"/>
                      <a:pt x="69" y="44"/>
                      <a:pt x="68" y="44"/>
                    </a:cubicBezTo>
                    <a:cubicBezTo>
                      <a:pt x="67" y="44"/>
                      <a:pt x="66" y="44"/>
                      <a:pt x="65" y="45"/>
                    </a:cubicBezTo>
                    <a:cubicBezTo>
                      <a:pt x="55" y="57"/>
                      <a:pt x="55" y="57"/>
                      <a:pt x="55" y="57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2" y="20"/>
                      <a:pt x="21" y="20"/>
                      <a:pt x="20" y="20"/>
                    </a:cubicBezTo>
                    <a:cubicBezTo>
                      <a:pt x="19" y="20"/>
                      <a:pt x="18" y="20"/>
                      <a:pt x="17" y="21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4" y="4"/>
                      <a:pt x="4" y="4"/>
                      <a:pt x="4" y="4"/>
                    </a:cubicBezTo>
                    <a:lnTo>
                      <a:pt x="84" y="4"/>
                    </a:lnTo>
                    <a:close/>
                    <a:moveTo>
                      <a:pt x="4" y="42"/>
                    </a:moveTo>
                    <a:cubicBezTo>
                      <a:pt x="20" y="24"/>
                      <a:pt x="20" y="24"/>
                      <a:pt x="20" y="24"/>
                    </a:cubicBezTo>
                    <a:cubicBezTo>
                      <a:pt x="52" y="61"/>
                      <a:pt x="52" y="61"/>
                      <a:pt x="52" y="61"/>
                    </a:cubicBezTo>
                    <a:cubicBezTo>
                      <a:pt x="55" y="63"/>
                      <a:pt x="55" y="63"/>
                      <a:pt x="55" y="63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4" y="76"/>
                      <a:pt x="4" y="76"/>
                      <a:pt x="4" y="76"/>
                    </a:cubicBezTo>
                    <a:lnTo>
                      <a:pt x="4" y="42"/>
                    </a:lnTo>
                    <a:close/>
                    <a:moveTo>
                      <a:pt x="71" y="76"/>
                    </a:moveTo>
                    <a:cubicBezTo>
                      <a:pt x="57" y="60"/>
                      <a:pt x="57" y="60"/>
                      <a:pt x="57" y="60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84" y="66"/>
                      <a:pt x="84" y="66"/>
                      <a:pt x="84" y="66"/>
                    </a:cubicBezTo>
                    <a:cubicBezTo>
                      <a:pt x="84" y="76"/>
                      <a:pt x="84" y="76"/>
                      <a:pt x="84" y="76"/>
                    </a:cubicBezTo>
                    <a:lnTo>
                      <a:pt x="71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5" name="Freeform: Shape 49"/>
              <p:cNvSpPr>
                <a:spLocks/>
              </p:cNvSpPr>
              <p:nvPr/>
            </p:nvSpPr>
            <p:spPr bwMode="auto">
              <a:xfrm>
                <a:off x="6378575" y="2047876"/>
                <a:ext cx="90487" cy="90488"/>
              </a:xfrm>
              <a:custGeom>
                <a:avLst/>
                <a:gdLst>
                  <a:gd name="T0" fmla="*/ 12 w 24"/>
                  <a:gd name="T1" fmla="*/ 24 h 24"/>
                  <a:gd name="T2" fmla="*/ 24 w 24"/>
                  <a:gd name="T3" fmla="*/ 12 h 24"/>
                  <a:gd name="T4" fmla="*/ 12 w 24"/>
                  <a:gd name="T5" fmla="*/ 0 h 24"/>
                  <a:gd name="T6" fmla="*/ 0 w 24"/>
                  <a:gd name="T7" fmla="*/ 12 h 24"/>
                  <a:gd name="T8" fmla="*/ 12 w 24"/>
                  <a:gd name="T9" fmla="*/ 24 h 24"/>
                  <a:gd name="T10" fmla="*/ 12 w 24"/>
                  <a:gd name="T11" fmla="*/ 4 h 24"/>
                  <a:gd name="T12" fmla="*/ 20 w 24"/>
                  <a:gd name="T13" fmla="*/ 12 h 24"/>
                  <a:gd name="T14" fmla="*/ 12 w 24"/>
                  <a:gd name="T15" fmla="*/ 20 h 24"/>
                  <a:gd name="T16" fmla="*/ 4 w 24"/>
                  <a:gd name="T17" fmla="*/ 12 h 24"/>
                  <a:gd name="T18" fmla="*/ 12 w 24"/>
                  <a:gd name="T19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cubicBezTo>
                      <a:pt x="19" y="24"/>
                      <a:pt x="24" y="19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lose/>
                    <a:moveTo>
                      <a:pt x="12" y="4"/>
                    </a:moveTo>
                    <a:cubicBezTo>
                      <a:pt x="16" y="4"/>
                      <a:pt x="20" y="8"/>
                      <a:pt x="20" y="12"/>
                    </a:cubicBezTo>
                    <a:cubicBezTo>
                      <a:pt x="20" y="16"/>
                      <a:pt x="16" y="20"/>
                      <a:pt x="12" y="20"/>
                    </a:cubicBezTo>
                    <a:cubicBezTo>
                      <a:pt x="8" y="20"/>
                      <a:pt x="4" y="16"/>
                      <a:pt x="4" y="12"/>
                    </a:cubicBezTo>
                    <a:cubicBezTo>
                      <a:pt x="4" y="8"/>
                      <a:pt x="8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40" name="Group 117"/>
            <p:cNvGrpSpPr/>
            <p:nvPr/>
          </p:nvGrpSpPr>
          <p:grpSpPr>
            <a:xfrm>
              <a:off x="1406151" y="3743962"/>
              <a:ext cx="2390062" cy="834588"/>
              <a:chOff x="2100456" y="1829593"/>
              <a:chExt cx="2130757" cy="834588"/>
            </a:xfrm>
          </p:grpSpPr>
          <p:sp>
            <p:nvSpPr>
              <p:cNvPr id="41" name="Rectangle 118"/>
              <p:cNvSpPr/>
              <p:nvPr/>
            </p:nvSpPr>
            <p:spPr>
              <a:xfrm>
                <a:off x="2100456" y="2137370"/>
                <a:ext cx="2130757" cy="526811"/>
              </a:xfrm>
              <a:prstGeom prst="rect">
                <a:avLst/>
              </a:prstGeom>
            </p:spPr>
            <p:txBody>
              <a:bodyPr wrap="square" lIns="360000" anchor="t" anchorCtr="0">
                <a:normAutofit fontScale="92500" lnSpcReduction="100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2" name="TextBox 119"/>
              <p:cNvSpPr txBox="1"/>
              <p:nvPr/>
            </p:nvSpPr>
            <p:spPr>
              <a:xfrm>
                <a:off x="2104276" y="1829593"/>
                <a:ext cx="1366740" cy="307777"/>
              </a:xfrm>
              <a:prstGeom prst="rect">
                <a:avLst/>
              </a:prstGeom>
              <a:noFill/>
            </p:spPr>
            <p:txBody>
              <a:bodyPr wrap="none" lIns="360000" anchor="b" anchorCtr="0">
                <a:normAutofit fontScale="700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STEP 03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109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TITLE HERE</a:t>
            </a:r>
            <a:endParaRPr kumimoji="0" lang="en-GB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478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171 -0.738885 L 0 0 E" pathEditMode="relative" ptsTypes="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  <p:from x="3299" y="8092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73733bf4-062b-4be4-beff-36a42eaec55c"/>
          <p:cNvGrpSpPr>
            <a:grpSpLocks noChangeAspect="1"/>
          </p:cNvGrpSpPr>
          <p:nvPr/>
        </p:nvGrpSpPr>
        <p:grpSpPr>
          <a:xfrm>
            <a:off x="551951" y="1584055"/>
            <a:ext cx="8060880" cy="2223648"/>
            <a:chOff x="723063" y="2112073"/>
            <a:chExt cx="10747840" cy="2964864"/>
          </a:xfrm>
        </p:grpSpPr>
        <p:sp>
          <p:nvSpPr>
            <p:cNvPr id="4" name="Freeform: Shape 3"/>
            <p:cNvSpPr>
              <a:spLocks/>
            </p:cNvSpPr>
            <p:nvPr/>
          </p:nvSpPr>
          <p:spPr bwMode="auto">
            <a:xfrm>
              <a:off x="2927467" y="4441805"/>
              <a:ext cx="2858152" cy="635132"/>
            </a:xfrm>
            <a:custGeom>
              <a:avLst/>
              <a:gdLst>
                <a:gd name="T0" fmla="*/ 3799 w 3804"/>
                <a:gd name="T1" fmla="*/ 0 h 1355"/>
                <a:gd name="T2" fmla="*/ 372 w 3804"/>
                <a:gd name="T3" fmla="*/ 0 h 1355"/>
                <a:gd name="T4" fmla="*/ 0 w 3804"/>
                <a:gd name="T5" fmla="*/ 679 h 1355"/>
                <a:gd name="T6" fmla="*/ 372 w 3804"/>
                <a:gd name="T7" fmla="*/ 1355 h 1355"/>
                <a:gd name="T8" fmla="*/ 3804 w 3804"/>
                <a:gd name="T9" fmla="*/ 1355 h 1355"/>
                <a:gd name="T10" fmla="*/ 3799 w 3804"/>
                <a:gd name="T11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04" h="1355">
                  <a:moveTo>
                    <a:pt x="3799" y="0"/>
                  </a:moveTo>
                  <a:lnTo>
                    <a:pt x="372" y="0"/>
                  </a:lnTo>
                  <a:lnTo>
                    <a:pt x="0" y="679"/>
                  </a:lnTo>
                  <a:lnTo>
                    <a:pt x="372" y="1355"/>
                  </a:lnTo>
                  <a:lnTo>
                    <a:pt x="3804" y="1355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none" lIns="91440" tIns="45720" rIns="91440" bIns="4572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فراصوت</a:t>
              </a:r>
              <a:endPara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5" name="Freeform: Shape 22"/>
            <p:cNvSpPr/>
            <p:nvPr/>
          </p:nvSpPr>
          <p:spPr>
            <a:xfrm>
              <a:off x="5786485" y="2112074"/>
              <a:ext cx="179917" cy="930727"/>
            </a:xfrm>
            <a:custGeom>
              <a:avLst/>
              <a:gdLst>
                <a:gd name="connsiteX0" fmla="*/ 303644 w 304800"/>
                <a:gd name="connsiteY0" fmla="*/ 0 h 1576759"/>
                <a:gd name="connsiteX1" fmla="*/ 304800 w 304800"/>
                <a:gd name="connsiteY1" fmla="*/ 0 h 1576759"/>
                <a:gd name="connsiteX2" fmla="*/ 304800 w 304800"/>
                <a:gd name="connsiteY2" fmla="*/ 1192125 h 1576759"/>
                <a:gd name="connsiteX3" fmla="*/ 0 w 304800"/>
                <a:gd name="connsiteY3" fmla="*/ 1576759 h 1576759"/>
                <a:gd name="connsiteX4" fmla="*/ 0 w 304800"/>
                <a:gd name="connsiteY4" fmla="*/ 375069 h 1576759"/>
                <a:gd name="connsiteX5" fmla="*/ 3947 w 304800"/>
                <a:gd name="connsiteY5" fmla="*/ 378196 h 15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1576759">
                  <a:moveTo>
                    <a:pt x="303644" y="0"/>
                  </a:moveTo>
                  <a:lnTo>
                    <a:pt x="304800" y="0"/>
                  </a:lnTo>
                  <a:lnTo>
                    <a:pt x="304800" y="1192125"/>
                  </a:lnTo>
                  <a:lnTo>
                    <a:pt x="0" y="1576759"/>
                  </a:lnTo>
                  <a:lnTo>
                    <a:pt x="0" y="375069"/>
                  </a:lnTo>
                  <a:lnTo>
                    <a:pt x="3947" y="3781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Freeform: Shape 23"/>
            <p:cNvSpPr/>
            <p:nvPr/>
          </p:nvSpPr>
          <p:spPr>
            <a:xfrm>
              <a:off x="5963672" y="2112074"/>
              <a:ext cx="263231" cy="705227"/>
            </a:xfrm>
            <a:custGeom>
              <a:avLst/>
              <a:gdLst>
                <a:gd name="connsiteX0" fmla="*/ 0 w 445945"/>
                <a:gd name="connsiteY0" fmla="*/ 0 h 1194737"/>
                <a:gd name="connsiteX1" fmla="*/ 445945 w 445945"/>
                <a:gd name="connsiteY1" fmla="*/ 0 h 1194737"/>
                <a:gd name="connsiteX2" fmla="*/ 445945 w 445945"/>
                <a:gd name="connsiteY2" fmla="*/ 1194737 h 1194737"/>
                <a:gd name="connsiteX3" fmla="*/ 0 w 445945"/>
                <a:gd name="connsiteY3" fmla="*/ 1194737 h 119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945" h="1194737">
                  <a:moveTo>
                    <a:pt x="0" y="0"/>
                  </a:moveTo>
                  <a:lnTo>
                    <a:pt x="445945" y="0"/>
                  </a:lnTo>
                  <a:lnTo>
                    <a:pt x="445945" y="1194737"/>
                  </a:lnTo>
                  <a:lnTo>
                    <a:pt x="0" y="119473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Freeform: Shape 24"/>
            <p:cNvSpPr/>
            <p:nvPr/>
          </p:nvSpPr>
          <p:spPr>
            <a:xfrm flipH="1">
              <a:off x="6227309" y="2112073"/>
              <a:ext cx="179917" cy="930727"/>
            </a:xfrm>
            <a:custGeom>
              <a:avLst/>
              <a:gdLst>
                <a:gd name="connsiteX0" fmla="*/ 303644 w 304800"/>
                <a:gd name="connsiteY0" fmla="*/ 0 h 1576759"/>
                <a:gd name="connsiteX1" fmla="*/ 304800 w 304800"/>
                <a:gd name="connsiteY1" fmla="*/ 0 h 1576759"/>
                <a:gd name="connsiteX2" fmla="*/ 304800 w 304800"/>
                <a:gd name="connsiteY2" fmla="*/ 1192125 h 1576759"/>
                <a:gd name="connsiteX3" fmla="*/ 0 w 304800"/>
                <a:gd name="connsiteY3" fmla="*/ 1576759 h 1576759"/>
                <a:gd name="connsiteX4" fmla="*/ 0 w 304800"/>
                <a:gd name="connsiteY4" fmla="*/ 375069 h 1576759"/>
                <a:gd name="connsiteX5" fmla="*/ 3947 w 304800"/>
                <a:gd name="connsiteY5" fmla="*/ 378196 h 15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1576759">
                  <a:moveTo>
                    <a:pt x="303644" y="0"/>
                  </a:moveTo>
                  <a:lnTo>
                    <a:pt x="304800" y="0"/>
                  </a:lnTo>
                  <a:lnTo>
                    <a:pt x="304800" y="1192125"/>
                  </a:lnTo>
                  <a:lnTo>
                    <a:pt x="0" y="1576759"/>
                  </a:lnTo>
                  <a:lnTo>
                    <a:pt x="0" y="375069"/>
                  </a:lnTo>
                  <a:lnTo>
                    <a:pt x="3947" y="378196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8" name="Freeform: Shape 19"/>
            <p:cNvSpPr/>
            <p:nvPr/>
          </p:nvSpPr>
          <p:spPr>
            <a:xfrm>
              <a:off x="5786935" y="2807382"/>
              <a:ext cx="179917" cy="930727"/>
            </a:xfrm>
            <a:custGeom>
              <a:avLst/>
              <a:gdLst>
                <a:gd name="connsiteX0" fmla="*/ 303644 w 304800"/>
                <a:gd name="connsiteY0" fmla="*/ 0 h 1576759"/>
                <a:gd name="connsiteX1" fmla="*/ 304800 w 304800"/>
                <a:gd name="connsiteY1" fmla="*/ 0 h 1576759"/>
                <a:gd name="connsiteX2" fmla="*/ 304800 w 304800"/>
                <a:gd name="connsiteY2" fmla="*/ 1192125 h 1576759"/>
                <a:gd name="connsiteX3" fmla="*/ 0 w 304800"/>
                <a:gd name="connsiteY3" fmla="*/ 1576759 h 1576759"/>
                <a:gd name="connsiteX4" fmla="*/ 0 w 304800"/>
                <a:gd name="connsiteY4" fmla="*/ 375069 h 1576759"/>
                <a:gd name="connsiteX5" fmla="*/ 3947 w 304800"/>
                <a:gd name="connsiteY5" fmla="*/ 378196 h 15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1576759">
                  <a:moveTo>
                    <a:pt x="303644" y="0"/>
                  </a:moveTo>
                  <a:lnTo>
                    <a:pt x="304800" y="0"/>
                  </a:lnTo>
                  <a:lnTo>
                    <a:pt x="304800" y="1192125"/>
                  </a:lnTo>
                  <a:lnTo>
                    <a:pt x="0" y="1576759"/>
                  </a:lnTo>
                  <a:lnTo>
                    <a:pt x="0" y="375069"/>
                  </a:lnTo>
                  <a:lnTo>
                    <a:pt x="3947" y="37819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Freeform: Shape 20"/>
            <p:cNvSpPr/>
            <p:nvPr/>
          </p:nvSpPr>
          <p:spPr>
            <a:xfrm>
              <a:off x="5964122" y="2807382"/>
              <a:ext cx="263231" cy="705227"/>
            </a:xfrm>
            <a:custGeom>
              <a:avLst/>
              <a:gdLst>
                <a:gd name="connsiteX0" fmla="*/ 0 w 445945"/>
                <a:gd name="connsiteY0" fmla="*/ 0 h 1194737"/>
                <a:gd name="connsiteX1" fmla="*/ 445945 w 445945"/>
                <a:gd name="connsiteY1" fmla="*/ 0 h 1194737"/>
                <a:gd name="connsiteX2" fmla="*/ 445945 w 445945"/>
                <a:gd name="connsiteY2" fmla="*/ 1194737 h 1194737"/>
                <a:gd name="connsiteX3" fmla="*/ 0 w 445945"/>
                <a:gd name="connsiteY3" fmla="*/ 1194737 h 119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945" h="1194737">
                  <a:moveTo>
                    <a:pt x="0" y="0"/>
                  </a:moveTo>
                  <a:lnTo>
                    <a:pt x="445945" y="0"/>
                  </a:lnTo>
                  <a:lnTo>
                    <a:pt x="445945" y="1194737"/>
                  </a:lnTo>
                  <a:lnTo>
                    <a:pt x="0" y="11947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Freeform: Shape 21"/>
            <p:cNvSpPr/>
            <p:nvPr/>
          </p:nvSpPr>
          <p:spPr>
            <a:xfrm flipH="1">
              <a:off x="6227759" y="2807381"/>
              <a:ext cx="179917" cy="930727"/>
            </a:xfrm>
            <a:custGeom>
              <a:avLst/>
              <a:gdLst>
                <a:gd name="connsiteX0" fmla="*/ 303644 w 304800"/>
                <a:gd name="connsiteY0" fmla="*/ 0 h 1576759"/>
                <a:gd name="connsiteX1" fmla="*/ 304800 w 304800"/>
                <a:gd name="connsiteY1" fmla="*/ 0 h 1576759"/>
                <a:gd name="connsiteX2" fmla="*/ 304800 w 304800"/>
                <a:gd name="connsiteY2" fmla="*/ 1192125 h 1576759"/>
                <a:gd name="connsiteX3" fmla="*/ 0 w 304800"/>
                <a:gd name="connsiteY3" fmla="*/ 1576759 h 1576759"/>
                <a:gd name="connsiteX4" fmla="*/ 0 w 304800"/>
                <a:gd name="connsiteY4" fmla="*/ 375069 h 1576759"/>
                <a:gd name="connsiteX5" fmla="*/ 3947 w 304800"/>
                <a:gd name="connsiteY5" fmla="*/ 378196 h 15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1576759">
                  <a:moveTo>
                    <a:pt x="303644" y="0"/>
                  </a:moveTo>
                  <a:lnTo>
                    <a:pt x="304800" y="0"/>
                  </a:lnTo>
                  <a:lnTo>
                    <a:pt x="304800" y="1192125"/>
                  </a:lnTo>
                  <a:lnTo>
                    <a:pt x="0" y="1576759"/>
                  </a:lnTo>
                  <a:lnTo>
                    <a:pt x="0" y="375069"/>
                  </a:lnTo>
                  <a:lnTo>
                    <a:pt x="3947" y="378196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Freeform: Shape 6"/>
            <p:cNvSpPr/>
            <p:nvPr/>
          </p:nvSpPr>
          <p:spPr>
            <a:xfrm>
              <a:off x="5785618" y="3506119"/>
              <a:ext cx="179917" cy="930727"/>
            </a:xfrm>
            <a:custGeom>
              <a:avLst/>
              <a:gdLst>
                <a:gd name="connsiteX0" fmla="*/ 303644 w 304800"/>
                <a:gd name="connsiteY0" fmla="*/ 0 h 1576759"/>
                <a:gd name="connsiteX1" fmla="*/ 304800 w 304800"/>
                <a:gd name="connsiteY1" fmla="*/ 0 h 1576759"/>
                <a:gd name="connsiteX2" fmla="*/ 304800 w 304800"/>
                <a:gd name="connsiteY2" fmla="*/ 1192125 h 1576759"/>
                <a:gd name="connsiteX3" fmla="*/ 0 w 304800"/>
                <a:gd name="connsiteY3" fmla="*/ 1576759 h 1576759"/>
                <a:gd name="connsiteX4" fmla="*/ 0 w 304800"/>
                <a:gd name="connsiteY4" fmla="*/ 375069 h 1576759"/>
                <a:gd name="connsiteX5" fmla="*/ 3947 w 304800"/>
                <a:gd name="connsiteY5" fmla="*/ 378196 h 15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1576759">
                  <a:moveTo>
                    <a:pt x="303644" y="0"/>
                  </a:moveTo>
                  <a:lnTo>
                    <a:pt x="304800" y="0"/>
                  </a:lnTo>
                  <a:lnTo>
                    <a:pt x="304800" y="1192125"/>
                  </a:lnTo>
                  <a:lnTo>
                    <a:pt x="0" y="1576759"/>
                  </a:lnTo>
                  <a:lnTo>
                    <a:pt x="0" y="375069"/>
                  </a:lnTo>
                  <a:lnTo>
                    <a:pt x="3947" y="37819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Freeform: Shape 7"/>
            <p:cNvSpPr/>
            <p:nvPr/>
          </p:nvSpPr>
          <p:spPr>
            <a:xfrm>
              <a:off x="5962805" y="3506119"/>
              <a:ext cx="263231" cy="705227"/>
            </a:xfrm>
            <a:custGeom>
              <a:avLst/>
              <a:gdLst>
                <a:gd name="connsiteX0" fmla="*/ 0 w 445945"/>
                <a:gd name="connsiteY0" fmla="*/ 0 h 1194737"/>
                <a:gd name="connsiteX1" fmla="*/ 445945 w 445945"/>
                <a:gd name="connsiteY1" fmla="*/ 0 h 1194737"/>
                <a:gd name="connsiteX2" fmla="*/ 445945 w 445945"/>
                <a:gd name="connsiteY2" fmla="*/ 1194737 h 1194737"/>
                <a:gd name="connsiteX3" fmla="*/ 0 w 445945"/>
                <a:gd name="connsiteY3" fmla="*/ 1194737 h 119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5945" h="1194737">
                  <a:moveTo>
                    <a:pt x="0" y="0"/>
                  </a:moveTo>
                  <a:lnTo>
                    <a:pt x="445945" y="0"/>
                  </a:lnTo>
                  <a:lnTo>
                    <a:pt x="445945" y="1194737"/>
                  </a:lnTo>
                  <a:lnTo>
                    <a:pt x="0" y="119473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Freeform: Shape 8"/>
            <p:cNvSpPr/>
            <p:nvPr/>
          </p:nvSpPr>
          <p:spPr>
            <a:xfrm flipH="1">
              <a:off x="6226442" y="3506118"/>
              <a:ext cx="179917" cy="930727"/>
            </a:xfrm>
            <a:custGeom>
              <a:avLst/>
              <a:gdLst>
                <a:gd name="connsiteX0" fmla="*/ 303644 w 304800"/>
                <a:gd name="connsiteY0" fmla="*/ 0 h 1576759"/>
                <a:gd name="connsiteX1" fmla="*/ 304800 w 304800"/>
                <a:gd name="connsiteY1" fmla="*/ 0 h 1576759"/>
                <a:gd name="connsiteX2" fmla="*/ 304800 w 304800"/>
                <a:gd name="connsiteY2" fmla="*/ 1192125 h 1576759"/>
                <a:gd name="connsiteX3" fmla="*/ 0 w 304800"/>
                <a:gd name="connsiteY3" fmla="*/ 1576759 h 1576759"/>
                <a:gd name="connsiteX4" fmla="*/ 0 w 304800"/>
                <a:gd name="connsiteY4" fmla="*/ 375069 h 1576759"/>
                <a:gd name="connsiteX5" fmla="*/ 3947 w 304800"/>
                <a:gd name="connsiteY5" fmla="*/ 378196 h 15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4800" h="1576759">
                  <a:moveTo>
                    <a:pt x="303644" y="0"/>
                  </a:moveTo>
                  <a:lnTo>
                    <a:pt x="304800" y="0"/>
                  </a:lnTo>
                  <a:lnTo>
                    <a:pt x="304800" y="1192125"/>
                  </a:lnTo>
                  <a:lnTo>
                    <a:pt x="0" y="1576759"/>
                  </a:lnTo>
                  <a:lnTo>
                    <a:pt x="0" y="375069"/>
                  </a:lnTo>
                  <a:lnTo>
                    <a:pt x="3947" y="378196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4" name="Group 9"/>
            <p:cNvGrpSpPr/>
            <p:nvPr/>
          </p:nvGrpSpPr>
          <p:grpSpPr>
            <a:xfrm>
              <a:off x="5962608" y="4201427"/>
              <a:ext cx="263878" cy="759478"/>
              <a:chOff x="4469832" y="3408828"/>
              <a:chExt cx="263878" cy="759478"/>
            </a:xfrm>
            <a:solidFill>
              <a:schemeClr val="accent4"/>
            </a:solidFill>
          </p:grpSpPr>
          <p:sp>
            <p:nvSpPr>
              <p:cNvPr id="27" name="Freeform: Shape 15"/>
              <p:cNvSpPr/>
              <p:nvPr/>
            </p:nvSpPr>
            <p:spPr>
              <a:xfrm>
                <a:off x="4470479" y="3408828"/>
                <a:ext cx="263231" cy="705227"/>
              </a:xfrm>
              <a:custGeom>
                <a:avLst/>
                <a:gdLst>
                  <a:gd name="connsiteX0" fmla="*/ 0 w 445945"/>
                  <a:gd name="connsiteY0" fmla="*/ 0 h 1194737"/>
                  <a:gd name="connsiteX1" fmla="*/ 445945 w 445945"/>
                  <a:gd name="connsiteY1" fmla="*/ 0 h 1194737"/>
                  <a:gd name="connsiteX2" fmla="*/ 445945 w 445945"/>
                  <a:gd name="connsiteY2" fmla="*/ 1194737 h 1194737"/>
                  <a:gd name="connsiteX3" fmla="*/ 0 w 445945"/>
                  <a:gd name="connsiteY3" fmla="*/ 1194737 h 119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945" h="1194737">
                    <a:moveTo>
                      <a:pt x="0" y="0"/>
                    </a:moveTo>
                    <a:lnTo>
                      <a:pt x="445945" y="0"/>
                    </a:lnTo>
                    <a:lnTo>
                      <a:pt x="445945" y="1194737"/>
                    </a:lnTo>
                    <a:lnTo>
                      <a:pt x="0" y="119473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8" name="Freeform: Shape 16"/>
              <p:cNvSpPr/>
              <p:nvPr/>
            </p:nvSpPr>
            <p:spPr>
              <a:xfrm>
                <a:off x="4469832" y="4115863"/>
                <a:ext cx="263231" cy="52443"/>
              </a:xfrm>
              <a:custGeom>
                <a:avLst/>
                <a:gdLst>
                  <a:gd name="connsiteX0" fmla="*/ 0 w 413533"/>
                  <a:gd name="connsiteY0" fmla="*/ 0 h 82388"/>
                  <a:gd name="connsiteX1" fmla="*/ 413533 w 413533"/>
                  <a:gd name="connsiteY1" fmla="*/ 0 h 82388"/>
                  <a:gd name="connsiteX2" fmla="*/ 410293 w 413533"/>
                  <a:gd name="connsiteY2" fmla="*/ 4444 h 82388"/>
                  <a:gd name="connsiteX3" fmla="*/ 206766 w 413533"/>
                  <a:gd name="connsiteY3" fmla="*/ 82388 h 82388"/>
                  <a:gd name="connsiteX4" fmla="*/ 3240 w 413533"/>
                  <a:gd name="connsiteY4" fmla="*/ 4444 h 82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3533" h="82388">
                    <a:moveTo>
                      <a:pt x="0" y="0"/>
                    </a:moveTo>
                    <a:lnTo>
                      <a:pt x="413533" y="0"/>
                    </a:lnTo>
                    <a:lnTo>
                      <a:pt x="410293" y="4444"/>
                    </a:lnTo>
                    <a:cubicBezTo>
                      <a:pt x="358206" y="52602"/>
                      <a:pt x="286248" y="82388"/>
                      <a:pt x="206766" y="82388"/>
                    </a:cubicBezTo>
                    <a:cubicBezTo>
                      <a:pt x="127284" y="82388"/>
                      <a:pt x="55327" y="52602"/>
                      <a:pt x="3240" y="44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15" name="Freeform: Shape 10"/>
            <p:cNvSpPr/>
            <p:nvPr/>
          </p:nvSpPr>
          <p:spPr>
            <a:xfrm rot="20560681">
              <a:off x="5683023" y="4244326"/>
              <a:ext cx="399216" cy="720509"/>
            </a:xfrm>
            <a:custGeom>
              <a:avLst/>
              <a:gdLst>
                <a:gd name="connsiteX0" fmla="*/ 398565 w 399216"/>
                <a:gd name="connsiteY0" fmla="*/ 0 h 720509"/>
                <a:gd name="connsiteX1" fmla="*/ 399216 w 399216"/>
                <a:gd name="connsiteY1" fmla="*/ 203 h 720509"/>
                <a:gd name="connsiteX2" fmla="*/ 189700 w 399216"/>
                <a:gd name="connsiteY2" fmla="*/ 671975 h 720509"/>
                <a:gd name="connsiteX3" fmla="*/ 187218 w 399216"/>
                <a:gd name="connsiteY3" fmla="*/ 673667 h 720509"/>
                <a:gd name="connsiteX4" fmla="*/ 189945 w 399216"/>
                <a:gd name="connsiteY4" fmla="*/ 673667 h 720509"/>
                <a:gd name="connsiteX5" fmla="*/ 188471 w 399216"/>
                <a:gd name="connsiteY5" fmla="*/ 676194 h 720509"/>
                <a:gd name="connsiteX6" fmla="*/ 95893 w 399216"/>
                <a:gd name="connsiteY6" fmla="*/ 720509 h 720509"/>
                <a:gd name="connsiteX7" fmla="*/ 3316 w 399216"/>
                <a:gd name="connsiteY7" fmla="*/ 676194 h 720509"/>
                <a:gd name="connsiteX8" fmla="*/ 3158 w 399216"/>
                <a:gd name="connsiteY8" fmla="*/ 675923 h 720509"/>
                <a:gd name="connsiteX9" fmla="*/ 0 w 399216"/>
                <a:gd name="connsiteY9" fmla="*/ 675934 h 720509"/>
                <a:gd name="connsiteX10" fmla="*/ 161540 w 399216"/>
                <a:gd name="connsiteY10" fmla="*/ 157989 h 720509"/>
                <a:gd name="connsiteX11" fmla="*/ 163215 w 399216"/>
                <a:gd name="connsiteY11" fmla="*/ 160445 h 720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9216" h="720509">
                  <a:moveTo>
                    <a:pt x="398565" y="0"/>
                  </a:moveTo>
                  <a:lnTo>
                    <a:pt x="399216" y="203"/>
                  </a:lnTo>
                  <a:lnTo>
                    <a:pt x="189700" y="671975"/>
                  </a:lnTo>
                  <a:lnTo>
                    <a:pt x="187218" y="673667"/>
                  </a:lnTo>
                  <a:lnTo>
                    <a:pt x="189945" y="673667"/>
                  </a:lnTo>
                  <a:lnTo>
                    <a:pt x="188471" y="676194"/>
                  </a:lnTo>
                  <a:cubicBezTo>
                    <a:pt x="164779" y="703574"/>
                    <a:pt x="132047" y="720509"/>
                    <a:pt x="95893" y="720509"/>
                  </a:cubicBezTo>
                  <a:cubicBezTo>
                    <a:pt x="59739" y="720509"/>
                    <a:pt x="27009" y="703574"/>
                    <a:pt x="3316" y="676194"/>
                  </a:cubicBezTo>
                  <a:lnTo>
                    <a:pt x="3158" y="675923"/>
                  </a:lnTo>
                  <a:lnTo>
                    <a:pt x="0" y="675934"/>
                  </a:lnTo>
                  <a:lnTo>
                    <a:pt x="161540" y="157989"/>
                  </a:lnTo>
                  <a:lnTo>
                    <a:pt x="163215" y="16044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Freeform: Shape 11"/>
            <p:cNvSpPr/>
            <p:nvPr/>
          </p:nvSpPr>
          <p:spPr>
            <a:xfrm rot="1039319" flipH="1">
              <a:off x="6109760" y="4239368"/>
              <a:ext cx="399216" cy="720509"/>
            </a:xfrm>
            <a:custGeom>
              <a:avLst/>
              <a:gdLst>
                <a:gd name="connsiteX0" fmla="*/ 398565 w 399216"/>
                <a:gd name="connsiteY0" fmla="*/ 0 h 720509"/>
                <a:gd name="connsiteX1" fmla="*/ 399216 w 399216"/>
                <a:gd name="connsiteY1" fmla="*/ 203 h 720509"/>
                <a:gd name="connsiteX2" fmla="*/ 189700 w 399216"/>
                <a:gd name="connsiteY2" fmla="*/ 671975 h 720509"/>
                <a:gd name="connsiteX3" fmla="*/ 187218 w 399216"/>
                <a:gd name="connsiteY3" fmla="*/ 673667 h 720509"/>
                <a:gd name="connsiteX4" fmla="*/ 189945 w 399216"/>
                <a:gd name="connsiteY4" fmla="*/ 673667 h 720509"/>
                <a:gd name="connsiteX5" fmla="*/ 188471 w 399216"/>
                <a:gd name="connsiteY5" fmla="*/ 676194 h 720509"/>
                <a:gd name="connsiteX6" fmla="*/ 95893 w 399216"/>
                <a:gd name="connsiteY6" fmla="*/ 720509 h 720509"/>
                <a:gd name="connsiteX7" fmla="*/ 3316 w 399216"/>
                <a:gd name="connsiteY7" fmla="*/ 676194 h 720509"/>
                <a:gd name="connsiteX8" fmla="*/ 3158 w 399216"/>
                <a:gd name="connsiteY8" fmla="*/ 675923 h 720509"/>
                <a:gd name="connsiteX9" fmla="*/ 0 w 399216"/>
                <a:gd name="connsiteY9" fmla="*/ 675934 h 720509"/>
                <a:gd name="connsiteX10" fmla="*/ 161540 w 399216"/>
                <a:gd name="connsiteY10" fmla="*/ 157989 h 720509"/>
                <a:gd name="connsiteX11" fmla="*/ 163215 w 399216"/>
                <a:gd name="connsiteY11" fmla="*/ 160445 h 720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9216" h="720509">
                  <a:moveTo>
                    <a:pt x="398565" y="0"/>
                  </a:moveTo>
                  <a:lnTo>
                    <a:pt x="399216" y="203"/>
                  </a:lnTo>
                  <a:lnTo>
                    <a:pt x="189700" y="671975"/>
                  </a:lnTo>
                  <a:lnTo>
                    <a:pt x="187218" y="673667"/>
                  </a:lnTo>
                  <a:lnTo>
                    <a:pt x="189945" y="673667"/>
                  </a:lnTo>
                  <a:lnTo>
                    <a:pt x="188471" y="676194"/>
                  </a:lnTo>
                  <a:cubicBezTo>
                    <a:pt x="164779" y="703574"/>
                    <a:pt x="132047" y="720509"/>
                    <a:pt x="95893" y="720509"/>
                  </a:cubicBezTo>
                  <a:cubicBezTo>
                    <a:pt x="59739" y="720509"/>
                    <a:pt x="27009" y="703574"/>
                    <a:pt x="3316" y="676194"/>
                  </a:cubicBezTo>
                  <a:lnTo>
                    <a:pt x="3158" y="675923"/>
                  </a:lnTo>
                  <a:lnTo>
                    <a:pt x="0" y="675934"/>
                  </a:lnTo>
                  <a:lnTo>
                    <a:pt x="161540" y="157989"/>
                  </a:lnTo>
                  <a:lnTo>
                    <a:pt x="163215" y="16044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7" name="Group 12"/>
            <p:cNvGrpSpPr/>
            <p:nvPr/>
          </p:nvGrpSpPr>
          <p:grpSpPr>
            <a:xfrm>
              <a:off x="5785618" y="4832689"/>
              <a:ext cx="612414" cy="244247"/>
              <a:chOff x="4292842" y="4040090"/>
              <a:chExt cx="612414" cy="244247"/>
            </a:xfrm>
          </p:grpSpPr>
          <p:sp>
            <p:nvSpPr>
              <p:cNvPr id="25" name="Oval 13"/>
              <p:cNvSpPr/>
              <p:nvPr/>
            </p:nvSpPr>
            <p:spPr>
              <a:xfrm>
                <a:off x="4292842" y="4040090"/>
                <a:ext cx="612414" cy="244247"/>
              </a:xfrm>
              <a:prstGeom prst="ellipse">
                <a:avLst/>
              </a:prstGeom>
              <a:solidFill>
                <a:srgbClr val="F2A1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6" name="Oval 14"/>
              <p:cNvSpPr/>
              <p:nvPr/>
            </p:nvSpPr>
            <p:spPr>
              <a:xfrm>
                <a:off x="4469832" y="4112952"/>
                <a:ext cx="277584" cy="110708"/>
              </a:xfrm>
              <a:prstGeom prst="ellipse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18" name="Freeform: Shape 25"/>
            <p:cNvSpPr>
              <a:spLocks/>
            </p:cNvSpPr>
            <p:nvPr/>
          </p:nvSpPr>
          <p:spPr bwMode="auto">
            <a:xfrm>
              <a:off x="2912324" y="3042800"/>
              <a:ext cx="2883257" cy="675897"/>
            </a:xfrm>
            <a:custGeom>
              <a:avLst/>
              <a:gdLst>
                <a:gd name="T0" fmla="*/ 3799 w 3804"/>
                <a:gd name="T1" fmla="*/ 0 h 1355"/>
                <a:gd name="T2" fmla="*/ 372 w 3804"/>
                <a:gd name="T3" fmla="*/ 0 h 1355"/>
                <a:gd name="T4" fmla="*/ 0 w 3804"/>
                <a:gd name="T5" fmla="*/ 679 h 1355"/>
                <a:gd name="T6" fmla="*/ 372 w 3804"/>
                <a:gd name="T7" fmla="*/ 1355 h 1355"/>
                <a:gd name="T8" fmla="*/ 3804 w 3804"/>
                <a:gd name="T9" fmla="*/ 1355 h 1355"/>
                <a:gd name="T10" fmla="*/ 3799 w 3804"/>
                <a:gd name="T11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04" h="1355">
                  <a:moveTo>
                    <a:pt x="3799" y="0"/>
                  </a:moveTo>
                  <a:lnTo>
                    <a:pt x="372" y="0"/>
                  </a:lnTo>
                  <a:lnTo>
                    <a:pt x="0" y="679"/>
                  </a:lnTo>
                  <a:lnTo>
                    <a:pt x="372" y="1355"/>
                  </a:lnTo>
                  <a:lnTo>
                    <a:pt x="3804" y="1355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none" lIns="91440" tIns="45720" rIns="91440" bIns="4572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کارپذیری</a:t>
              </a:r>
              <a:endPara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Freeform: Shape 26"/>
            <p:cNvSpPr>
              <a:spLocks/>
            </p:cNvSpPr>
            <p:nvPr/>
          </p:nvSpPr>
          <p:spPr bwMode="auto">
            <a:xfrm flipH="1">
              <a:off x="6404539" y="2349214"/>
              <a:ext cx="2883257" cy="675897"/>
            </a:xfrm>
            <a:custGeom>
              <a:avLst/>
              <a:gdLst>
                <a:gd name="T0" fmla="*/ 3799 w 3804"/>
                <a:gd name="T1" fmla="*/ 0 h 1355"/>
                <a:gd name="T2" fmla="*/ 372 w 3804"/>
                <a:gd name="T3" fmla="*/ 0 h 1355"/>
                <a:gd name="T4" fmla="*/ 0 w 3804"/>
                <a:gd name="T5" fmla="*/ 679 h 1355"/>
                <a:gd name="T6" fmla="*/ 372 w 3804"/>
                <a:gd name="T7" fmla="*/ 1355 h 1355"/>
                <a:gd name="T8" fmla="*/ 3804 w 3804"/>
                <a:gd name="T9" fmla="*/ 1355 h 1355"/>
                <a:gd name="T10" fmla="*/ 3799 w 3804"/>
                <a:gd name="T11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04" h="1355">
                  <a:moveTo>
                    <a:pt x="3799" y="0"/>
                  </a:moveTo>
                  <a:lnTo>
                    <a:pt x="372" y="0"/>
                  </a:lnTo>
                  <a:lnTo>
                    <a:pt x="0" y="679"/>
                  </a:lnTo>
                  <a:lnTo>
                    <a:pt x="372" y="1355"/>
                  </a:lnTo>
                  <a:lnTo>
                    <a:pt x="3804" y="1355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none" lIns="91440" tIns="45720" rIns="91440" bIns="4572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روانی</a:t>
              </a:r>
              <a:endPara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0" name="Freeform: Shape 27"/>
            <p:cNvSpPr>
              <a:spLocks/>
            </p:cNvSpPr>
            <p:nvPr/>
          </p:nvSpPr>
          <p:spPr bwMode="auto">
            <a:xfrm flipH="1">
              <a:off x="6404539" y="3770315"/>
              <a:ext cx="2883257" cy="675897"/>
            </a:xfrm>
            <a:custGeom>
              <a:avLst/>
              <a:gdLst>
                <a:gd name="T0" fmla="*/ 3799 w 3804"/>
                <a:gd name="T1" fmla="*/ 0 h 1355"/>
                <a:gd name="T2" fmla="*/ 372 w 3804"/>
                <a:gd name="T3" fmla="*/ 0 h 1355"/>
                <a:gd name="T4" fmla="*/ 0 w 3804"/>
                <a:gd name="T5" fmla="*/ 679 h 1355"/>
                <a:gd name="T6" fmla="*/ 372 w 3804"/>
                <a:gd name="T7" fmla="*/ 1355 h 1355"/>
                <a:gd name="T8" fmla="*/ 3804 w 3804"/>
                <a:gd name="T9" fmla="*/ 1355 h 1355"/>
                <a:gd name="T10" fmla="*/ 3799 w 3804"/>
                <a:gd name="T11" fmla="*/ 0 h 1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04" h="1355">
                  <a:moveTo>
                    <a:pt x="3799" y="0"/>
                  </a:moveTo>
                  <a:lnTo>
                    <a:pt x="372" y="0"/>
                  </a:lnTo>
                  <a:lnTo>
                    <a:pt x="0" y="679"/>
                  </a:lnTo>
                  <a:lnTo>
                    <a:pt x="372" y="1355"/>
                  </a:lnTo>
                  <a:lnTo>
                    <a:pt x="3804" y="1355"/>
                  </a:lnTo>
                  <a:lnTo>
                    <a:pt x="37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anchor="ctr" anchorCtr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دمای هیدراتاسیون</a:t>
              </a:r>
              <a:endPara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1" name="TextBox 28"/>
            <p:cNvSpPr txBox="1">
              <a:spLocks/>
            </p:cNvSpPr>
            <p:nvPr/>
          </p:nvSpPr>
          <p:spPr>
            <a:xfrm>
              <a:off x="9367366" y="2352674"/>
              <a:ext cx="2103537" cy="690125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lvl="0" rtl="1" algn="r">
                <a:lnSpc>
                  <a:spcPct val="120000"/>
                </a:lnSpc>
                <a:defRPr/>
              </a:pPr>
              <a:r>
                <a:rPr lang="fa-IR" altLang="en-US" sz="1000" dirty="0">
                  <a:solidFill>
                    <a:srgbClr val="000000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اندازه‌گیری روانی و حفظ آن در زمان</a:t>
              </a:r>
              <a:endParaRPr kumimoji="0" lang="fa-IR" altLang="en-US" sz="10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2" name="TextBox 33"/>
            <p:cNvSpPr txBox="1">
              <a:spLocks/>
            </p:cNvSpPr>
            <p:nvPr/>
          </p:nvSpPr>
          <p:spPr>
            <a:xfrm>
              <a:off x="9367366" y="3746720"/>
              <a:ext cx="2103537" cy="690125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lvl="0" rtl="1" algn="r">
                <a:lnSpc>
                  <a:spcPct val="120000"/>
                </a:lnSpc>
                <a:defRPr/>
              </a:pPr>
              <a:r>
                <a:rPr lang="fa-IR" altLang="en-US" sz="1000" dirty="0">
                  <a:solidFill>
                    <a:srgbClr val="000000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ثبت منحنی دما هنگام گیرش</a:t>
              </a:r>
              <a:endParaRPr kumimoji="0" lang="fa-IR" altLang="en-US" sz="10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3" name="TextBox 34"/>
            <p:cNvSpPr txBox="1">
              <a:spLocks/>
            </p:cNvSpPr>
            <p:nvPr/>
          </p:nvSpPr>
          <p:spPr>
            <a:xfrm>
              <a:off x="723063" y="3024663"/>
              <a:ext cx="2103537" cy="690125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lvl="0" algn="r" rtl="1">
                <a:lnSpc>
                  <a:spcPct val="120000"/>
                </a:lnSpc>
                <a:defRPr/>
              </a:pPr>
              <a:r>
                <a:rPr lang="fa-IR" altLang="en-US" sz="1000" dirty="0">
                  <a:solidFill>
                    <a:srgbClr val="000000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زمان کارپذیری و گیرش اولیه و نهایی</a:t>
              </a:r>
              <a:endParaRPr kumimoji="0" lang="fa-IR" altLang="en-US" sz="10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4" name="TextBox 35"/>
            <p:cNvSpPr txBox="1">
              <a:spLocks/>
            </p:cNvSpPr>
            <p:nvPr/>
          </p:nvSpPr>
          <p:spPr>
            <a:xfrm>
              <a:off x="723063" y="4386811"/>
              <a:ext cx="2103537" cy="690125"/>
            </a:xfrm>
            <a:prstGeom prst="rect">
              <a:avLst/>
            </a:prstGeom>
          </p:spPr>
          <p:txBody>
            <a:bodyPr vert="horz" wrap="square" lIns="0" tIns="0" rIns="0" bIns="0">
              <a:normAutofit/>
            </a:bodyPr>
            <a:lstStyle/>
            <a:p>
              <a:pPr lvl="0" algn="r" rtl="1">
                <a:lnSpc>
                  <a:spcPct val="120000"/>
                </a:lnSpc>
                <a:defRPr/>
              </a:pPr>
              <a:r>
                <a:rPr lang="fa-IR" altLang="en-US" sz="1000" dirty="0">
                  <a:solidFill>
                    <a:srgbClr val="000000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پایش فراصوتی، در صورت دسترسی</a:t>
              </a:r>
              <a:endParaRPr kumimoji="0" lang="fa-IR" altLang="en-US" sz="10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9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سنجش گیرش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82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48019" y="1260211"/>
            <a:ext cx="3523536" cy="2627070"/>
            <a:chOff x="848019" y="1260211"/>
            <a:chExt cx="3523536" cy="2627070"/>
          </a:xfrm>
        </p:grpSpPr>
        <p:grpSp>
          <p:nvGrpSpPr>
            <p:cNvPr id="18" name="组合 17"/>
            <p:cNvGrpSpPr/>
            <p:nvPr/>
          </p:nvGrpSpPr>
          <p:grpSpPr>
            <a:xfrm>
              <a:off x="2687173" y="1260211"/>
              <a:ext cx="1684382" cy="644759"/>
              <a:chOff x="3367444" y="1680281"/>
              <a:chExt cx="2245843" cy="859678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3367444" y="2061415"/>
                <a:ext cx="2245843" cy="478544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1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3396642" y="1680281"/>
                <a:ext cx="755283" cy="407136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75%</a:t>
                </a: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997192" y="1924377"/>
              <a:ext cx="1684382" cy="644759"/>
              <a:chOff x="2447469" y="2565836"/>
              <a:chExt cx="2245843" cy="859679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2447469" y="2946971"/>
                <a:ext cx="2245843" cy="478544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1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2476668" y="2565836"/>
                <a:ext cx="961646" cy="415275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 lnSpcReduction="1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55%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1327438" y="2603947"/>
              <a:ext cx="1684382" cy="644759"/>
              <a:chOff x="1554464" y="3471929"/>
              <a:chExt cx="2245843" cy="859679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1554464" y="3853064"/>
                <a:ext cx="2245843" cy="478544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1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1583663" y="3471929"/>
                <a:ext cx="1012234" cy="401059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20%</a:t>
                </a: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848019" y="3242522"/>
              <a:ext cx="1684382" cy="644759"/>
              <a:chOff x="915238" y="4323363"/>
              <a:chExt cx="2245843" cy="859679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915238" y="4704498"/>
                <a:ext cx="2245843" cy="478544"/>
              </a:xfrm>
              <a:prstGeom prst="rect">
                <a:avLst/>
              </a:prstGeom>
            </p:spPr>
            <p:txBody>
              <a:bodyPr wrap="square" lIns="0" tIns="0" rIns="0" bIns="0">
                <a:normAutofit fontScale="925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1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944436" y="4323363"/>
                <a:ext cx="1005669" cy="477173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80%</a:t>
                </a:r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2472404" y="1219095"/>
            <a:ext cx="5665955" cy="3042678"/>
            <a:chOff x="2472404" y="1219095"/>
            <a:chExt cx="5665955" cy="3042678"/>
          </a:xfrm>
        </p:grpSpPr>
        <p:sp>
          <p:nvSpPr>
            <p:cNvPr id="4" name="椭圆 3"/>
            <p:cNvSpPr/>
            <p:nvPr/>
          </p:nvSpPr>
          <p:spPr>
            <a:xfrm>
              <a:off x="3037699" y="3245035"/>
              <a:ext cx="1016738" cy="1016738"/>
            </a:xfrm>
            <a:prstGeom prst="ellipse">
              <a:avLst/>
            </a:prstGeom>
            <a:solidFill>
              <a:schemeClr val="bg2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3203167" y="3410504"/>
              <a:ext cx="685800" cy="685800"/>
            </a:xfrm>
            <a:prstGeom prst="ellipse">
              <a:avLst/>
            </a:prstGeom>
            <a:solidFill>
              <a:schemeClr val="bg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弧形 5"/>
            <p:cNvSpPr/>
            <p:nvPr/>
          </p:nvSpPr>
          <p:spPr>
            <a:xfrm>
              <a:off x="3079723" y="3287060"/>
              <a:ext cx="932688" cy="932688"/>
            </a:xfrm>
            <a:prstGeom prst="arc">
              <a:avLst>
                <a:gd name="adj1" fmla="val 1912232"/>
                <a:gd name="adj2" fmla="val 16025866"/>
              </a:avLst>
            </a:prstGeom>
            <a:ln w="127000" cap="rnd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639426" y="2583664"/>
              <a:ext cx="1016738" cy="1016738"/>
            </a:xfrm>
            <a:prstGeom prst="ellipse">
              <a:avLst/>
            </a:prstGeom>
            <a:solidFill>
              <a:schemeClr val="bg2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804895" y="2749133"/>
              <a:ext cx="685800" cy="685800"/>
            </a:xfrm>
            <a:prstGeom prst="ellipse">
              <a:avLst/>
            </a:prstGeom>
            <a:solidFill>
              <a:schemeClr val="bg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弧形 8"/>
            <p:cNvSpPr/>
            <p:nvPr/>
          </p:nvSpPr>
          <p:spPr>
            <a:xfrm>
              <a:off x="3681451" y="2625689"/>
              <a:ext cx="932688" cy="932688"/>
            </a:xfrm>
            <a:prstGeom prst="arc">
              <a:avLst>
                <a:gd name="adj1" fmla="val 12630923"/>
                <a:gd name="adj2" fmla="val 16810298"/>
              </a:avLst>
            </a:prstGeom>
            <a:ln w="1270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251298" y="1888003"/>
              <a:ext cx="1016738" cy="1016738"/>
            </a:xfrm>
            <a:prstGeom prst="ellipse">
              <a:avLst/>
            </a:prstGeom>
            <a:solidFill>
              <a:schemeClr val="bg2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416766" y="2053472"/>
              <a:ext cx="685800" cy="685800"/>
            </a:xfrm>
            <a:prstGeom prst="ellipse">
              <a:avLst/>
            </a:prstGeom>
            <a:solidFill>
              <a:schemeClr val="bg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弧形 11"/>
            <p:cNvSpPr/>
            <p:nvPr/>
          </p:nvSpPr>
          <p:spPr>
            <a:xfrm>
              <a:off x="4293322" y="1930028"/>
              <a:ext cx="932688" cy="932688"/>
            </a:xfrm>
            <a:prstGeom prst="arc">
              <a:avLst>
                <a:gd name="adj1" fmla="val 7003494"/>
                <a:gd name="adj2" fmla="val 16549647"/>
              </a:avLst>
            </a:prstGeom>
            <a:ln w="1270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4883110" y="1219095"/>
              <a:ext cx="1016738" cy="1016738"/>
            </a:xfrm>
            <a:prstGeom prst="ellipse">
              <a:avLst/>
            </a:prstGeom>
            <a:solidFill>
              <a:schemeClr val="bg2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048579" y="1384564"/>
              <a:ext cx="685800" cy="685800"/>
            </a:xfrm>
            <a:prstGeom prst="ellipse">
              <a:avLst/>
            </a:prstGeom>
            <a:solidFill>
              <a:schemeClr val="bg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弧形 14"/>
            <p:cNvSpPr/>
            <p:nvPr/>
          </p:nvSpPr>
          <p:spPr>
            <a:xfrm>
              <a:off x="4925135" y="1261120"/>
              <a:ext cx="932688" cy="932688"/>
            </a:xfrm>
            <a:prstGeom prst="arc">
              <a:avLst>
                <a:gd name="adj1" fmla="val 2235195"/>
                <a:gd name="adj2" fmla="val 15909249"/>
              </a:avLst>
            </a:prstGeom>
            <a:ln w="1270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054438" y="1727464"/>
              <a:ext cx="2442988" cy="2143563"/>
              <a:chOff x="5405916" y="2303285"/>
              <a:chExt cx="3740709" cy="2858084"/>
            </a:xfrm>
          </p:grpSpPr>
          <p:cxnSp>
            <p:nvCxnSpPr>
              <p:cNvPr id="50" name="直接连接符 49"/>
              <p:cNvCxnSpPr/>
              <p:nvPr/>
            </p:nvCxnSpPr>
            <p:spPr>
              <a:xfrm>
                <a:off x="7866465" y="2303285"/>
                <a:ext cx="1280160" cy="0"/>
              </a:xfrm>
              <a:prstGeom prst="line">
                <a:avLst/>
              </a:prstGeom>
              <a:ln>
                <a:solidFill>
                  <a:srgbClr val="95A5A6"/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7005759" y="3325305"/>
                <a:ext cx="1280160" cy="0"/>
              </a:xfrm>
              <a:prstGeom prst="line">
                <a:avLst/>
              </a:prstGeom>
              <a:ln>
                <a:solidFill>
                  <a:srgbClr val="95A5A6"/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6208219" y="4289499"/>
                <a:ext cx="1280160" cy="0"/>
              </a:xfrm>
              <a:prstGeom prst="line">
                <a:avLst/>
              </a:prstGeom>
              <a:ln>
                <a:solidFill>
                  <a:srgbClr val="95A5A6"/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5405916" y="5161369"/>
                <a:ext cx="1280160" cy="0"/>
              </a:xfrm>
              <a:prstGeom prst="line">
                <a:avLst/>
              </a:prstGeom>
              <a:ln>
                <a:solidFill>
                  <a:srgbClr val="95A5A6"/>
                </a:solidFill>
                <a:prstDash val="dash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>
              <a:off x="2472404" y="1384564"/>
              <a:ext cx="2542151" cy="2006741"/>
              <a:chOff x="2979972" y="1846085"/>
              <a:chExt cx="3706104" cy="2675655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5405916" y="1846085"/>
                <a:ext cx="1280160" cy="0"/>
              </a:xfrm>
              <a:prstGeom prst="line">
                <a:avLst/>
              </a:prstGeom>
              <a:ln>
                <a:solidFill>
                  <a:srgbClr val="95A5A6"/>
                </a:solidFill>
                <a:prstDash val="dash"/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4545210" y="2760485"/>
                <a:ext cx="1280160" cy="0"/>
              </a:xfrm>
              <a:prstGeom prst="line">
                <a:avLst/>
              </a:prstGeom>
              <a:ln>
                <a:solidFill>
                  <a:srgbClr val="95A5A6"/>
                </a:solidFill>
                <a:prstDash val="dash"/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3697987" y="3668156"/>
                <a:ext cx="1280160" cy="0"/>
              </a:xfrm>
              <a:prstGeom prst="line">
                <a:avLst/>
              </a:prstGeom>
              <a:ln>
                <a:solidFill>
                  <a:srgbClr val="95A5A6"/>
                </a:solidFill>
                <a:prstDash val="dash"/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2979972" y="4521740"/>
                <a:ext cx="1280160" cy="0"/>
              </a:xfrm>
              <a:prstGeom prst="line">
                <a:avLst/>
              </a:prstGeom>
              <a:ln>
                <a:solidFill>
                  <a:srgbClr val="95A5A6"/>
                </a:solidFill>
                <a:prstDash val="dash"/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/>
            <p:cNvGrpSpPr/>
            <p:nvPr/>
          </p:nvGrpSpPr>
          <p:grpSpPr>
            <a:xfrm>
              <a:off x="6646510" y="1429178"/>
              <a:ext cx="1491849" cy="587404"/>
              <a:chOff x="9287630" y="1905571"/>
              <a:chExt cx="1989132" cy="783205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9287630" y="1905571"/>
                <a:ext cx="1989132" cy="311688"/>
              </a:xfrm>
              <a:prstGeom prst="rect">
                <a:avLst/>
              </a:prstGeom>
            </p:spPr>
            <p:txBody>
              <a:bodyPr wrap="none" lIns="0" tIns="0" rIns="0" bIns="0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STAGE 04</a:t>
                </a:r>
                <a:endPara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9287630" y="2217259"/>
                <a:ext cx="1989132" cy="471517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097901" y="2219906"/>
              <a:ext cx="1491849" cy="587404"/>
              <a:chOff x="8567108" y="2959875"/>
              <a:chExt cx="1989132" cy="783205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8567108" y="2959875"/>
                <a:ext cx="1989132" cy="311688"/>
              </a:xfrm>
              <a:prstGeom prst="rect">
                <a:avLst/>
              </a:prstGeom>
            </p:spPr>
            <p:txBody>
              <a:bodyPr wrap="none" lIns="0" tIns="0" rIns="0" bIns="0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STAGE 03</a:t>
                </a:r>
                <a:endPara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8567108" y="3271563"/>
                <a:ext cx="1989132" cy="471517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5581470" y="2919511"/>
              <a:ext cx="1491849" cy="587404"/>
              <a:chOff x="7722558" y="3892681"/>
              <a:chExt cx="1989132" cy="78320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722558" y="3892681"/>
                <a:ext cx="1989132" cy="311688"/>
              </a:xfrm>
              <a:prstGeom prst="rect">
                <a:avLst/>
              </a:prstGeom>
            </p:spPr>
            <p:txBody>
              <a:bodyPr wrap="none" lIns="0" tIns="0" rIns="0" bIns="0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STAGE 02</a:t>
                </a:r>
                <a:endPara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7722558" y="4204369"/>
                <a:ext cx="1989132" cy="471517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5039535" y="3568032"/>
              <a:ext cx="1491849" cy="587404"/>
              <a:chOff x="6978115" y="4757376"/>
              <a:chExt cx="1989132" cy="783205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6978115" y="4757376"/>
                <a:ext cx="1989132" cy="311688"/>
              </a:xfrm>
              <a:prstGeom prst="rect">
                <a:avLst/>
              </a:prstGeom>
            </p:spPr>
            <p:txBody>
              <a:bodyPr wrap="none" lIns="0" tIns="0" rIns="0" bIns="0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tr-TR" altLang="zh-CN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STAGE</a:t>
                </a:r>
                <a:r>
                  <a:rPr kumimoji="0" lang="tr-TR" altLang="zh-CN" sz="1100" b="1" i="0" u="none" strike="noStrike" kern="1200" cap="none" spc="0" normalizeH="0" noProof="0" dirty="0">
                    <a:ln>
                      <a:noFill/>
                    </a:ln>
                    <a:solidFill>
                      <a:srgbClr val="000000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 01</a:t>
                </a:r>
                <a:endPara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6978115" y="5069064"/>
                <a:ext cx="1989132" cy="471517"/>
              </a:xfrm>
              <a:prstGeom prst="rect">
                <a:avLst/>
              </a:prstGeom>
            </p:spPr>
            <p:txBody>
              <a:bodyPr wrap="square" lIns="0" tIns="0" rIns="0" bIns="0">
                <a:normAutofit lnSpcReduction="10000"/>
              </a:bodyPr>
              <a:lstStyle/>
              <a:p>
                <a:pPr lvl="0">
                  <a:lnSpc>
                    <a:spcPct val="120000"/>
                  </a:lnSpc>
                  <a:defRPr/>
                </a:pPr>
                <a:r>
                  <a:rPr lang="en-US" altLang="zh-CN" sz="10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Go ahead and replace it with your own text.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26" name="任意多边形: 形状 25"/>
            <p:cNvSpPr/>
            <p:nvPr/>
          </p:nvSpPr>
          <p:spPr>
            <a:xfrm>
              <a:off x="3414916" y="3634919"/>
              <a:ext cx="272697" cy="225327"/>
            </a:xfrm>
            <a:custGeom>
              <a:avLst/>
              <a:gdLst>
                <a:gd name="T0" fmla="*/ 252 w 256"/>
                <a:gd name="T1" fmla="*/ 2 h 212"/>
                <a:gd name="T2" fmla="*/ 227 w 256"/>
                <a:gd name="T3" fmla="*/ 2 h 212"/>
                <a:gd name="T4" fmla="*/ 222 w 256"/>
                <a:gd name="T5" fmla="*/ 7 h 212"/>
                <a:gd name="T6" fmla="*/ 222 w 256"/>
                <a:gd name="T7" fmla="*/ 25 h 212"/>
                <a:gd name="T8" fmla="*/ 216 w 256"/>
                <a:gd name="T9" fmla="*/ 25 h 212"/>
                <a:gd name="T10" fmla="*/ 216 w 256"/>
                <a:gd name="T11" fmla="*/ 4 h 212"/>
                <a:gd name="T12" fmla="*/ 211 w 256"/>
                <a:gd name="T13" fmla="*/ 0 h 212"/>
                <a:gd name="T14" fmla="*/ 4 w 256"/>
                <a:gd name="T15" fmla="*/ 0 h 212"/>
                <a:gd name="T16" fmla="*/ 0 w 256"/>
                <a:gd name="T17" fmla="*/ 4 h 212"/>
                <a:gd name="T18" fmla="*/ 0 w 256"/>
                <a:gd name="T19" fmla="*/ 121 h 212"/>
                <a:gd name="T20" fmla="*/ 4 w 256"/>
                <a:gd name="T21" fmla="*/ 125 h 212"/>
                <a:gd name="T22" fmla="*/ 70 w 256"/>
                <a:gd name="T23" fmla="*/ 125 h 212"/>
                <a:gd name="T24" fmla="*/ 70 w 256"/>
                <a:gd name="T25" fmla="*/ 136 h 212"/>
                <a:gd name="T26" fmla="*/ 74 w 256"/>
                <a:gd name="T27" fmla="*/ 140 h 212"/>
                <a:gd name="T28" fmla="*/ 99 w 256"/>
                <a:gd name="T29" fmla="*/ 140 h 212"/>
                <a:gd name="T30" fmla="*/ 53 w 256"/>
                <a:gd name="T31" fmla="*/ 205 h 212"/>
                <a:gd name="T32" fmla="*/ 54 w 256"/>
                <a:gd name="T33" fmla="*/ 211 h 212"/>
                <a:gd name="T34" fmla="*/ 57 w 256"/>
                <a:gd name="T35" fmla="*/ 212 h 212"/>
                <a:gd name="T36" fmla="*/ 60 w 256"/>
                <a:gd name="T37" fmla="*/ 210 h 212"/>
                <a:gd name="T38" fmla="*/ 108 w 256"/>
                <a:gd name="T39" fmla="*/ 143 h 212"/>
                <a:gd name="T40" fmla="*/ 156 w 256"/>
                <a:gd name="T41" fmla="*/ 210 h 212"/>
                <a:gd name="T42" fmla="*/ 159 w 256"/>
                <a:gd name="T43" fmla="*/ 212 h 212"/>
                <a:gd name="T44" fmla="*/ 162 w 256"/>
                <a:gd name="T45" fmla="*/ 211 h 212"/>
                <a:gd name="T46" fmla="*/ 163 w 256"/>
                <a:gd name="T47" fmla="*/ 205 h 212"/>
                <a:gd name="T48" fmla="*/ 117 w 256"/>
                <a:gd name="T49" fmla="*/ 140 h 212"/>
                <a:gd name="T50" fmla="*/ 141 w 256"/>
                <a:gd name="T51" fmla="*/ 140 h 212"/>
                <a:gd name="T52" fmla="*/ 146 w 256"/>
                <a:gd name="T53" fmla="*/ 136 h 212"/>
                <a:gd name="T54" fmla="*/ 146 w 256"/>
                <a:gd name="T55" fmla="*/ 125 h 212"/>
                <a:gd name="T56" fmla="*/ 211 w 256"/>
                <a:gd name="T57" fmla="*/ 125 h 212"/>
                <a:gd name="T58" fmla="*/ 216 w 256"/>
                <a:gd name="T59" fmla="*/ 121 h 212"/>
                <a:gd name="T60" fmla="*/ 216 w 256"/>
                <a:gd name="T61" fmla="*/ 100 h 212"/>
                <a:gd name="T62" fmla="*/ 222 w 256"/>
                <a:gd name="T63" fmla="*/ 100 h 212"/>
                <a:gd name="T64" fmla="*/ 222 w 256"/>
                <a:gd name="T65" fmla="*/ 118 h 212"/>
                <a:gd name="T66" fmla="*/ 227 w 256"/>
                <a:gd name="T67" fmla="*/ 123 h 212"/>
                <a:gd name="T68" fmla="*/ 252 w 256"/>
                <a:gd name="T69" fmla="*/ 123 h 212"/>
                <a:gd name="T70" fmla="*/ 256 w 256"/>
                <a:gd name="T71" fmla="*/ 118 h 212"/>
                <a:gd name="T72" fmla="*/ 256 w 256"/>
                <a:gd name="T73" fmla="*/ 7 h 212"/>
                <a:gd name="T74" fmla="*/ 252 w 256"/>
                <a:gd name="T75" fmla="*/ 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56" h="212">
                  <a:moveTo>
                    <a:pt x="252" y="2"/>
                  </a:moveTo>
                  <a:cubicBezTo>
                    <a:pt x="227" y="2"/>
                    <a:pt x="227" y="2"/>
                    <a:pt x="227" y="2"/>
                  </a:cubicBezTo>
                  <a:cubicBezTo>
                    <a:pt x="224" y="2"/>
                    <a:pt x="222" y="4"/>
                    <a:pt x="222" y="7"/>
                  </a:cubicBezTo>
                  <a:cubicBezTo>
                    <a:pt x="222" y="25"/>
                    <a:pt x="222" y="25"/>
                    <a:pt x="222" y="25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6" y="4"/>
                    <a:pt x="216" y="4"/>
                    <a:pt x="216" y="4"/>
                  </a:cubicBezTo>
                  <a:cubicBezTo>
                    <a:pt x="216" y="2"/>
                    <a:pt x="214" y="0"/>
                    <a:pt x="21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23"/>
                    <a:pt x="2" y="125"/>
                    <a:pt x="4" y="125"/>
                  </a:cubicBezTo>
                  <a:cubicBezTo>
                    <a:pt x="70" y="125"/>
                    <a:pt x="70" y="125"/>
                    <a:pt x="70" y="125"/>
                  </a:cubicBezTo>
                  <a:cubicBezTo>
                    <a:pt x="70" y="136"/>
                    <a:pt x="70" y="136"/>
                    <a:pt x="70" y="136"/>
                  </a:cubicBezTo>
                  <a:cubicBezTo>
                    <a:pt x="70" y="138"/>
                    <a:pt x="72" y="140"/>
                    <a:pt x="74" y="140"/>
                  </a:cubicBezTo>
                  <a:cubicBezTo>
                    <a:pt x="99" y="140"/>
                    <a:pt x="99" y="140"/>
                    <a:pt x="99" y="140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1" y="207"/>
                    <a:pt x="52" y="209"/>
                    <a:pt x="54" y="211"/>
                  </a:cubicBezTo>
                  <a:cubicBezTo>
                    <a:pt x="55" y="211"/>
                    <a:pt x="56" y="212"/>
                    <a:pt x="57" y="212"/>
                  </a:cubicBezTo>
                  <a:cubicBezTo>
                    <a:pt x="58" y="212"/>
                    <a:pt x="59" y="211"/>
                    <a:pt x="60" y="210"/>
                  </a:cubicBezTo>
                  <a:cubicBezTo>
                    <a:pt x="108" y="143"/>
                    <a:pt x="108" y="143"/>
                    <a:pt x="108" y="143"/>
                  </a:cubicBezTo>
                  <a:cubicBezTo>
                    <a:pt x="156" y="210"/>
                    <a:pt x="156" y="210"/>
                    <a:pt x="156" y="210"/>
                  </a:cubicBezTo>
                  <a:cubicBezTo>
                    <a:pt x="156" y="211"/>
                    <a:pt x="158" y="212"/>
                    <a:pt x="159" y="212"/>
                  </a:cubicBezTo>
                  <a:cubicBezTo>
                    <a:pt x="160" y="212"/>
                    <a:pt x="161" y="211"/>
                    <a:pt x="162" y="211"/>
                  </a:cubicBezTo>
                  <a:cubicBezTo>
                    <a:pt x="164" y="209"/>
                    <a:pt x="164" y="207"/>
                    <a:pt x="163" y="205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41" y="140"/>
                    <a:pt x="141" y="140"/>
                    <a:pt x="141" y="140"/>
                  </a:cubicBezTo>
                  <a:cubicBezTo>
                    <a:pt x="144" y="140"/>
                    <a:pt x="146" y="138"/>
                    <a:pt x="146" y="136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211" y="125"/>
                    <a:pt x="211" y="125"/>
                    <a:pt x="211" y="125"/>
                  </a:cubicBezTo>
                  <a:cubicBezTo>
                    <a:pt x="214" y="125"/>
                    <a:pt x="216" y="123"/>
                    <a:pt x="216" y="121"/>
                  </a:cubicBezTo>
                  <a:cubicBezTo>
                    <a:pt x="216" y="100"/>
                    <a:pt x="216" y="100"/>
                    <a:pt x="216" y="100"/>
                  </a:cubicBezTo>
                  <a:cubicBezTo>
                    <a:pt x="222" y="100"/>
                    <a:pt x="222" y="100"/>
                    <a:pt x="222" y="100"/>
                  </a:cubicBezTo>
                  <a:cubicBezTo>
                    <a:pt x="222" y="118"/>
                    <a:pt x="222" y="118"/>
                    <a:pt x="222" y="118"/>
                  </a:cubicBezTo>
                  <a:cubicBezTo>
                    <a:pt x="222" y="121"/>
                    <a:pt x="224" y="123"/>
                    <a:pt x="227" y="123"/>
                  </a:cubicBezTo>
                  <a:cubicBezTo>
                    <a:pt x="252" y="123"/>
                    <a:pt x="252" y="123"/>
                    <a:pt x="252" y="123"/>
                  </a:cubicBezTo>
                  <a:cubicBezTo>
                    <a:pt x="254" y="123"/>
                    <a:pt x="256" y="121"/>
                    <a:pt x="256" y="118"/>
                  </a:cubicBezTo>
                  <a:cubicBezTo>
                    <a:pt x="256" y="7"/>
                    <a:pt x="256" y="7"/>
                    <a:pt x="256" y="7"/>
                  </a:cubicBezTo>
                  <a:cubicBezTo>
                    <a:pt x="256" y="4"/>
                    <a:pt x="254" y="2"/>
                    <a:pt x="252" y="2"/>
                  </a:cubicBezTo>
                  <a:close/>
                </a:path>
              </a:pathLst>
            </a:custGeom>
            <a:solidFill>
              <a:schemeClr val="accent4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4016644" y="2971627"/>
              <a:ext cx="272697" cy="229169"/>
            </a:xfrm>
            <a:custGeom>
              <a:avLst/>
              <a:gdLst>
                <a:gd name="connsiteX0" fmla="*/ 120521 w 338138"/>
                <a:gd name="connsiteY0" fmla="*/ 168275 h 284163"/>
                <a:gd name="connsiteX1" fmla="*/ 217618 w 338138"/>
                <a:gd name="connsiteY1" fmla="*/ 168275 h 284163"/>
                <a:gd name="connsiteX2" fmla="*/ 233363 w 338138"/>
                <a:gd name="connsiteY2" fmla="*/ 184840 h 284163"/>
                <a:gd name="connsiteX3" fmla="*/ 217618 w 338138"/>
                <a:gd name="connsiteY3" fmla="*/ 200025 h 284163"/>
                <a:gd name="connsiteX4" fmla="*/ 120521 w 338138"/>
                <a:gd name="connsiteY4" fmla="*/ 200025 h 284163"/>
                <a:gd name="connsiteX5" fmla="*/ 104775 w 338138"/>
                <a:gd name="connsiteY5" fmla="*/ 184840 h 284163"/>
                <a:gd name="connsiteX6" fmla="*/ 120521 w 338138"/>
                <a:gd name="connsiteY6" fmla="*/ 168275 h 284163"/>
                <a:gd name="connsiteX7" fmla="*/ 30163 w 338138"/>
                <a:gd name="connsiteY7" fmla="*/ 112712 h 284163"/>
                <a:gd name="connsiteX8" fmla="*/ 30163 w 338138"/>
                <a:gd name="connsiteY8" fmla="*/ 255587 h 284163"/>
                <a:gd name="connsiteX9" fmla="*/ 307976 w 338138"/>
                <a:gd name="connsiteY9" fmla="*/ 255587 h 284163"/>
                <a:gd name="connsiteX10" fmla="*/ 307976 w 338138"/>
                <a:gd name="connsiteY10" fmla="*/ 112712 h 284163"/>
                <a:gd name="connsiteX11" fmla="*/ 57150 w 338138"/>
                <a:gd name="connsiteY11" fmla="*/ 30162 h 284163"/>
                <a:gd name="connsiteX12" fmla="*/ 38100 w 338138"/>
                <a:gd name="connsiteY12" fmla="*/ 84137 h 284163"/>
                <a:gd name="connsiteX13" fmla="*/ 301625 w 338138"/>
                <a:gd name="connsiteY13" fmla="*/ 84137 h 284163"/>
                <a:gd name="connsiteX14" fmla="*/ 280988 w 338138"/>
                <a:gd name="connsiteY14" fmla="*/ 30162 h 284163"/>
                <a:gd name="connsiteX15" fmla="*/ 46230 w 338138"/>
                <a:gd name="connsiteY15" fmla="*/ 0 h 284163"/>
                <a:gd name="connsiteX16" fmla="*/ 291908 w 338138"/>
                <a:gd name="connsiteY16" fmla="*/ 0 h 284163"/>
                <a:gd name="connsiteX17" fmla="*/ 306438 w 338138"/>
                <a:gd name="connsiteY17" fmla="*/ 9209 h 284163"/>
                <a:gd name="connsiteX18" fmla="*/ 336817 w 338138"/>
                <a:gd name="connsiteY18" fmla="*/ 92090 h 284163"/>
                <a:gd name="connsiteX19" fmla="*/ 338138 w 338138"/>
                <a:gd name="connsiteY19" fmla="*/ 94721 h 284163"/>
                <a:gd name="connsiteX20" fmla="*/ 338138 w 338138"/>
                <a:gd name="connsiteY20" fmla="*/ 97352 h 284163"/>
                <a:gd name="connsiteX21" fmla="*/ 338138 w 338138"/>
                <a:gd name="connsiteY21" fmla="*/ 269692 h 284163"/>
                <a:gd name="connsiteX22" fmla="*/ 322288 w 338138"/>
                <a:gd name="connsiteY22" fmla="*/ 284163 h 284163"/>
                <a:gd name="connsiteX23" fmla="*/ 15850 w 338138"/>
                <a:gd name="connsiteY23" fmla="*/ 284163 h 284163"/>
                <a:gd name="connsiteX24" fmla="*/ 0 w 338138"/>
                <a:gd name="connsiteY24" fmla="*/ 269692 h 284163"/>
                <a:gd name="connsiteX25" fmla="*/ 0 w 338138"/>
                <a:gd name="connsiteY25" fmla="*/ 97352 h 284163"/>
                <a:gd name="connsiteX26" fmla="*/ 0 w 338138"/>
                <a:gd name="connsiteY26" fmla="*/ 94721 h 284163"/>
                <a:gd name="connsiteX27" fmla="*/ 1321 w 338138"/>
                <a:gd name="connsiteY27" fmla="*/ 92090 h 284163"/>
                <a:gd name="connsiteX28" fmla="*/ 31700 w 338138"/>
                <a:gd name="connsiteY28" fmla="*/ 9209 h 284163"/>
                <a:gd name="connsiteX29" fmla="*/ 46230 w 338138"/>
                <a:gd name="connsiteY29" fmla="*/ 0 h 284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38138" h="284163">
                  <a:moveTo>
                    <a:pt x="120521" y="168275"/>
                  </a:moveTo>
                  <a:cubicBezTo>
                    <a:pt x="120521" y="168275"/>
                    <a:pt x="120521" y="168275"/>
                    <a:pt x="217618" y="168275"/>
                  </a:cubicBezTo>
                  <a:cubicBezTo>
                    <a:pt x="226803" y="168275"/>
                    <a:pt x="233363" y="175177"/>
                    <a:pt x="233363" y="184840"/>
                  </a:cubicBezTo>
                  <a:cubicBezTo>
                    <a:pt x="233363" y="193123"/>
                    <a:pt x="226803" y="200025"/>
                    <a:pt x="217618" y="200025"/>
                  </a:cubicBezTo>
                  <a:cubicBezTo>
                    <a:pt x="217618" y="200025"/>
                    <a:pt x="217618" y="200025"/>
                    <a:pt x="120521" y="200025"/>
                  </a:cubicBezTo>
                  <a:cubicBezTo>
                    <a:pt x="111336" y="200025"/>
                    <a:pt x="104775" y="193123"/>
                    <a:pt x="104775" y="184840"/>
                  </a:cubicBezTo>
                  <a:cubicBezTo>
                    <a:pt x="104775" y="175177"/>
                    <a:pt x="111336" y="168275"/>
                    <a:pt x="120521" y="168275"/>
                  </a:cubicBezTo>
                  <a:close/>
                  <a:moveTo>
                    <a:pt x="30163" y="112712"/>
                  </a:moveTo>
                  <a:lnTo>
                    <a:pt x="30163" y="255587"/>
                  </a:lnTo>
                  <a:lnTo>
                    <a:pt x="307976" y="255587"/>
                  </a:lnTo>
                  <a:lnTo>
                    <a:pt x="307976" y="112712"/>
                  </a:lnTo>
                  <a:close/>
                  <a:moveTo>
                    <a:pt x="57150" y="30162"/>
                  </a:moveTo>
                  <a:lnTo>
                    <a:pt x="38100" y="84137"/>
                  </a:lnTo>
                  <a:lnTo>
                    <a:pt x="301625" y="84137"/>
                  </a:lnTo>
                  <a:lnTo>
                    <a:pt x="280988" y="30162"/>
                  </a:lnTo>
                  <a:close/>
                  <a:moveTo>
                    <a:pt x="46230" y="0"/>
                  </a:moveTo>
                  <a:cubicBezTo>
                    <a:pt x="46230" y="0"/>
                    <a:pt x="46230" y="0"/>
                    <a:pt x="291908" y="0"/>
                  </a:cubicBezTo>
                  <a:cubicBezTo>
                    <a:pt x="298513" y="0"/>
                    <a:pt x="305117" y="3946"/>
                    <a:pt x="306438" y="9209"/>
                  </a:cubicBezTo>
                  <a:cubicBezTo>
                    <a:pt x="306438" y="9209"/>
                    <a:pt x="306438" y="9209"/>
                    <a:pt x="336817" y="92090"/>
                  </a:cubicBezTo>
                  <a:cubicBezTo>
                    <a:pt x="336817" y="93405"/>
                    <a:pt x="338138" y="93405"/>
                    <a:pt x="338138" y="94721"/>
                  </a:cubicBezTo>
                  <a:cubicBezTo>
                    <a:pt x="338138" y="94721"/>
                    <a:pt x="338138" y="96036"/>
                    <a:pt x="338138" y="97352"/>
                  </a:cubicBezTo>
                  <a:cubicBezTo>
                    <a:pt x="338138" y="97352"/>
                    <a:pt x="338138" y="97352"/>
                    <a:pt x="338138" y="269692"/>
                  </a:cubicBezTo>
                  <a:cubicBezTo>
                    <a:pt x="338138" y="277585"/>
                    <a:pt x="331534" y="284163"/>
                    <a:pt x="322288" y="284163"/>
                  </a:cubicBezTo>
                  <a:cubicBezTo>
                    <a:pt x="322288" y="284163"/>
                    <a:pt x="322288" y="284163"/>
                    <a:pt x="15850" y="284163"/>
                  </a:cubicBezTo>
                  <a:cubicBezTo>
                    <a:pt x="6604" y="284163"/>
                    <a:pt x="0" y="277585"/>
                    <a:pt x="0" y="269692"/>
                  </a:cubicBezTo>
                  <a:cubicBezTo>
                    <a:pt x="0" y="269692"/>
                    <a:pt x="0" y="269692"/>
                    <a:pt x="0" y="97352"/>
                  </a:cubicBezTo>
                  <a:cubicBezTo>
                    <a:pt x="0" y="96036"/>
                    <a:pt x="0" y="94721"/>
                    <a:pt x="0" y="94721"/>
                  </a:cubicBezTo>
                  <a:cubicBezTo>
                    <a:pt x="0" y="93405"/>
                    <a:pt x="1321" y="93405"/>
                    <a:pt x="1321" y="92090"/>
                  </a:cubicBezTo>
                  <a:cubicBezTo>
                    <a:pt x="1321" y="92090"/>
                    <a:pt x="1321" y="92090"/>
                    <a:pt x="31700" y="9209"/>
                  </a:cubicBezTo>
                  <a:cubicBezTo>
                    <a:pt x="33021" y="3946"/>
                    <a:pt x="39625" y="0"/>
                    <a:pt x="46230" y="0"/>
                  </a:cubicBezTo>
                  <a:close/>
                </a:path>
              </a:pathLst>
            </a:custGeom>
            <a:solidFill>
              <a:schemeClr val="accent3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4628515" y="2254648"/>
              <a:ext cx="272697" cy="271805"/>
            </a:xfrm>
            <a:custGeom>
              <a:avLst/>
              <a:gdLst>
                <a:gd name="connsiteX0" fmla="*/ 216695 w 338138"/>
                <a:gd name="connsiteY0" fmla="*/ 222250 h 337031"/>
                <a:gd name="connsiteX1" fmla="*/ 201613 w 338138"/>
                <a:gd name="connsiteY1" fmla="*/ 236538 h 337031"/>
                <a:gd name="connsiteX2" fmla="*/ 216695 w 338138"/>
                <a:gd name="connsiteY2" fmla="*/ 250826 h 337031"/>
                <a:gd name="connsiteX3" fmla="*/ 231777 w 338138"/>
                <a:gd name="connsiteY3" fmla="*/ 236538 h 337031"/>
                <a:gd name="connsiteX4" fmla="*/ 216695 w 338138"/>
                <a:gd name="connsiteY4" fmla="*/ 222250 h 337031"/>
                <a:gd name="connsiteX5" fmla="*/ 122238 w 338138"/>
                <a:gd name="connsiteY5" fmla="*/ 222250 h 337031"/>
                <a:gd name="connsiteX6" fmla="*/ 107950 w 338138"/>
                <a:gd name="connsiteY6" fmla="*/ 236538 h 337031"/>
                <a:gd name="connsiteX7" fmla="*/ 122238 w 338138"/>
                <a:gd name="connsiteY7" fmla="*/ 250826 h 337031"/>
                <a:gd name="connsiteX8" fmla="*/ 136526 w 338138"/>
                <a:gd name="connsiteY8" fmla="*/ 236538 h 337031"/>
                <a:gd name="connsiteX9" fmla="*/ 122238 w 338138"/>
                <a:gd name="connsiteY9" fmla="*/ 222250 h 337031"/>
                <a:gd name="connsiteX10" fmla="*/ 50065 w 338138"/>
                <a:gd name="connsiteY10" fmla="*/ 174625 h 337031"/>
                <a:gd name="connsiteX11" fmla="*/ 289661 w 338138"/>
                <a:gd name="connsiteY11" fmla="*/ 174625 h 337031"/>
                <a:gd name="connsiteX12" fmla="*/ 277813 w 338138"/>
                <a:gd name="connsiteY12" fmla="*/ 255727 h 337031"/>
                <a:gd name="connsiteX13" fmla="*/ 329155 w 338138"/>
                <a:gd name="connsiteY13" fmla="*/ 319825 h 337031"/>
                <a:gd name="connsiteX14" fmla="*/ 318624 w 338138"/>
                <a:gd name="connsiteY14" fmla="*/ 336830 h 337031"/>
                <a:gd name="connsiteX15" fmla="*/ 302826 w 338138"/>
                <a:gd name="connsiteY15" fmla="*/ 326365 h 337031"/>
                <a:gd name="connsiteX16" fmla="*/ 260699 w 338138"/>
                <a:gd name="connsiteY16" fmla="*/ 277965 h 337031"/>
                <a:gd name="connsiteX17" fmla="*/ 169863 w 338138"/>
                <a:gd name="connsiteY17" fmla="*/ 291046 h 337031"/>
                <a:gd name="connsiteX18" fmla="*/ 79027 w 338138"/>
                <a:gd name="connsiteY18" fmla="*/ 277965 h 337031"/>
                <a:gd name="connsiteX19" fmla="*/ 36900 w 338138"/>
                <a:gd name="connsiteY19" fmla="*/ 326365 h 337031"/>
                <a:gd name="connsiteX20" fmla="*/ 23736 w 338138"/>
                <a:gd name="connsiteY20" fmla="*/ 336830 h 337031"/>
                <a:gd name="connsiteX21" fmla="*/ 10571 w 338138"/>
                <a:gd name="connsiteY21" fmla="*/ 319825 h 337031"/>
                <a:gd name="connsiteX22" fmla="*/ 61913 w 338138"/>
                <a:gd name="connsiteY22" fmla="*/ 255727 h 337031"/>
                <a:gd name="connsiteX23" fmla="*/ 50065 w 338138"/>
                <a:gd name="connsiteY23" fmla="*/ 174625 h 337031"/>
                <a:gd name="connsiteX24" fmla="*/ 14530 w 338138"/>
                <a:gd name="connsiteY24" fmla="*/ 0 h 337031"/>
                <a:gd name="connsiteX25" fmla="*/ 323609 w 338138"/>
                <a:gd name="connsiteY25" fmla="*/ 0 h 337031"/>
                <a:gd name="connsiteX26" fmla="*/ 338138 w 338138"/>
                <a:gd name="connsiteY26" fmla="*/ 14473 h 337031"/>
                <a:gd name="connsiteX27" fmla="*/ 323609 w 338138"/>
                <a:gd name="connsiteY27" fmla="*/ 27631 h 337031"/>
                <a:gd name="connsiteX28" fmla="*/ 183599 w 338138"/>
                <a:gd name="connsiteY28" fmla="*/ 27631 h 337031"/>
                <a:gd name="connsiteX29" fmla="*/ 183599 w 338138"/>
                <a:gd name="connsiteY29" fmla="*/ 52631 h 337031"/>
                <a:gd name="connsiteX30" fmla="*/ 265491 w 338138"/>
                <a:gd name="connsiteY30" fmla="*/ 65788 h 337031"/>
                <a:gd name="connsiteX31" fmla="*/ 274737 w 338138"/>
                <a:gd name="connsiteY31" fmla="*/ 76314 h 337031"/>
                <a:gd name="connsiteX32" fmla="*/ 287946 w 338138"/>
                <a:gd name="connsiteY32" fmla="*/ 146050 h 337031"/>
                <a:gd name="connsiteX33" fmla="*/ 50193 w 338138"/>
                <a:gd name="connsiteY33" fmla="*/ 146050 h 337031"/>
                <a:gd name="connsiteX34" fmla="*/ 63401 w 338138"/>
                <a:gd name="connsiteY34" fmla="*/ 76314 h 337031"/>
                <a:gd name="connsiteX35" fmla="*/ 72647 w 338138"/>
                <a:gd name="connsiteY35" fmla="*/ 65788 h 337031"/>
                <a:gd name="connsiteX36" fmla="*/ 154540 w 338138"/>
                <a:gd name="connsiteY36" fmla="*/ 52631 h 337031"/>
                <a:gd name="connsiteX37" fmla="*/ 154540 w 338138"/>
                <a:gd name="connsiteY37" fmla="*/ 27631 h 337031"/>
                <a:gd name="connsiteX38" fmla="*/ 14530 w 338138"/>
                <a:gd name="connsiteY38" fmla="*/ 27631 h 337031"/>
                <a:gd name="connsiteX39" fmla="*/ 0 w 338138"/>
                <a:gd name="connsiteY39" fmla="*/ 14473 h 337031"/>
                <a:gd name="connsiteX40" fmla="*/ 14530 w 338138"/>
                <a:gd name="connsiteY40" fmla="*/ 0 h 33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8138" h="337031">
                  <a:moveTo>
                    <a:pt x="216695" y="222250"/>
                  </a:moveTo>
                  <a:cubicBezTo>
                    <a:pt x="208365" y="222250"/>
                    <a:pt x="201613" y="228647"/>
                    <a:pt x="201613" y="236538"/>
                  </a:cubicBezTo>
                  <a:cubicBezTo>
                    <a:pt x="201613" y="244429"/>
                    <a:pt x="208365" y="250826"/>
                    <a:pt x="216695" y="250826"/>
                  </a:cubicBezTo>
                  <a:cubicBezTo>
                    <a:pt x="225025" y="250826"/>
                    <a:pt x="231777" y="244429"/>
                    <a:pt x="231777" y="236538"/>
                  </a:cubicBezTo>
                  <a:cubicBezTo>
                    <a:pt x="231777" y="228647"/>
                    <a:pt x="225025" y="222250"/>
                    <a:pt x="216695" y="222250"/>
                  </a:cubicBezTo>
                  <a:close/>
                  <a:moveTo>
                    <a:pt x="122238" y="222250"/>
                  </a:moveTo>
                  <a:cubicBezTo>
                    <a:pt x="114347" y="222250"/>
                    <a:pt x="107950" y="228647"/>
                    <a:pt x="107950" y="236538"/>
                  </a:cubicBezTo>
                  <a:cubicBezTo>
                    <a:pt x="107950" y="244429"/>
                    <a:pt x="114347" y="250826"/>
                    <a:pt x="122238" y="250826"/>
                  </a:cubicBezTo>
                  <a:cubicBezTo>
                    <a:pt x="130129" y="250826"/>
                    <a:pt x="136526" y="244429"/>
                    <a:pt x="136526" y="236538"/>
                  </a:cubicBezTo>
                  <a:cubicBezTo>
                    <a:pt x="136526" y="228647"/>
                    <a:pt x="130129" y="222250"/>
                    <a:pt x="122238" y="222250"/>
                  </a:cubicBezTo>
                  <a:close/>
                  <a:moveTo>
                    <a:pt x="50065" y="174625"/>
                  </a:moveTo>
                  <a:cubicBezTo>
                    <a:pt x="50065" y="174625"/>
                    <a:pt x="50065" y="174625"/>
                    <a:pt x="289661" y="174625"/>
                  </a:cubicBezTo>
                  <a:cubicBezTo>
                    <a:pt x="289661" y="202095"/>
                    <a:pt x="285712" y="229565"/>
                    <a:pt x="277813" y="255727"/>
                  </a:cubicBezTo>
                  <a:cubicBezTo>
                    <a:pt x="293611" y="264884"/>
                    <a:pt x="322573" y="285814"/>
                    <a:pt x="329155" y="319825"/>
                  </a:cubicBezTo>
                  <a:cubicBezTo>
                    <a:pt x="331788" y="327673"/>
                    <a:pt x="326522" y="334214"/>
                    <a:pt x="318624" y="336830"/>
                  </a:cubicBezTo>
                  <a:cubicBezTo>
                    <a:pt x="310725" y="338138"/>
                    <a:pt x="304143" y="332906"/>
                    <a:pt x="302826" y="326365"/>
                  </a:cubicBezTo>
                  <a:cubicBezTo>
                    <a:pt x="296244" y="298895"/>
                    <a:pt x="269914" y="283198"/>
                    <a:pt x="260699" y="277965"/>
                  </a:cubicBezTo>
                  <a:cubicBezTo>
                    <a:pt x="230421" y="287122"/>
                    <a:pt x="200142" y="291046"/>
                    <a:pt x="169863" y="291046"/>
                  </a:cubicBezTo>
                  <a:cubicBezTo>
                    <a:pt x="139585" y="291046"/>
                    <a:pt x="109306" y="287122"/>
                    <a:pt x="79027" y="277965"/>
                  </a:cubicBezTo>
                  <a:cubicBezTo>
                    <a:pt x="69812" y="283198"/>
                    <a:pt x="43483" y="298895"/>
                    <a:pt x="36900" y="326365"/>
                  </a:cubicBezTo>
                  <a:cubicBezTo>
                    <a:pt x="35584" y="332906"/>
                    <a:pt x="30318" y="336830"/>
                    <a:pt x="23736" y="336830"/>
                  </a:cubicBezTo>
                  <a:cubicBezTo>
                    <a:pt x="22419" y="336830"/>
                    <a:pt x="7938" y="335522"/>
                    <a:pt x="10571" y="319825"/>
                  </a:cubicBezTo>
                  <a:cubicBezTo>
                    <a:pt x="15837" y="285814"/>
                    <a:pt x="46116" y="264884"/>
                    <a:pt x="61913" y="255727"/>
                  </a:cubicBezTo>
                  <a:cubicBezTo>
                    <a:pt x="54014" y="229565"/>
                    <a:pt x="51382" y="202095"/>
                    <a:pt x="50065" y="174625"/>
                  </a:cubicBezTo>
                  <a:close/>
                  <a:moveTo>
                    <a:pt x="14530" y="0"/>
                  </a:moveTo>
                  <a:cubicBezTo>
                    <a:pt x="14530" y="0"/>
                    <a:pt x="14530" y="0"/>
                    <a:pt x="323609" y="0"/>
                  </a:cubicBezTo>
                  <a:cubicBezTo>
                    <a:pt x="331534" y="0"/>
                    <a:pt x="338138" y="6579"/>
                    <a:pt x="338138" y="14473"/>
                  </a:cubicBezTo>
                  <a:cubicBezTo>
                    <a:pt x="338138" y="22368"/>
                    <a:pt x="331534" y="27631"/>
                    <a:pt x="323609" y="27631"/>
                  </a:cubicBezTo>
                  <a:cubicBezTo>
                    <a:pt x="323609" y="27631"/>
                    <a:pt x="323609" y="27631"/>
                    <a:pt x="183599" y="27631"/>
                  </a:cubicBezTo>
                  <a:cubicBezTo>
                    <a:pt x="183599" y="27631"/>
                    <a:pt x="183599" y="27631"/>
                    <a:pt x="183599" y="52631"/>
                  </a:cubicBezTo>
                  <a:cubicBezTo>
                    <a:pt x="210016" y="53946"/>
                    <a:pt x="237754" y="57894"/>
                    <a:pt x="265491" y="65788"/>
                  </a:cubicBezTo>
                  <a:cubicBezTo>
                    <a:pt x="269454" y="68420"/>
                    <a:pt x="273417" y="71051"/>
                    <a:pt x="274737" y="76314"/>
                  </a:cubicBezTo>
                  <a:cubicBezTo>
                    <a:pt x="281342" y="98682"/>
                    <a:pt x="285304" y="122366"/>
                    <a:pt x="287946" y="146050"/>
                  </a:cubicBezTo>
                  <a:cubicBezTo>
                    <a:pt x="287946" y="146050"/>
                    <a:pt x="287946" y="146050"/>
                    <a:pt x="50193" y="146050"/>
                  </a:cubicBezTo>
                  <a:cubicBezTo>
                    <a:pt x="52834" y="122366"/>
                    <a:pt x="56797" y="98682"/>
                    <a:pt x="63401" y="76314"/>
                  </a:cubicBezTo>
                  <a:cubicBezTo>
                    <a:pt x="64722" y="71051"/>
                    <a:pt x="68685" y="68420"/>
                    <a:pt x="72647" y="65788"/>
                  </a:cubicBezTo>
                  <a:cubicBezTo>
                    <a:pt x="100385" y="57894"/>
                    <a:pt x="128123" y="53946"/>
                    <a:pt x="154540" y="52631"/>
                  </a:cubicBezTo>
                  <a:cubicBezTo>
                    <a:pt x="154540" y="52631"/>
                    <a:pt x="154540" y="52631"/>
                    <a:pt x="154540" y="27631"/>
                  </a:cubicBezTo>
                  <a:cubicBezTo>
                    <a:pt x="154540" y="27631"/>
                    <a:pt x="154540" y="27631"/>
                    <a:pt x="14530" y="27631"/>
                  </a:cubicBezTo>
                  <a:cubicBezTo>
                    <a:pt x="6605" y="27631"/>
                    <a:pt x="0" y="22368"/>
                    <a:pt x="0" y="14473"/>
                  </a:cubicBezTo>
                  <a:cubicBezTo>
                    <a:pt x="0" y="6579"/>
                    <a:pt x="6605" y="0"/>
                    <a:pt x="14530" y="0"/>
                  </a:cubicBezTo>
                  <a:close/>
                </a:path>
              </a:pathLst>
            </a:custGeom>
            <a:solidFill>
              <a:schemeClr val="accent2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5260328" y="1622422"/>
              <a:ext cx="272697" cy="198441"/>
            </a:xfrm>
            <a:custGeom>
              <a:avLst/>
              <a:gdLst>
                <a:gd name="connsiteX0" fmla="*/ 54505 w 338138"/>
                <a:gd name="connsiteY0" fmla="*/ 146050 h 246063"/>
                <a:gd name="connsiteX1" fmla="*/ 61119 w 338138"/>
                <a:gd name="connsiteY1" fmla="*/ 157894 h 246063"/>
                <a:gd name="connsiteX2" fmla="*/ 61119 w 338138"/>
                <a:gd name="connsiteY2" fmla="*/ 205268 h 246063"/>
                <a:gd name="connsiteX3" fmla="*/ 100807 w 338138"/>
                <a:gd name="connsiteY3" fmla="*/ 235536 h 246063"/>
                <a:gd name="connsiteX4" fmla="*/ 172244 w 338138"/>
                <a:gd name="connsiteY4" fmla="*/ 235536 h 246063"/>
                <a:gd name="connsiteX5" fmla="*/ 211932 w 338138"/>
                <a:gd name="connsiteY5" fmla="*/ 205268 h 246063"/>
                <a:gd name="connsiteX6" fmla="*/ 211932 w 338138"/>
                <a:gd name="connsiteY6" fmla="*/ 193425 h 246063"/>
                <a:gd name="connsiteX7" fmla="*/ 217223 w 338138"/>
                <a:gd name="connsiteY7" fmla="*/ 182897 h 246063"/>
                <a:gd name="connsiteX8" fmla="*/ 223838 w 338138"/>
                <a:gd name="connsiteY8" fmla="*/ 193425 h 246063"/>
                <a:gd name="connsiteX9" fmla="*/ 223838 w 338138"/>
                <a:gd name="connsiteY9" fmla="*/ 205268 h 246063"/>
                <a:gd name="connsiteX10" fmla="*/ 172244 w 338138"/>
                <a:gd name="connsiteY10" fmla="*/ 246063 h 246063"/>
                <a:gd name="connsiteX11" fmla="*/ 100807 w 338138"/>
                <a:gd name="connsiteY11" fmla="*/ 246063 h 246063"/>
                <a:gd name="connsiteX12" fmla="*/ 49213 w 338138"/>
                <a:gd name="connsiteY12" fmla="*/ 205268 h 246063"/>
                <a:gd name="connsiteX13" fmla="*/ 49213 w 338138"/>
                <a:gd name="connsiteY13" fmla="*/ 157894 h 246063"/>
                <a:gd name="connsiteX14" fmla="*/ 54505 w 338138"/>
                <a:gd name="connsiteY14" fmla="*/ 146050 h 246063"/>
                <a:gd name="connsiteX15" fmla="*/ 239127 w 338138"/>
                <a:gd name="connsiteY15" fmla="*/ 100013 h 246063"/>
                <a:gd name="connsiteX16" fmla="*/ 281355 w 338138"/>
                <a:gd name="connsiteY16" fmla="*/ 143992 h 246063"/>
                <a:gd name="connsiteX17" fmla="*/ 307747 w 338138"/>
                <a:gd name="connsiteY17" fmla="*/ 167982 h 246063"/>
                <a:gd name="connsiteX18" fmla="*/ 322263 w 338138"/>
                <a:gd name="connsiteY18" fmla="*/ 187973 h 246063"/>
                <a:gd name="connsiteX19" fmla="*/ 305108 w 338138"/>
                <a:gd name="connsiteY19" fmla="*/ 207963 h 246063"/>
                <a:gd name="connsiteX20" fmla="*/ 240447 w 338138"/>
                <a:gd name="connsiteY20" fmla="*/ 207963 h 246063"/>
                <a:gd name="connsiteX21" fmla="*/ 216694 w 338138"/>
                <a:gd name="connsiteY21" fmla="*/ 158653 h 246063"/>
                <a:gd name="connsiteX22" fmla="*/ 192941 w 338138"/>
                <a:gd name="connsiteY22" fmla="*/ 207963 h 246063"/>
                <a:gd name="connsiteX23" fmla="*/ 128280 w 338138"/>
                <a:gd name="connsiteY23" fmla="*/ 207963 h 246063"/>
                <a:gd name="connsiteX24" fmla="*/ 111125 w 338138"/>
                <a:gd name="connsiteY24" fmla="*/ 187973 h 246063"/>
                <a:gd name="connsiteX25" fmla="*/ 128280 w 338138"/>
                <a:gd name="connsiteY25" fmla="*/ 166649 h 246063"/>
                <a:gd name="connsiteX26" fmla="*/ 153353 w 338138"/>
                <a:gd name="connsiteY26" fmla="*/ 138662 h 246063"/>
                <a:gd name="connsiteX27" fmla="*/ 161270 w 338138"/>
                <a:gd name="connsiteY27" fmla="*/ 139994 h 246063"/>
                <a:gd name="connsiteX28" fmla="*/ 190302 w 338138"/>
                <a:gd name="connsiteY28" fmla="*/ 108009 h 246063"/>
                <a:gd name="connsiteX29" fmla="*/ 207457 w 338138"/>
                <a:gd name="connsiteY29" fmla="*/ 116005 h 246063"/>
                <a:gd name="connsiteX30" fmla="*/ 239127 w 338138"/>
                <a:gd name="connsiteY30" fmla="*/ 100013 h 246063"/>
                <a:gd name="connsiteX31" fmla="*/ 204732 w 338138"/>
                <a:gd name="connsiteY31" fmla="*/ 0 h 246063"/>
                <a:gd name="connsiteX32" fmla="*/ 270775 w 338138"/>
                <a:gd name="connsiteY32" fmla="*/ 70558 h 246063"/>
                <a:gd name="connsiteX33" fmla="*/ 272095 w 338138"/>
                <a:gd name="connsiteY33" fmla="*/ 70558 h 246063"/>
                <a:gd name="connsiteX34" fmla="*/ 314363 w 338138"/>
                <a:gd name="connsiteY34" fmla="*/ 105837 h 246063"/>
                <a:gd name="connsiteX35" fmla="*/ 338138 w 338138"/>
                <a:gd name="connsiteY35" fmla="*/ 137197 h 246063"/>
                <a:gd name="connsiteX36" fmla="*/ 324930 w 338138"/>
                <a:gd name="connsiteY36" fmla="*/ 164637 h 246063"/>
                <a:gd name="connsiteX37" fmla="*/ 317004 w 338138"/>
                <a:gd name="connsiteY37" fmla="*/ 158103 h 246063"/>
                <a:gd name="connsiteX38" fmla="*/ 290587 w 338138"/>
                <a:gd name="connsiteY38" fmla="*/ 134584 h 246063"/>
                <a:gd name="connsiteX39" fmla="*/ 239074 w 338138"/>
                <a:gd name="connsiteY39" fmla="*/ 88851 h 246063"/>
                <a:gd name="connsiteX40" fmla="*/ 206053 w 338138"/>
                <a:gd name="connsiteY40" fmla="*/ 100611 h 246063"/>
                <a:gd name="connsiteX41" fmla="*/ 190203 w 338138"/>
                <a:gd name="connsiteY41" fmla="*/ 96691 h 246063"/>
                <a:gd name="connsiteX42" fmla="*/ 151898 w 338138"/>
                <a:gd name="connsiteY42" fmla="*/ 126744 h 246063"/>
                <a:gd name="connsiteX43" fmla="*/ 118877 w 338138"/>
                <a:gd name="connsiteY43" fmla="*/ 156797 h 246063"/>
                <a:gd name="connsiteX44" fmla="*/ 104347 w 338138"/>
                <a:gd name="connsiteY44" fmla="*/ 169863 h 246063"/>
                <a:gd name="connsiteX45" fmla="*/ 77930 w 338138"/>
                <a:gd name="connsiteY45" fmla="*/ 169863 h 246063"/>
                <a:gd name="connsiteX46" fmla="*/ 54155 w 338138"/>
                <a:gd name="connsiteY46" fmla="*/ 122824 h 246063"/>
                <a:gd name="connsiteX47" fmla="*/ 30380 w 338138"/>
                <a:gd name="connsiteY47" fmla="*/ 169863 h 246063"/>
                <a:gd name="connsiteX48" fmla="*/ 27738 w 338138"/>
                <a:gd name="connsiteY48" fmla="*/ 169863 h 246063"/>
                <a:gd name="connsiteX49" fmla="*/ 0 w 338138"/>
                <a:gd name="connsiteY49" fmla="*/ 137197 h 246063"/>
                <a:gd name="connsiteX50" fmla="*/ 27738 w 338138"/>
                <a:gd name="connsiteY50" fmla="*/ 105837 h 246063"/>
                <a:gd name="connsiteX51" fmla="*/ 67363 w 338138"/>
                <a:gd name="connsiteY51" fmla="*/ 60105 h 246063"/>
                <a:gd name="connsiteX52" fmla="*/ 80572 w 338138"/>
                <a:gd name="connsiteY52" fmla="*/ 64025 h 246063"/>
                <a:gd name="connsiteX53" fmla="*/ 125481 w 338138"/>
                <a:gd name="connsiteY53" fmla="*/ 13066 h 246063"/>
                <a:gd name="connsiteX54" fmla="*/ 154540 w 338138"/>
                <a:gd name="connsiteY54" fmla="*/ 24826 h 246063"/>
                <a:gd name="connsiteX55" fmla="*/ 204732 w 338138"/>
                <a:gd name="connsiteY55" fmla="*/ 0 h 246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38138" h="246063">
                  <a:moveTo>
                    <a:pt x="54505" y="146050"/>
                  </a:moveTo>
                  <a:cubicBezTo>
                    <a:pt x="54505" y="146050"/>
                    <a:pt x="54505" y="146050"/>
                    <a:pt x="61119" y="157894"/>
                  </a:cubicBezTo>
                  <a:cubicBezTo>
                    <a:pt x="61119" y="157894"/>
                    <a:pt x="61119" y="157894"/>
                    <a:pt x="61119" y="205268"/>
                  </a:cubicBezTo>
                  <a:cubicBezTo>
                    <a:pt x="61119" y="222376"/>
                    <a:pt x="78317" y="235536"/>
                    <a:pt x="100807" y="235536"/>
                  </a:cubicBezTo>
                  <a:cubicBezTo>
                    <a:pt x="100807" y="235536"/>
                    <a:pt x="100807" y="235536"/>
                    <a:pt x="172244" y="235536"/>
                  </a:cubicBezTo>
                  <a:cubicBezTo>
                    <a:pt x="193411" y="235536"/>
                    <a:pt x="211932" y="222376"/>
                    <a:pt x="211932" y="205268"/>
                  </a:cubicBezTo>
                  <a:cubicBezTo>
                    <a:pt x="211932" y="205268"/>
                    <a:pt x="211932" y="205268"/>
                    <a:pt x="211932" y="193425"/>
                  </a:cubicBezTo>
                  <a:lnTo>
                    <a:pt x="217223" y="182897"/>
                  </a:lnTo>
                  <a:cubicBezTo>
                    <a:pt x="217223" y="182897"/>
                    <a:pt x="217223" y="182897"/>
                    <a:pt x="223838" y="193425"/>
                  </a:cubicBezTo>
                  <a:cubicBezTo>
                    <a:pt x="223838" y="193425"/>
                    <a:pt x="223838" y="193425"/>
                    <a:pt x="223838" y="205268"/>
                  </a:cubicBezTo>
                  <a:cubicBezTo>
                    <a:pt x="223838" y="227640"/>
                    <a:pt x="200026" y="246063"/>
                    <a:pt x="172244" y="246063"/>
                  </a:cubicBezTo>
                  <a:cubicBezTo>
                    <a:pt x="172244" y="246063"/>
                    <a:pt x="172244" y="246063"/>
                    <a:pt x="100807" y="246063"/>
                  </a:cubicBezTo>
                  <a:cubicBezTo>
                    <a:pt x="71703" y="246063"/>
                    <a:pt x="49213" y="227640"/>
                    <a:pt x="49213" y="205268"/>
                  </a:cubicBezTo>
                  <a:cubicBezTo>
                    <a:pt x="49213" y="205268"/>
                    <a:pt x="49213" y="205268"/>
                    <a:pt x="49213" y="157894"/>
                  </a:cubicBezTo>
                  <a:cubicBezTo>
                    <a:pt x="49213" y="157894"/>
                    <a:pt x="49213" y="157894"/>
                    <a:pt x="54505" y="146050"/>
                  </a:cubicBezTo>
                  <a:close/>
                  <a:moveTo>
                    <a:pt x="239127" y="100013"/>
                  </a:moveTo>
                  <a:cubicBezTo>
                    <a:pt x="261561" y="100013"/>
                    <a:pt x="278716" y="118671"/>
                    <a:pt x="281355" y="143992"/>
                  </a:cubicBezTo>
                  <a:cubicBezTo>
                    <a:pt x="293232" y="143992"/>
                    <a:pt x="303788" y="154655"/>
                    <a:pt x="307747" y="167982"/>
                  </a:cubicBezTo>
                  <a:cubicBezTo>
                    <a:pt x="315665" y="169314"/>
                    <a:pt x="322263" y="177311"/>
                    <a:pt x="322263" y="187973"/>
                  </a:cubicBezTo>
                  <a:cubicBezTo>
                    <a:pt x="322263" y="198634"/>
                    <a:pt x="314345" y="207963"/>
                    <a:pt x="305108" y="207963"/>
                  </a:cubicBezTo>
                  <a:cubicBezTo>
                    <a:pt x="305108" y="207963"/>
                    <a:pt x="305108" y="207963"/>
                    <a:pt x="240447" y="207963"/>
                  </a:cubicBezTo>
                  <a:cubicBezTo>
                    <a:pt x="240447" y="207963"/>
                    <a:pt x="240447" y="207963"/>
                    <a:pt x="216694" y="158653"/>
                  </a:cubicBezTo>
                  <a:cubicBezTo>
                    <a:pt x="216694" y="158653"/>
                    <a:pt x="216694" y="158653"/>
                    <a:pt x="192941" y="207963"/>
                  </a:cubicBezTo>
                  <a:cubicBezTo>
                    <a:pt x="192941" y="207963"/>
                    <a:pt x="192941" y="207963"/>
                    <a:pt x="128280" y="207963"/>
                  </a:cubicBezTo>
                  <a:cubicBezTo>
                    <a:pt x="119043" y="207963"/>
                    <a:pt x="111125" y="198634"/>
                    <a:pt x="111125" y="187973"/>
                  </a:cubicBezTo>
                  <a:cubicBezTo>
                    <a:pt x="111125" y="175978"/>
                    <a:pt x="119043" y="166649"/>
                    <a:pt x="128280" y="166649"/>
                  </a:cubicBezTo>
                  <a:cubicBezTo>
                    <a:pt x="128280" y="150656"/>
                    <a:pt x="140156" y="138662"/>
                    <a:pt x="153353" y="138662"/>
                  </a:cubicBezTo>
                  <a:cubicBezTo>
                    <a:pt x="155992" y="138662"/>
                    <a:pt x="158631" y="138662"/>
                    <a:pt x="161270" y="139994"/>
                  </a:cubicBezTo>
                  <a:cubicBezTo>
                    <a:pt x="162590" y="122669"/>
                    <a:pt x="174466" y="108009"/>
                    <a:pt x="190302" y="108009"/>
                  </a:cubicBezTo>
                  <a:cubicBezTo>
                    <a:pt x="196900" y="108009"/>
                    <a:pt x="203498" y="110674"/>
                    <a:pt x="207457" y="116005"/>
                  </a:cubicBezTo>
                  <a:cubicBezTo>
                    <a:pt x="215374" y="105344"/>
                    <a:pt x="225931" y="100013"/>
                    <a:pt x="239127" y="100013"/>
                  </a:cubicBezTo>
                  <a:close/>
                  <a:moveTo>
                    <a:pt x="204732" y="0"/>
                  </a:moveTo>
                  <a:cubicBezTo>
                    <a:pt x="239074" y="0"/>
                    <a:pt x="268133" y="30052"/>
                    <a:pt x="270775" y="70558"/>
                  </a:cubicBezTo>
                  <a:cubicBezTo>
                    <a:pt x="272095" y="70558"/>
                    <a:pt x="272095" y="70558"/>
                    <a:pt x="272095" y="70558"/>
                  </a:cubicBezTo>
                  <a:cubicBezTo>
                    <a:pt x="291908" y="70558"/>
                    <a:pt x="309079" y="84931"/>
                    <a:pt x="314363" y="105837"/>
                  </a:cubicBezTo>
                  <a:cubicBezTo>
                    <a:pt x="327571" y="108451"/>
                    <a:pt x="338138" y="121517"/>
                    <a:pt x="338138" y="137197"/>
                  </a:cubicBezTo>
                  <a:cubicBezTo>
                    <a:pt x="338138" y="148957"/>
                    <a:pt x="332855" y="158103"/>
                    <a:pt x="324930" y="164637"/>
                  </a:cubicBezTo>
                  <a:cubicBezTo>
                    <a:pt x="323609" y="162023"/>
                    <a:pt x="319646" y="159410"/>
                    <a:pt x="317004" y="158103"/>
                  </a:cubicBezTo>
                  <a:cubicBezTo>
                    <a:pt x="311721" y="146344"/>
                    <a:pt x="302475" y="137197"/>
                    <a:pt x="290587" y="134584"/>
                  </a:cubicBezTo>
                  <a:cubicBezTo>
                    <a:pt x="285304" y="107144"/>
                    <a:pt x="264170" y="88851"/>
                    <a:pt x="239074" y="88851"/>
                  </a:cubicBezTo>
                  <a:cubicBezTo>
                    <a:pt x="227186" y="88851"/>
                    <a:pt x="215299" y="92771"/>
                    <a:pt x="206053" y="100611"/>
                  </a:cubicBezTo>
                  <a:cubicBezTo>
                    <a:pt x="200769" y="97998"/>
                    <a:pt x="195486" y="96691"/>
                    <a:pt x="190203" y="96691"/>
                  </a:cubicBezTo>
                  <a:cubicBezTo>
                    <a:pt x="171711" y="96691"/>
                    <a:pt x="157181" y="109757"/>
                    <a:pt x="151898" y="126744"/>
                  </a:cubicBezTo>
                  <a:cubicBezTo>
                    <a:pt x="136048" y="126744"/>
                    <a:pt x="121518" y="139810"/>
                    <a:pt x="118877" y="156797"/>
                  </a:cubicBezTo>
                  <a:cubicBezTo>
                    <a:pt x="112272" y="159410"/>
                    <a:pt x="108310" y="164637"/>
                    <a:pt x="104347" y="169863"/>
                  </a:cubicBezTo>
                  <a:cubicBezTo>
                    <a:pt x="104347" y="169863"/>
                    <a:pt x="104347" y="169863"/>
                    <a:pt x="77930" y="169863"/>
                  </a:cubicBezTo>
                  <a:cubicBezTo>
                    <a:pt x="77930" y="169863"/>
                    <a:pt x="77930" y="169863"/>
                    <a:pt x="54155" y="122824"/>
                  </a:cubicBezTo>
                  <a:cubicBezTo>
                    <a:pt x="54155" y="122824"/>
                    <a:pt x="54155" y="122824"/>
                    <a:pt x="30380" y="169863"/>
                  </a:cubicBezTo>
                  <a:cubicBezTo>
                    <a:pt x="30380" y="169863"/>
                    <a:pt x="30380" y="169863"/>
                    <a:pt x="27738" y="169863"/>
                  </a:cubicBezTo>
                  <a:cubicBezTo>
                    <a:pt x="11888" y="169863"/>
                    <a:pt x="0" y="155490"/>
                    <a:pt x="0" y="137197"/>
                  </a:cubicBezTo>
                  <a:cubicBezTo>
                    <a:pt x="0" y="120210"/>
                    <a:pt x="11888" y="105837"/>
                    <a:pt x="27738" y="105837"/>
                  </a:cubicBezTo>
                  <a:cubicBezTo>
                    <a:pt x="27738" y="81011"/>
                    <a:pt x="44909" y="60105"/>
                    <a:pt x="67363" y="60105"/>
                  </a:cubicBezTo>
                  <a:cubicBezTo>
                    <a:pt x="71326" y="60105"/>
                    <a:pt x="76609" y="61412"/>
                    <a:pt x="80572" y="64025"/>
                  </a:cubicBezTo>
                  <a:cubicBezTo>
                    <a:pt x="80572" y="35279"/>
                    <a:pt x="101706" y="13066"/>
                    <a:pt x="125481" y="13066"/>
                  </a:cubicBezTo>
                  <a:cubicBezTo>
                    <a:pt x="136048" y="13066"/>
                    <a:pt x="146615" y="16986"/>
                    <a:pt x="154540" y="24826"/>
                  </a:cubicBezTo>
                  <a:cubicBezTo>
                    <a:pt x="166427" y="9146"/>
                    <a:pt x="184919" y="0"/>
                    <a:pt x="204732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54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TITLE HERE</a:t>
            </a:r>
            <a:endParaRPr kumimoji="0" lang="en-GB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616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616241" y="1901561"/>
            <a:ext cx="2321652" cy="2321652"/>
            <a:chOff x="5616241" y="1901561"/>
            <a:chExt cx="2321652" cy="2321652"/>
          </a:xfrm>
        </p:grpSpPr>
        <p:sp>
          <p:nvSpPr>
            <p:cNvPr id="8" name="Teardrop 39"/>
            <p:cNvSpPr/>
            <p:nvPr/>
          </p:nvSpPr>
          <p:spPr>
            <a:xfrm rot="13500000">
              <a:off x="5616241" y="1901561"/>
              <a:ext cx="2321652" cy="2321652"/>
            </a:xfrm>
            <a:prstGeom prst="teardrop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TextBox 37"/>
            <p:cNvSpPr txBox="1">
              <a:spLocks/>
            </p:cNvSpPr>
            <p:nvPr/>
          </p:nvSpPr>
          <p:spPr>
            <a:xfrm>
              <a:off x="5908485" y="3098315"/>
              <a:ext cx="1565668" cy="763106"/>
            </a:xfrm>
            <a:prstGeom prst="rect">
              <a:avLst/>
            </a:prstGeom>
          </p:spPr>
          <p:txBody>
            <a:bodyPr vert="horz" wrap="none" anchor="ctr" anchorCtr="1">
              <a:normAutofit/>
            </a:bodyPr>
            <a:lstStyle/>
            <a:p>
              <a:pPr lvl="0" algn="ctr" rtl="1">
                <a:spcBef>
                  <a:spcPct val="0"/>
                </a:spcBef>
                <a:defRPr/>
              </a:pPr>
              <a:r>
                <a:rPr lang="fa-IR" altLang="en-US" sz="2800" b="1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گیرش</a:t>
              </a:r>
              <a:endParaRPr kumimoji="0" lang="fa-IR" altLang="en-US" sz="2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Freeform: Shape 68"/>
            <p:cNvSpPr>
              <a:spLocks/>
            </p:cNvSpPr>
            <p:nvPr/>
          </p:nvSpPr>
          <p:spPr bwMode="auto">
            <a:xfrm>
              <a:off x="6439238" y="2652291"/>
              <a:ext cx="504161" cy="432772"/>
            </a:xfrm>
            <a:custGeom>
              <a:avLst/>
              <a:gdLst>
                <a:gd name="T0" fmla="*/ 230 w 497"/>
                <a:gd name="T1" fmla="*/ 231 h 426"/>
                <a:gd name="T2" fmla="*/ 230 w 497"/>
                <a:gd name="T3" fmla="*/ 231 h 426"/>
                <a:gd name="T4" fmla="*/ 274 w 497"/>
                <a:gd name="T5" fmla="*/ 231 h 426"/>
                <a:gd name="T6" fmla="*/ 274 w 497"/>
                <a:gd name="T7" fmla="*/ 275 h 426"/>
                <a:gd name="T8" fmla="*/ 496 w 497"/>
                <a:gd name="T9" fmla="*/ 275 h 426"/>
                <a:gd name="T10" fmla="*/ 487 w 497"/>
                <a:gd name="T11" fmla="*/ 133 h 426"/>
                <a:gd name="T12" fmla="*/ 443 w 497"/>
                <a:gd name="T13" fmla="*/ 80 h 426"/>
                <a:gd name="T14" fmla="*/ 363 w 497"/>
                <a:gd name="T15" fmla="*/ 80 h 426"/>
                <a:gd name="T16" fmla="*/ 337 w 497"/>
                <a:gd name="T17" fmla="*/ 27 h 426"/>
                <a:gd name="T18" fmla="*/ 300 w 497"/>
                <a:gd name="T19" fmla="*/ 0 h 426"/>
                <a:gd name="T20" fmla="*/ 194 w 497"/>
                <a:gd name="T21" fmla="*/ 0 h 426"/>
                <a:gd name="T22" fmla="*/ 168 w 497"/>
                <a:gd name="T23" fmla="*/ 27 h 426"/>
                <a:gd name="T24" fmla="*/ 133 w 497"/>
                <a:gd name="T25" fmla="*/ 80 h 426"/>
                <a:gd name="T26" fmla="*/ 53 w 497"/>
                <a:gd name="T27" fmla="*/ 80 h 426"/>
                <a:gd name="T28" fmla="*/ 9 w 497"/>
                <a:gd name="T29" fmla="*/ 133 h 426"/>
                <a:gd name="T30" fmla="*/ 0 w 497"/>
                <a:gd name="T31" fmla="*/ 275 h 426"/>
                <a:gd name="T32" fmla="*/ 230 w 497"/>
                <a:gd name="T33" fmla="*/ 275 h 426"/>
                <a:gd name="T34" fmla="*/ 230 w 497"/>
                <a:gd name="T35" fmla="*/ 231 h 426"/>
                <a:gd name="T36" fmla="*/ 186 w 497"/>
                <a:gd name="T37" fmla="*/ 53 h 426"/>
                <a:gd name="T38" fmla="*/ 186 w 497"/>
                <a:gd name="T39" fmla="*/ 53 h 426"/>
                <a:gd name="T40" fmla="*/ 212 w 497"/>
                <a:gd name="T41" fmla="*/ 36 h 426"/>
                <a:gd name="T42" fmla="*/ 284 w 497"/>
                <a:gd name="T43" fmla="*/ 36 h 426"/>
                <a:gd name="T44" fmla="*/ 309 w 497"/>
                <a:gd name="T45" fmla="*/ 53 h 426"/>
                <a:gd name="T46" fmla="*/ 319 w 497"/>
                <a:gd name="T47" fmla="*/ 80 h 426"/>
                <a:gd name="T48" fmla="*/ 177 w 497"/>
                <a:gd name="T49" fmla="*/ 80 h 426"/>
                <a:gd name="T50" fmla="*/ 186 w 497"/>
                <a:gd name="T51" fmla="*/ 53 h 426"/>
                <a:gd name="T52" fmla="*/ 274 w 497"/>
                <a:gd name="T53" fmla="*/ 355 h 426"/>
                <a:gd name="T54" fmla="*/ 274 w 497"/>
                <a:gd name="T55" fmla="*/ 355 h 426"/>
                <a:gd name="T56" fmla="*/ 230 w 497"/>
                <a:gd name="T57" fmla="*/ 355 h 426"/>
                <a:gd name="T58" fmla="*/ 230 w 497"/>
                <a:gd name="T59" fmla="*/ 302 h 426"/>
                <a:gd name="T60" fmla="*/ 9 w 497"/>
                <a:gd name="T61" fmla="*/ 302 h 426"/>
                <a:gd name="T62" fmla="*/ 17 w 497"/>
                <a:gd name="T63" fmla="*/ 381 h 426"/>
                <a:gd name="T64" fmla="*/ 62 w 497"/>
                <a:gd name="T65" fmla="*/ 425 h 426"/>
                <a:gd name="T66" fmla="*/ 434 w 497"/>
                <a:gd name="T67" fmla="*/ 425 h 426"/>
                <a:gd name="T68" fmla="*/ 478 w 497"/>
                <a:gd name="T69" fmla="*/ 381 h 426"/>
                <a:gd name="T70" fmla="*/ 487 w 497"/>
                <a:gd name="T71" fmla="*/ 302 h 426"/>
                <a:gd name="T72" fmla="*/ 274 w 497"/>
                <a:gd name="T73" fmla="*/ 302 h 426"/>
                <a:gd name="T74" fmla="*/ 274 w 497"/>
                <a:gd name="T75" fmla="*/ 355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97" h="426">
                  <a:moveTo>
                    <a:pt x="230" y="231"/>
                  </a:moveTo>
                  <a:lnTo>
                    <a:pt x="230" y="231"/>
                  </a:lnTo>
                  <a:cubicBezTo>
                    <a:pt x="274" y="231"/>
                    <a:pt x="274" y="231"/>
                    <a:pt x="274" y="231"/>
                  </a:cubicBezTo>
                  <a:cubicBezTo>
                    <a:pt x="274" y="275"/>
                    <a:pt x="274" y="275"/>
                    <a:pt x="274" y="275"/>
                  </a:cubicBezTo>
                  <a:cubicBezTo>
                    <a:pt x="496" y="275"/>
                    <a:pt x="496" y="275"/>
                    <a:pt x="496" y="275"/>
                  </a:cubicBezTo>
                  <a:cubicBezTo>
                    <a:pt x="496" y="275"/>
                    <a:pt x="496" y="168"/>
                    <a:pt x="487" y="133"/>
                  </a:cubicBezTo>
                  <a:cubicBezTo>
                    <a:pt x="487" y="97"/>
                    <a:pt x="478" y="80"/>
                    <a:pt x="443" y="80"/>
                  </a:cubicBezTo>
                  <a:cubicBezTo>
                    <a:pt x="363" y="80"/>
                    <a:pt x="363" y="80"/>
                    <a:pt x="363" y="80"/>
                  </a:cubicBezTo>
                  <a:cubicBezTo>
                    <a:pt x="345" y="53"/>
                    <a:pt x="337" y="27"/>
                    <a:pt x="337" y="27"/>
                  </a:cubicBezTo>
                  <a:cubicBezTo>
                    <a:pt x="328" y="9"/>
                    <a:pt x="319" y="0"/>
                    <a:pt x="300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77" y="0"/>
                    <a:pt x="168" y="9"/>
                    <a:pt x="168" y="27"/>
                  </a:cubicBezTo>
                  <a:cubicBezTo>
                    <a:pt x="159" y="27"/>
                    <a:pt x="150" y="53"/>
                    <a:pt x="133" y="80"/>
                  </a:cubicBezTo>
                  <a:cubicBezTo>
                    <a:pt x="53" y="80"/>
                    <a:pt x="53" y="80"/>
                    <a:pt x="53" y="80"/>
                  </a:cubicBezTo>
                  <a:cubicBezTo>
                    <a:pt x="17" y="80"/>
                    <a:pt x="9" y="97"/>
                    <a:pt x="9" y="133"/>
                  </a:cubicBezTo>
                  <a:cubicBezTo>
                    <a:pt x="0" y="168"/>
                    <a:pt x="0" y="275"/>
                    <a:pt x="0" y="275"/>
                  </a:cubicBezTo>
                  <a:cubicBezTo>
                    <a:pt x="230" y="275"/>
                    <a:pt x="230" y="275"/>
                    <a:pt x="230" y="275"/>
                  </a:cubicBezTo>
                  <a:lnTo>
                    <a:pt x="230" y="231"/>
                  </a:lnTo>
                  <a:close/>
                  <a:moveTo>
                    <a:pt x="186" y="53"/>
                  </a:moveTo>
                  <a:lnTo>
                    <a:pt x="186" y="53"/>
                  </a:lnTo>
                  <a:cubicBezTo>
                    <a:pt x="194" y="44"/>
                    <a:pt x="194" y="36"/>
                    <a:pt x="212" y="36"/>
                  </a:cubicBezTo>
                  <a:cubicBezTo>
                    <a:pt x="284" y="36"/>
                    <a:pt x="284" y="36"/>
                    <a:pt x="284" y="36"/>
                  </a:cubicBezTo>
                  <a:cubicBezTo>
                    <a:pt x="300" y="36"/>
                    <a:pt x="300" y="44"/>
                    <a:pt x="309" y="53"/>
                  </a:cubicBezTo>
                  <a:cubicBezTo>
                    <a:pt x="309" y="53"/>
                    <a:pt x="319" y="71"/>
                    <a:pt x="319" y="80"/>
                  </a:cubicBezTo>
                  <a:cubicBezTo>
                    <a:pt x="177" y="80"/>
                    <a:pt x="177" y="80"/>
                    <a:pt x="177" y="80"/>
                  </a:cubicBezTo>
                  <a:cubicBezTo>
                    <a:pt x="186" y="71"/>
                    <a:pt x="186" y="53"/>
                    <a:pt x="186" y="53"/>
                  </a:cubicBezTo>
                  <a:close/>
                  <a:moveTo>
                    <a:pt x="274" y="355"/>
                  </a:moveTo>
                  <a:lnTo>
                    <a:pt x="274" y="355"/>
                  </a:lnTo>
                  <a:cubicBezTo>
                    <a:pt x="230" y="355"/>
                    <a:pt x="230" y="355"/>
                    <a:pt x="230" y="355"/>
                  </a:cubicBezTo>
                  <a:cubicBezTo>
                    <a:pt x="230" y="302"/>
                    <a:pt x="230" y="302"/>
                    <a:pt x="230" y="302"/>
                  </a:cubicBezTo>
                  <a:cubicBezTo>
                    <a:pt x="9" y="302"/>
                    <a:pt x="9" y="302"/>
                    <a:pt x="9" y="302"/>
                  </a:cubicBezTo>
                  <a:cubicBezTo>
                    <a:pt x="9" y="302"/>
                    <a:pt x="17" y="346"/>
                    <a:pt x="17" y="381"/>
                  </a:cubicBezTo>
                  <a:cubicBezTo>
                    <a:pt x="17" y="399"/>
                    <a:pt x="26" y="425"/>
                    <a:pt x="62" y="425"/>
                  </a:cubicBezTo>
                  <a:cubicBezTo>
                    <a:pt x="434" y="425"/>
                    <a:pt x="434" y="425"/>
                    <a:pt x="434" y="425"/>
                  </a:cubicBezTo>
                  <a:cubicBezTo>
                    <a:pt x="469" y="425"/>
                    <a:pt x="478" y="399"/>
                    <a:pt x="478" y="381"/>
                  </a:cubicBezTo>
                  <a:cubicBezTo>
                    <a:pt x="478" y="346"/>
                    <a:pt x="487" y="302"/>
                    <a:pt x="487" y="302"/>
                  </a:cubicBezTo>
                  <a:cubicBezTo>
                    <a:pt x="274" y="302"/>
                    <a:pt x="274" y="302"/>
                    <a:pt x="274" y="302"/>
                  </a:cubicBezTo>
                  <a:lnTo>
                    <a:pt x="274" y="3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743085" y="2865396"/>
            <a:ext cx="1704575" cy="1704575"/>
            <a:chOff x="3743085" y="2865396"/>
            <a:chExt cx="1704575" cy="1704575"/>
          </a:xfrm>
        </p:grpSpPr>
        <p:sp>
          <p:nvSpPr>
            <p:cNvPr id="9" name="Teardrop 40"/>
            <p:cNvSpPr/>
            <p:nvPr/>
          </p:nvSpPr>
          <p:spPr>
            <a:xfrm rot="8100000" flipH="1">
              <a:off x="3743085" y="2865396"/>
              <a:ext cx="1704575" cy="1704575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TextBox 35"/>
            <p:cNvSpPr txBox="1">
              <a:spLocks/>
            </p:cNvSpPr>
            <p:nvPr/>
          </p:nvSpPr>
          <p:spPr>
            <a:xfrm>
              <a:off x="4029889" y="3705841"/>
              <a:ext cx="1146657" cy="603652"/>
            </a:xfrm>
            <a:prstGeom prst="rect">
              <a:avLst/>
            </a:prstGeom>
          </p:spPr>
          <p:txBody>
            <a:bodyPr vert="horz" wrap="none" anchor="ctr" anchorCtr="1">
              <a:normAutofit/>
            </a:bodyPr>
            <a:lstStyle/>
            <a:p>
              <a:pPr lvl="0" algn="ctr" rtl="1">
                <a:spcBef>
                  <a:spcPct val="0"/>
                </a:spcBef>
                <a:defRPr/>
              </a:pPr>
              <a:r>
                <a:rPr lang="fa-IR" altLang="en-US" b="1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تخلخل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Freeform: Shape 67"/>
            <p:cNvSpPr>
              <a:spLocks/>
            </p:cNvSpPr>
            <p:nvPr/>
          </p:nvSpPr>
          <p:spPr bwMode="auto">
            <a:xfrm>
              <a:off x="4309363" y="3163679"/>
              <a:ext cx="587711" cy="459942"/>
            </a:xfrm>
            <a:custGeom>
              <a:avLst/>
              <a:gdLst>
                <a:gd name="T0" fmla="*/ 434 w 506"/>
                <a:gd name="T1" fmla="*/ 70 h 399"/>
                <a:gd name="T2" fmla="*/ 434 w 506"/>
                <a:gd name="T3" fmla="*/ 70 h 399"/>
                <a:gd name="T4" fmla="*/ 168 w 506"/>
                <a:gd name="T5" fmla="*/ 35 h 399"/>
                <a:gd name="T6" fmla="*/ 9 w 506"/>
                <a:gd name="T7" fmla="*/ 221 h 399"/>
                <a:gd name="T8" fmla="*/ 195 w 506"/>
                <a:gd name="T9" fmla="*/ 398 h 399"/>
                <a:gd name="T10" fmla="*/ 381 w 506"/>
                <a:gd name="T11" fmla="*/ 310 h 399"/>
                <a:gd name="T12" fmla="*/ 363 w 506"/>
                <a:gd name="T13" fmla="*/ 212 h 399"/>
                <a:gd name="T14" fmla="*/ 469 w 506"/>
                <a:gd name="T15" fmla="*/ 203 h 399"/>
                <a:gd name="T16" fmla="*/ 434 w 506"/>
                <a:gd name="T17" fmla="*/ 70 h 399"/>
                <a:gd name="T18" fmla="*/ 274 w 506"/>
                <a:gd name="T19" fmla="*/ 301 h 399"/>
                <a:gd name="T20" fmla="*/ 274 w 506"/>
                <a:gd name="T21" fmla="*/ 301 h 399"/>
                <a:gd name="T22" fmla="*/ 239 w 506"/>
                <a:gd name="T23" fmla="*/ 265 h 399"/>
                <a:gd name="T24" fmla="*/ 274 w 506"/>
                <a:gd name="T25" fmla="*/ 230 h 399"/>
                <a:gd name="T26" fmla="*/ 309 w 506"/>
                <a:gd name="T27" fmla="*/ 265 h 399"/>
                <a:gd name="T28" fmla="*/ 274 w 506"/>
                <a:gd name="T29" fmla="*/ 301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6" h="399">
                  <a:moveTo>
                    <a:pt x="434" y="70"/>
                  </a:moveTo>
                  <a:lnTo>
                    <a:pt x="434" y="70"/>
                  </a:lnTo>
                  <a:cubicBezTo>
                    <a:pt x="354" y="17"/>
                    <a:pt x="265" y="0"/>
                    <a:pt x="168" y="35"/>
                  </a:cubicBezTo>
                  <a:cubicBezTo>
                    <a:pt x="89" y="53"/>
                    <a:pt x="9" y="141"/>
                    <a:pt x="9" y="221"/>
                  </a:cubicBezTo>
                  <a:cubicBezTo>
                    <a:pt x="0" y="319"/>
                    <a:pt x="71" y="398"/>
                    <a:pt x="195" y="398"/>
                  </a:cubicBezTo>
                  <a:cubicBezTo>
                    <a:pt x="337" y="398"/>
                    <a:pt x="381" y="328"/>
                    <a:pt x="381" y="310"/>
                  </a:cubicBezTo>
                  <a:cubicBezTo>
                    <a:pt x="390" y="292"/>
                    <a:pt x="328" y="248"/>
                    <a:pt x="363" y="212"/>
                  </a:cubicBezTo>
                  <a:cubicBezTo>
                    <a:pt x="408" y="168"/>
                    <a:pt x="452" y="203"/>
                    <a:pt x="469" y="203"/>
                  </a:cubicBezTo>
                  <a:cubicBezTo>
                    <a:pt x="496" y="194"/>
                    <a:pt x="505" y="124"/>
                    <a:pt x="434" y="70"/>
                  </a:cubicBezTo>
                  <a:close/>
                  <a:moveTo>
                    <a:pt x="274" y="301"/>
                  </a:moveTo>
                  <a:lnTo>
                    <a:pt x="274" y="301"/>
                  </a:lnTo>
                  <a:cubicBezTo>
                    <a:pt x="248" y="301"/>
                    <a:pt x="239" y="283"/>
                    <a:pt x="239" y="265"/>
                  </a:cubicBezTo>
                  <a:cubicBezTo>
                    <a:pt x="239" y="248"/>
                    <a:pt x="248" y="230"/>
                    <a:pt x="274" y="230"/>
                  </a:cubicBezTo>
                  <a:cubicBezTo>
                    <a:pt x="293" y="230"/>
                    <a:pt x="309" y="248"/>
                    <a:pt x="309" y="265"/>
                  </a:cubicBezTo>
                  <a:cubicBezTo>
                    <a:pt x="309" y="283"/>
                    <a:pt x="293" y="301"/>
                    <a:pt x="274" y="3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5784661" y="1502593"/>
            <a:ext cx="1070361" cy="1070361"/>
            <a:chOff x="5784661" y="1502593"/>
            <a:chExt cx="1070361" cy="1070361"/>
          </a:xfrm>
        </p:grpSpPr>
        <p:sp>
          <p:nvSpPr>
            <p:cNvPr id="13" name="Teardrop 50"/>
            <p:cNvSpPr/>
            <p:nvPr/>
          </p:nvSpPr>
          <p:spPr>
            <a:xfrm rot="8100000" flipH="1">
              <a:off x="5784661" y="1502593"/>
              <a:ext cx="1070361" cy="1070361"/>
            </a:xfrm>
            <a:prstGeom prst="teardrop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TextBox 45"/>
            <p:cNvSpPr txBox="1">
              <a:spLocks/>
            </p:cNvSpPr>
            <p:nvPr/>
          </p:nvSpPr>
          <p:spPr>
            <a:xfrm>
              <a:off x="5857740" y="1956427"/>
              <a:ext cx="913285" cy="430519"/>
            </a:xfrm>
            <a:prstGeom prst="rect">
              <a:avLst/>
            </a:prstGeom>
          </p:spPr>
          <p:txBody>
            <a:bodyPr vert="horz" wrap="none" anchor="ctr" anchorCtr="1">
              <a:normAutofit/>
            </a:bodyPr>
            <a:lstStyle/>
            <a:p>
              <a:pPr lvl="0" algn="ctr" rtl="1">
                <a:spcBef>
                  <a:spcPct val="0"/>
                </a:spcBef>
                <a:defRPr/>
              </a:pPr>
              <a:r>
                <a:rPr lang="fa-IR" altLang="en-US" sz="1400" b="1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آب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Freeform: Shape 69"/>
            <p:cNvSpPr>
              <a:spLocks/>
            </p:cNvSpPr>
            <p:nvPr/>
          </p:nvSpPr>
          <p:spPr bwMode="auto">
            <a:xfrm>
              <a:off x="6193218" y="1652745"/>
              <a:ext cx="251947" cy="261922"/>
            </a:xfrm>
            <a:custGeom>
              <a:avLst/>
              <a:gdLst>
                <a:gd name="T0" fmla="*/ 400 w 445"/>
                <a:gd name="T1" fmla="*/ 159 h 462"/>
                <a:gd name="T2" fmla="*/ 400 w 445"/>
                <a:gd name="T3" fmla="*/ 159 h 462"/>
                <a:gd name="T4" fmla="*/ 266 w 445"/>
                <a:gd name="T5" fmla="*/ 8 h 462"/>
                <a:gd name="T6" fmla="*/ 36 w 445"/>
                <a:gd name="T7" fmla="*/ 248 h 462"/>
                <a:gd name="T8" fmla="*/ 9 w 445"/>
                <a:gd name="T9" fmla="*/ 319 h 462"/>
                <a:gd name="T10" fmla="*/ 81 w 445"/>
                <a:gd name="T11" fmla="*/ 355 h 462"/>
                <a:gd name="T12" fmla="*/ 98 w 445"/>
                <a:gd name="T13" fmla="*/ 346 h 462"/>
                <a:gd name="T14" fmla="*/ 134 w 445"/>
                <a:gd name="T15" fmla="*/ 372 h 462"/>
                <a:gd name="T16" fmla="*/ 160 w 445"/>
                <a:gd name="T17" fmla="*/ 434 h 462"/>
                <a:gd name="T18" fmla="*/ 187 w 445"/>
                <a:gd name="T19" fmla="*/ 452 h 462"/>
                <a:gd name="T20" fmla="*/ 240 w 445"/>
                <a:gd name="T21" fmla="*/ 434 h 462"/>
                <a:gd name="T22" fmla="*/ 249 w 445"/>
                <a:gd name="T23" fmla="*/ 416 h 462"/>
                <a:gd name="T24" fmla="*/ 231 w 445"/>
                <a:gd name="T25" fmla="*/ 390 h 462"/>
                <a:gd name="T26" fmla="*/ 204 w 445"/>
                <a:gd name="T27" fmla="*/ 337 h 462"/>
                <a:gd name="T28" fmla="*/ 231 w 445"/>
                <a:gd name="T29" fmla="*/ 310 h 462"/>
                <a:gd name="T30" fmla="*/ 417 w 445"/>
                <a:gd name="T31" fmla="*/ 355 h 462"/>
                <a:gd name="T32" fmla="*/ 400 w 445"/>
                <a:gd name="T33" fmla="*/ 159 h 462"/>
                <a:gd name="T34" fmla="*/ 390 w 445"/>
                <a:gd name="T35" fmla="*/ 310 h 462"/>
                <a:gd name="T36" fmla="*/ 390 w 445"/>
                <a:gd name="T37" fmla="*/ 310 h 462"/>
                <a:gd name="T38" fmla="*/ 302 w 445"/>
                <a:gd name="T39" fmla="*/ 204 h 462"/>
                <a:gd name="T40" fmla="*/ 284 w 445"/>
                <a:gd name="T41" fmla="*/ 62 h 462"/>
                <a:gd name="T42" fmla="*/ 364 w 445"/>
                <a:gd name="T43" fmla="*/ 177 h 462"/>
                <a:gd name="T44" fmla="*/ 390 w 445"/>
                <a:gd name="T45" fmla="*/ 31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5" h="462">
                  <a:moveTo>
                    <a:pt x="400" y="159"/>
                  </a:moveTo>
                  <a:lnTo>
                    <a:pt x="400" y="159"/>
                  </a:lnTo>
                  <a:cubicBezTo>
                    <a:pt x="364" y="71"/>
                    <a:pt x="302" y="0"/>
                    <a:pt x="266" y="8"/>
                  </a:cubicBezTo>
                  <a:cubicBezTo>
                    <a:pt x="213" y="36"/>
                    <a:pt x="302" y="142"/>
                    <a:pt x="36" y="248"/>
                  </a:cubicBezTo>
                  <a:cubicBezTo>
                    <a:pt x="9" y="257"/>
                    <a:pt x="0" y="292"/>
                    <a:pt x="9" y="319"/>
                  </a:cubicBezTo>
                  <a:cubicBezTo>
                    <a:pt x="18" y="337"/>
                    <a:pt x="53" y="363"/>
                    <a:pt x="81" y="355"/>
                  </a:cubicBezTo>
                  <a:lnTo>
                    <a:pt x="98" y="346"/>
                  </a:lnTo>
                  <a:cubicBezTo>
                    <a:pt x="116" y="372"/>
                    <a:pt x="134" y="355"/>
                    <a:pt x="134" y="372"/>
                  </a:cubicBezTo>
                  <a:cubicBezTo>
                    <a:pt x="143" y="390"/>
                    <a:pt x="160" y="425"/>
                    <a:pt x="160" y="434"/>
                  </a:cubicBezTo>
                  <a:cubicBezTo>
                    <a:pt x="169" y="443"/>
                    <a:pt x="178" y="461"/>
                    <a:pt x="187" y="452"/>
                  </a:cubicBezTo>
                  <a:cubicBezTo>
                    <a:pt x="196" y="452"/>
                    <a:pt x="231" y="443"/>
                    <a:pt x="240" y="434"/>
                  </a:cubicBezTo>
                  <a:cubicBezTo>
                    <a:pt x="257" y="434"/>
                    <a:pt x="257" y="425"/>
                    <a:pt x="249" y="416"/>
                  </a:cubicBezTo>
                  <a:cubicBezTo>
                    <a:pt x="249" y="408"/>
                    <a:pt x="231" y="399"/>
                    <a:pt x="231" y="390"/>
                  </a:cubicBezTo>
                  <a:cubicBezTo>
                    <a:pt x="222" y="381"/>
                    <a:pt x="213" y="346"/>
                    <a:pt x="204" y="337"/>
                  </a:cubicBezTo>
                  <a:cubicBezTo>
                    <a:pt x="196" y="328"/>
                    <a:pt x="213" y="310"/>
                    <a:pt x="231" y="310"/>
                  </a:cubicBezTo>
                  <a:cubicBezTo>
                    <a:pt x="355" y="302"/>
                    <a:pt x="373" y="372"/>
                    <a:pt x="417" y="355"/>
                  </a:cubicBezTo>
                  <a:cubicBezTo>
                    <a:pt x="444" y="346"/>
                    <a:pt x="444" y="248"/>
                    <a:pt x="400" y="159"/>
                  </a:cubicBezTo>
                  <a:close/>
                  <a:moveTo>
                    <a:pt x="390" y="310"/>
                  </a:moveTo>
                  <a:lnTo>
                    <a:pt x="390" y="310"/>
                  </a:lnTo>
                  <a:cubicBezTo>
                    <a:pt x="381" y="310"/>
                    <a:pt x="328" y="275"/>
                    <a:pt x="302" y="204"/>
                  </a:cubicBezTo>
                  <a:cubicBezTo>
                    <a:pt x="275" y="133"/>
                    <a:pt x="275" y="62"/>
                    <a:pt x="284" y="62"/>
                  </a:cubicBezTo>
                  <a:cubicBezTo>
                    <a:pt x="293" y="62"/>
                    <a:pt x="337" y="106"/>
                    <a:pt x="364" y="177"/>
                  </a:cubicBezTo>
                  <a:cubicBezTo>
                    <a:pt x="400" y="248"/>
                    <a:pt x="390" y="302"/>
                    <a:pt x="390" y="3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960879" y="897369"/>
            <a:ext cx="1457845" cy="1457844"/>
            <a:chOff x="6960879" y="897369"/>
            <a:chExt cx="1457845" cy="1457844"/>
          </a:xfrm>
        </p:grpSpPr>
        <p:sp>
          <p:nvSpPr>
            <p:cNvPr id="12" name="Teardrop 49"/>
            <p:cNvSpPr/>
            <p:nvPr/>
          </p:nvSpPr>
          <p:spPr>
            <a:xfrm rot="13500000">
              <a:off x="6960880" y="897368"/>
              <a:ext cx="1457844" cy="1457845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TextBox 47"/>
            <p:cNvSpPr txBox="1">
              <a:spLocks/>
            </p:cNvSpPr>
            <p:nvPr/>
          </p:nvSpPr>
          <p:spPr>
            <a:xfrm>
              <a:off x="7197434" y="1555944"/>
              <a:ext cx="1001016" cy="585415"/>
            </a:xfrm>
            <a:prstGeom prst="rect">
              <a:avLst/>
            </a:prstGeom>
          </p:spPr>
          <p:txBody>
            <a:bodyPr vert="horz" wrap="none" anchor="ctr" anchorCtr="1">
              <a:normAutofit/>
            </a:bodyPr>
            <a:lstStyle/>
            <a:p>
              <a:pPr lvl="0" algn="ctr" rtl="1">
                <a:spcBef>
                  <a:spcPct val="0"/>
                </a:spcBef>
                <a:defRPr/>
              </a:pPr>
              <a:r>
                <a:rPr lang="fa-IR" altLang="en-US" b="1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CA₆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Freeform: Shape 70"/>
            <p:cNvSpPr>
              <a:spLocks/>
            </p:cNvSpPr>
            <p:nvPr/>
          </p:nvSpPr>
          <p:spPr bwMode="auto">
            <a:xfrm>
              <a:off x="7476051" y="1114771"/>
              <a:ext cx="427502" cy="444430"/>
            </a:xfrm>
            <a:custGeom>
              <a:avLst/>
              <a:gdLst>
                <a:gd name="T0" fmla="*/ 248 w 444"/>
                <a:gd name="T1" fmla="*/ 337 h 462"/>
                <a:gd name="T2" fmla="*/ 248 w 444"/>
                <a:gd name="T3" fmla="*/ 337 h 462"/>
                <a:gd name="T4" fmla="*/ 320 w 444"/>
                <a:gd name="T5" fmla="*/ 257 h 462"/>
                <a:gd name="T6" fmla="*/ 443 w 444"/>
                <a:gd name="T7" fmla="*/ 71 h 462"/>
                <a:gd name="T8" fmla="*/ 426 w 444"/>
                <a:gd name="T9" fmla="*/ 53 h 462"/>
                <a:gd name="T10" fmla="*/ 346 w 444"/>
                <a:gd name="T11" fmla="*/ 53 h 462"/>
                <a:gd name="T12" fmla="*/ 222 w 444"/>
                <a:gd name="T13" fmla="*/ 0 h 462"/>
                <a:gd name="T14" fmla="*/ 98 w 444"/>
                <a:gd name="T15" fmla="*/ 53 h 462"/>
                <a:gd name="T16" fmla="*/ 18 w 444"/>
                <a:gd name="T17" fmla="*/ 53 h 462"/>
                <a:gd name="T18" fmla="*/ 0 w 444"/>
                <a:gd name="T19" fmla="*/ 71 h 462"/>
                <a:gd name="T20" fmla="*/ 124 w 444"/>
                <a:gd name="T21" fmla="*/ 257 h 462"/>
                <a:gd name="T22" fmla="*/ 195 w 444"/>
                <a:gd name="T23" fmla="*/ 337 h 462"/>
                <a:gd name="T24" fmla="*/ 195 w 444"/>
                <a:gd name="T25" fmla="*/ 372 h 462"/>
                <a:gd name="T26" fmla="*/ 107 w 444"/>
                <a:gd name="T27" fmla="*/ 416 h 462"/>
                <a:gd name="T28" fmla="*/ 222 w 444"/>
                <a:gd name="T29" fmla="*/ 461 h 462"/>
                <a:gd name="T30" fmla="*/ 328 w 444"/>
                <a:gd name="T31" fmla="*/ 416 h 462"/>
                <a:gd name="T32" fmla="*/ 248 w 444"/>
                <a:gd name="T33" fmla="*/ 372 h 462"/>
                <a:gd name="T34" fmla="*/ 248 w 444"/>
                <a:gd name="T35" fmla="*/ 337 h 462"/>
                <a:gd name="T36" fmla="*/ 320 w 444"/>
                <a:gd name="T37" fmla="*/ 212 h 462"/>
                <a:gd name="T38" fmla="*/ 320 w 444"/>
                <a:gd name="T39" fmla="*/ 212 h 462"/>
                <a:gd name="T40" fmla="*/ 346 w 444"/>
                <a:gd name="T41" fmla="*/ 89 h 462"/>
                <a:gd name="T42" fmla="*/ 408 w 444"/>
                <a:gd name="T43" fmla="*/ 89 h 462"/>
                <a:gd name="T44" fmla="*/ 320 w 444"/>
                <a:gd name="T45" fmla="*/ 212 h 462"/>
                <a:gd name="T46" fmla="*/ 222 w 444"/>
                <a:gd name="T47" fmla="*/ 36 h 462"/>
                <a:gd name="T48" fmla="*/ 222 w 444"/>
                <a:gd name="T49" fmla="*/ 36 h 462"/>
                <a:gd name="T50" fmla="*/ 320 w 444"/>
                <a:gd name="T51" fmla="*/ 71 h 462"/>
                <a:gd name="T52" fmla="*/ 222 w 444"/>
                <a:gd name="T53" fmla="*/ 115 h 462"/>
                <a:gd name="T54" fmla="*/ 124 w 444"/>
                <a:gd name="T55" fmla="*/ 71 h 462"/>
                <a:gd name="T56" fmla="*/ 222 w 444"/>
                <a:gd name="T57" fmla="*/ 36 h 462"/>
                <a:gd name="T58" fmla="*/ 36 w 444"/>
                <a:gd name="T59" fmla="*/ 89 h 462"/>
                <a:gd name="T60" fmla="*/ 36 w 444"/>
                <a:gd name="T61" fmla="*/ 89 h 462"/>
                <a:gd name="T62" fmla="*/ 98 w 444"/>
                <a:gd name="T63" fmla="*/ 89 h 462"/>
                <a:gd name="T64" fmla="*/ 124 w 444"/>
                <a:gd name="T65" fmla="*/ 212 h 462"/>
                <a:gd name="T66" fmla="*/ 36 w 444"/>
                <a:gd name="T67" fmla="*/ 89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44" h="462">
                  <a:moveTo>
                    <a:pt x="248" y="337"/>
                  </a:moveTo>
                  <a:lnTo>
                    <a:pt x="248" y="337"/>
                  </a:lnTo>
                  <a:cubicBezTo>
                    <a:pt x="248" y="302"/>
                    <a:pt x="275" y="283"/>
                    <a:pt x="320" y="257"/>
                  </a:cubicBezTo>
                  <a:cubicBezTo>
                    <a:pt x="373" y="221"/>
                    <a:pt x="443" y="177"/>
                    <a:pt x="443" y="71"/>
                  </a:cubicBezTo>
                  <a:cubicBezTo>
                    <a:pt x="443" y="62"/>
                    <a:pt x="434" y="53"/>
                    <a:pt x="426" y="53"/>
                  </a:cubicBezTo>
                  <a:cubicBezTo>
                    <a:pt x="346" y="53"/>
                    <a:pt x="346" y="53"/>
                    <a:pt x="346" y="53"/>
                  </a:cubicBezTo>
                  <a:cubicBezTo>
                    <a:pt x="328" y="27"/>
                    <a:pt x="293" y="0"/>
                    <a:pt x="222" y="0"/>
                  </a:cubicBezTo>
                  <a:cubicBezTo>
                    <a:pt x="151" y="0"/>
                    <a:pt x="116" y="27"/>
                    <a:pt x="9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9" y="53"/>
                    <a:pt x="0" y="62"/>
                    <a:pt x="0" y="71"/>
                  </a:cubicBezTo>
                  <a:cubicBezTo>
                    <a:pt x="0" y="177"/>
                    <a:pt x="62" y="221"/>
                    <a:pt x="124" y="257"/>
                  </a:cubicBezTo>
                  <a:cubicBezTo>
                    <a:pt x="169" y="283"/>
                    <a:pt x="195" y="302"/>
                    <a:pt x="195" y="337"/>
                  </a:cubicBezTo>
                  <a:cubicBezTo>
                    <a:pt x="195" y="372"/>
                    <a:pt x="195" y="372"/>
                    <a:pt x="195" y="372"/>
                  </a:cubicBezTo>
                  <a:cubicBezTo>
                    <a:pt x="142" y="381"/>
                    <a:pt x="107" y="399"/>
                    <a:pt x="107" y="416"/>
                  </a:cubicBezTo>
                  <a:cubicBezTo>
                    <a:pt x="107" y="443"/>
                    <a:pt x="160" y="461"/>
                    <a:pt x="222" y="461"/>
                  </a:cubicBezTo>
                  <a:cubicBezTo>
                    <a:pt x="283" y="461"/>
                    <a:pt x="328" y="443"/>
                    <a:pt x="328" y="416"/>
                  </a:cubicBezTo>
                  <a:cubicBezTo>
                    <a:pt x="328" y="399"/>
                    <a:pt x="302" y="381"/>
                    <a:pt x="248" y="372"/>
                  </a:cubicBezTo>
                  <a:lnTo>
                    <a:pt x="248" y="337"/>
                  </a:lnTo>
                  <a:close/>
                  <a:moveTo>
                    <a:pt x="320" y="212"/>
                  </a:moveTo>
                  <a:lnTo>
                    <a:pt x="320" y="212"/>
                  </a:lnTo>
                  <a:cubicBezTo>
                    <a:pt x="337" y="186"/>
                    <a:pt x="346" y="142"/>
                    <a:pt x="346" y="89"/>
                  </a:cubicBezTo>
                  <a:cubicBezTo>
                    <a:pt x="408" y="89"/>
                    <a:pt x="408" y="89"/>
                    <a:pt x="408" y="89"/>
                  </a:cubicBezTo>
                  <a:cubicBezTo>
                    <a:pt x="399" y="151"/>
                    <a:pt x="364" y="186"/>
                    <a:pt x="320" y="212"/>
                  </a:cubicBezTo>
                  <a:close/>
                  <a:moveTo>
                    <a:pt x="222" y="36"/>
                  </a:moveTo>
                  <a:lnTo>
                    <a:pt x="222" y="36"/>
                  </a:lnTo>
                  <a:cubicBezTo>
                    <a:pt x="293" y="36"/>
                    <a:pt x="320" y="62"/>
                    <a:pt x="320" y="71"/>
                  </a:cubicBezTo>
                  <a:cubicBezTo>
                    <a:pt x="320" y="80"/>
                    <a:pt x="293" y="106"/>
                    <a:pt x="222" y="115"/>
                  </a:cubicBezTo>
                  <a:cubicBezTo>
                    <a:pt x="151" y="106"/>
                    <a:pt x="124" y="80"/>
                    <a:pt x="124" y="71"/>
                  </a:cubicBezTo>
                  <a:cubicBezTo>
                    <a:pt x="124" y="62"/>
                    <a:pt x="151" y="36"/>
                    <a:pt x="222" y="36"/>
                  </a:cubicBezTo>
                  <a:close/>
                  <a:moveTo>
                    <a:pt x="36" y="89"/>
                  </a:moveTo>
                  <a:lnTo>
                    <a:pt x="36" y="89"/>
                  </a:lnTo>
                  <a:cubicBezTo>
                    <a:pt x="98" y="89"/>
                    <a:pt x="98" y="89"/>
                    <a:pt x="98" y="89"/>
                  </a:cubicBezTo>
                  <a:cubicBezTo>
                    <a:pt x="98" y="142"/>
                    <a:pt x="107" y="186"/>
                    <a:pt x="124" y="212"/>
                  </a:cubicBezTo>
                  <a:cubicBezTo>
                    <a:pt x="80" y="186"/>
                    <a:pt x="36" y="151"/>
                    <a:pt x="36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67452" y="1114771"/>
            <a:ext cx="3976883" cy="2740085"/>
            <a:chOff x="867452" y="1114771"/>
            <a:chExt cx="3976883" cy="2740085"/>
          </a:xfrm>
        </p:grpSpPr>
        <p:sp>
          <p:nvSpPr>
            <p:cNvPr id="4" name="TextBox 51"/>
            <p:cNvSpPr txBox="1">
              <a:spLocks/>
            </p:cNvSpPr>
            <p:nvPr/>
          </p:nvSpPr>
          <p:spPr>
            <a:xfrm>
              <a:off x="884074" y="1114771"/>
              <a:ext cx="3960261" cy="752436"/>
            </a:xfrm>
            <a:prstGeom prst="rect">
              <a:avLst/>
            </a:prstGeom>
          </p:spPr>
          <p:txBody>
            <a:bodyPr wrap="square" lIns="0" tIns="0" rIns="0" bIns="0">
              <a:normAutofit/>
            </a:bodyPr>
            <a:lstStyle/>
            <a:p>
              <a:pPr lvl="0" rtl="1" algn="r">
                <a:lnSpc>
                  <a:spcPct val="120000"/>
                </a:lnSpc>
                <a:defRPr/>
              </a:pPr>
              <a:r>
                <a:rPr lang="fa-IR" altLang="en-US" sz="1200" dirty="0">
                  <a:solidFill>
                    <a:srgbClr val="000000">
                      <a:lumMod val="100000"/>
                    </a:srgbClr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ریزدانه‌ها فضاهای خالی را پر می‌کنند، آب لازم را کم می‌کنند و محل جوانه‌زنی فراهم می‌آورند.</a:t>
              </a:r>
              <a:endParaRPr kumimoji="0" lang="fa-IR" altLang="en-US" sz="12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100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5" name="Group 58"/>
            <p:cNvGrpSpPr/>
            <p:nvPr/>
          </p:nvGrpSpPr>
          <p:grpSpPr>
            <a:xfrm>
              <a:off x="867452" y="1956662"/>
              <a:ext cx="389729" cy="389729"/>
              <a:chOff x="5975646" y="3037332"/>
              <a:chExt cx="551992" cy="551992"/>
            </a:xfrm>
          </p:grpSpPr>
          <p:sp>
            <p:nvSpPr>
              <p:cNvPr id="33" name="Rectangle: Folded Corner 59"/>
              <p:cNvSpPr>
                <a:spLocks noChangeAspect="1"/>
              </p:cNvSpPr>
              <p:nvPr/>
            </p:nvSpPr>
            <p:spPr>
              <a:xfrm>
                <a:off x="5975646" y="3037332"/>
                <a:ext cx="551992" cy="551992"/>
              </a:xfrm>
              <a:prstGeom prst="foldedCorner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4" name="Freeform: Shape 60"/>
              <p:cNvSpPr>
                <a:spLocks/>
              </p:cNvSpPr>
              <p:nvPr/>
            </p:nvSpPr>
            <p:spPr bwMode="auto">
              <a:xfrm>
                <a:off x="6102634" y="3182782"/>
                <a:ext cx="298016" cy="261093"/>
              </a:xfrm>
              <a:custGeom>
                <a:avLst/>
                <a:gdLst>
                  <a:gd name="T0" fmla="*/ 442 w 497"/>
                  <a:gd name="T1" fmla="*/ 0 h 435"/>
                  <a:gd name="T2" fmla="*/ 442 w 497"/>
                  <a:gd name="T3" fmla="*/ 0 h 435"/>
                  <a:gd name="T4" fmla="*/ 53 w 497"/>
                  <a:gd name="T5" fmla="*/ 0 h 435"/>
                  <a:gd name="T6" fmla="*/ 0 w 497"/>
                  <a:gd name="T7" fmla="*/ 44 h 435"/>
                  <a:gd name="T8" fmla="*/ 0 w 497"/>
                  <a:gd name="T9" fmla="*/ 319 h 435"/>
                  <a:gd name="T10" fmla="*/ 44 w 497"/>
                  <a:gd name="T11" fmla="*/ 381 h 435"/>
                  <a:gd name="T12" fmla="*/ 160 w 497"/>
                  <a:gd name="T13" fmla="*/ 399 h 435"/>
                  <a:gd name="T14" fmla="*/ 123 w 497"/>
                  <a:gd name="T15" fmla="*/ 434 h 435"/>
                  <a:gd name="T16" fmla="*/ 372 w 497"/>
                  <a:gd name="T17" fmla="*/ 434 h 435"/>
                  <a:gd name="T18" fmla="*/ 336 w 497"/>
                  <a:gd name="T19" fmla="*/ 399 h 435"/>
                  <a:gd name="T20" fmla="*/ 451 w 497"/>
                  <a:gd name="T21" fmla="*/ 381 h 435"/>
                  <a:gd name="T22" fmla="*/ 496 w 497"/>
                  <a:gd name="T23" fmla="*/ 319 h 435"/>
                  <a:gd name="T24" fmla="*/ 496 w 497"/>
                  <a:gd name="T25" fmla="*/ 44 h 435"/>
                  <a:gd name="T26" fmla="*/ 442 w 497"/>
                  <a:gd name="T27" fmla="*/ 0 h 435"/>
                  <a:gd name="T28" fmla="*/ 442 w 497"/>
                  <a:gd name="T29" fmla="*/ 319 h 435"/>
                  <a:gd name="T30" fmla="*/ 442 w 497"/>
                  <a:gd name="T31" fmla="*/ 319 h 435"/>
                  <a:gd name="T32" fmla="*/ 53 w 497"/>
                  <a:gd name="T33" fmla="*/ 319 h 435"/>
                  <a:gd name="T34" fmla="*/ 53 w 497"/>
                  <a:gd name="T35" fmla="*/ 44 h 435"/>
                  <a:gd name="T36" fmla="*/ 442 w 497"/>
                  <a:gd name="T37" fmla="*/ 44 h 435"/>
                  <a:gd name="T38" fmla="*/ 442 w 497"/>
                  <a:gd name="T39" fmla="*/ 319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7" h="435">
                    <a:moveTo>
                      <a:pt x="442" y="0"/>
                    </a:moveTo>
                    <a:lnTo>
                      <a:pt x="442" y="0"/>
                    </a:lnTo>
                    <a:cubicBezTo>
                      <a:pt x="53" y="0"/>
                      <a:pt x="53" y="0"/>
                      <a:pt x="53" y="0"/>
                    </a:cubicBezTo>
                    <a:cubicBezTo>
                      <a:pt x="26" y="0"/>
                      <a:pt x="0" y="17"/>
                      <a:pt x="0" y="44"/>
                    </a:cubicBezTo>
                    <a:cubicBezTo>
                      <a:pt x="0" y="319"/>
                      <a:pt x="0" y="319"/>
                      <a:pt x="0" y="319"/>
                    </a:cubicBezTo>
                    <a:cubicBezTo>
                      <a:pt x="0" y="345"/>
                      <a:pt x="17" y="372"/>
                      <a:pt x="44" y="381"/>
                    </a:cubicBezTo>
                    <a:cubicBezTo>
                      <a:pt x="160" y="399"/>
                      <a:pt x="160" y="399"/>
                      <a:pt x="160" y="399"/>
                    </a:cubicBezTo>
                    <a:cubicBezTo>
                      <a:pt x="160" y="399"/>
                      <a:pt x="62" y="434"/>
                      <a:pt x="123" y="434"/>
                    </a:cubicBezTo>
                    <a:cubicBezTo>
                      <a:pt x="372" y="434"/>
                      <a:pt x="372" y="434"/>
                      <a:pt x="372" y="434"/>
                    </a:cubicBezTo>
                    <a:cubicBezTo>
                      <a:pt x="434" y="434"/>
                      <a:pt x="336" y="399"/>
                      <a:pt x="336" y="399"/>
                    </a:cubicBezTo>
                    <a:cubicBezTo>
                      <a:pt x="451" y="381"/>
                      <a:pt x="451" y="381"/>
                      <a:pt x="451" y="381"/>
                    </a:cubicBezTo>
                    <a:cubicBezTo>
                      <a:pt x="479" y="372"/>
                      <a:pt x="496" y="345"/>
                      <a:pt x="496" y="319"/>
                    </a:cubicBezTo>
                    <a:cubicBezTo>
                      <a:pt x="496" y="44"/>
                      <a:pt x="496" y="44"/>
                      <a:pt x="496" y="44"/>
                    </a:cubicBezTo>
                    <a:cubicBezTo>
                      <a:pt x="496" y="17"/>
                      <a:pt x="470" y="0"/>
                      <a:pt x="442" y="0"/>
                    </a:cubicBezTo>
                    <a:close/>
                    <a:moveTo>
                      <a:pt x="442" y="319"/>
                    </a:moveTo>
                    <a:lnTo>
                      <a:pt x="442" y="319"/>
                    </a:lnTo>
                    <a:cubicBezTo>
                      <a:pt x="53" y="319"/>
                      <a:pt x="53" y="319"/>
                      <a:pt x="53" y="319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442" y="44"/>
                      <a:pt x="442" y="44"/>
                      <a:pt x="442" y="44"/>
                    </a:cubicBezTo>
                    <a:lnTo>
                      <a:pt x="442" y="31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6" name="Group 61"/>
            <p:cNvGrpSpPr/>
            <p:nvPr/>
          </p:nvGrpSpPr>
          <p:grpSpPr>
            <a:xfrm>
              <a:off x="867452" y="2681235"/>
              <a:ext cx="389729" cy="389729"/>
              <a:chOff x="5975646" y="3980449"/>
              <a:chExt cx="551992" cy="551992"/>
            </a:xfrm>
          </p:grpSpPr>
          <p:sp>
            <p:nvSpPr>
              <p:cNvPr id="31" name="Rectangle: Folded Corner 62"/>
              <p:cNvSpPr>
                <a:spLocks noChangeAspect="1"/>
              </p:cNvSpPr>
              <p:nvPr/>
            </p:nvSpPr>
            <p:spPr>
              <a:xfrm>
                <a:off x="5975646" y="3980449"/>
                <a:ext cx="551992" cy="551992"/>
              </a:xfrm>
              <a:prstGeom prst="foldedCorner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2" name="Freeform: Shape 63"/>
              <p:cNvSpPr>
                <a:spLocks/>
              </p:cNvSpPr>
              <p:nvPr/>
            </p:nvSpPr>
            <p:spPr bwMode="auto">
              <a:xfrm>
                <a:off x="6135601" y="4123262"/>
                <a:ext cx="232083" cy="266367"/>
              </a:xfrm>
              <a:custGeom>
                <a:avLst/>
                <a:gdLst>
                  <a:gd name="T0" fmla="*/ 371 w 390"/>
                  <a:gd name="T1" fmla="*/ 0 h 445"/>
                  <a:gd name="T2" fmla="*/ 371 w 390"/>
                  <a:gd name="T3" fmla="*/ 0 h 445"/>
                  <a:gd name="T4" fmla="*/ 310 w 390"/>
                  <a:gd name="T5" fmla="*/ 0 h 445"/>
                  <a:gd name="T6" fmla="*/ 292 w 390"/>
                  <a:gd name="T7" fmla="*/ 28 h 445"/>
                  <a:gd name="T8" fmla="*/ 292 w 390"/>
                  <a:gd name="T9" fmla="*/ 444 h 445"/>
                  <a:gd name="T10" fmla="*/ 389 w 390"/>
                  <a:gd name="T11" fmla="*/ 444 h 445"/>
                  <a:gd name="T12" fmla="*/ 389 w 390"/>
                  <a:gd name="T13" fmla="*/ 28 h 445"/>
                  <a:gd name="T14" fmla="*/ 371 w 390"/>
                  <a:gd name="T15" fmla="*/ 0 h 445"/>
                  <a:gd name="T16" fmla="*/ 221 w 390"/>
                  <a:gd name="T17" fmla="*/ 151 h 445"/>
                  <a:gd name="T18" fmla="*/ 221 w 390"/>
                  <a:gd name="T19" fmla="*/ 151 h 445"/>
                  <a:gd name="T20" fmla="*/ 168 w 390"/>
                  <a:gd name="T21" fmla="*/ 151 h 445"/>
                  <a:gd name="T22" fmla="*/ 141 w 390"/>
                  <a:gd name="T23" fmla="*/ 178 h 445"/>
                  <a:gd name="T24" fmla="*/ 141 w 390"/>
                  <a:gd name="T25" fmla="*/ 444 h 445"/>
                  <a:gd name="T26" fmla="*/ 248 w 390"/>
                  <a:gd name="T27" fmla="*/ 444 h 445"/>
                  <a:gd name="T28" fmla="*/ 248 w 390"/>
                  <a:gd name="T29" fmla="*/ 178 h 445"/>
                  <a:gd name="T30" fmla="*/ 221 w 390"/>
                  <a:gd name="T31" fmla="*/ 151 h 445"/>
                  <a:gd name="T32" fmla="*/ 70 w 390"/>
                  <a:gd name="T33" fmla="*/ 302 h 445"/>
                  <a:gd name="T34" fmla="*/ 70 w 390"/>
                  <a:gd name="T35" fmla="*/ 302 h 445"/>
                  <a:gd name="T36" fmla="*/ 17 w 390"/>
                  <a:gd name="T37" fmla="*/ 302 h 445"/>
                  <a:gd name="T38" fmla="*/ 0 w 390"/>
                  <a:gd name="T39" fmla="*/ 319 h 445"/>
                  <a:gd name="T40" fmla="*/ 0 w 390"/>
                  <a:gd name="T41" fmla="*/ 444 h 445"/>
                  <a:gd name="T42" fmla="*/ 97 w 390"/>
                  <a:gd name="T43" fmla="*/ 444 h 445"/>
                  <a:gd name="T44" fmla="*/ 97 w 390"/>
                  <a:gd name="T45" fmla="*/ 319 h 445"/>
                  <a:gd name="T46" fmla="*/ 70 w 390"/>
                  <a:gd name="T47" fmla="*/ 302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0" h="445">
                    <a:moveTo>
                      <a:pt x="371" y="0"/>
                    </a:moveTo>
                    <a:lnTo>
                      <a:pt x="371" y="0"/>
                    </a:lnTo>
                    <a:cubicBezTo>
                      <a:pt x="310" y="0"/>
                      <a:pt x="310" y="0"/>
                      <a:pt x="310" y="0"/>
                    </a:cubicBezTo>
                    <a:cubicBezTo>
                      <a:pt x="301" y="0"/>
                      <a:pt x="292" y="10"/>
                      <a:pt x="292" y="28"/>
                    </a:cubicBezTo>
                    <a:cubicBezTo>
                      <a:pt x="292" y="444"/>
                      <a:pt x="292" y="444"/>
                      <a:pt x="292" y="444"/>
                    </a:cubicBezTo>
                    <a:cubicBezTo>
                      <a:pt x="389" y="444"/>
                      <a:pt x="389" y="444"/>
                      <a:pt x="389" y="444"/>
                    </a:cubicBezTo>
                    <a:cubicBezTo>
                      <a:pt x="389" y="28"/>
                      <a:pt x="389" y="28"/>
                      <a:pt x="389" y="28"/>
                    </a:cubicBezTo>
                    <a:cubicBezTo>
                      <a:pt x="389" y="10"/>
                      <a:pt x="380" y="0"/>
                      <a:pt x="371" y="0"/>
                    </a:cubicBezTo>
                    <a:close/>
                    <a:moveTo>
                      <a:pt x="221" y="151"/>
                    </a:moveTo>
                    <a:lnTo>
                      <a:pt x="221" y="151"/>
                    </a:lnTo>
                    <a:cubicBezTo>
                      <a:pt x="168" y="151"/>
                      <a:pt x="168" y="151"/>
                      <a:pt x="168" y="151"/>
                    </a:cubicBezTo>
                    <a:cubicBezTo>
                      <a:pt x="150" y="151"/>
                      <a:pt x="141" y="160"/>
                      <a:pt x="141" y="178"/>
                    </a:cubicBezTo>
                    <a:cubicBezTo>
                      <a:pt x="141" y="444"/>
                      <a:pt x="141" y="444"/>
                      <a:pt x="141" y="444"/>
                    </a:cubicBezTo>
                    <a:cubicBezTo>
                      <a:pt x="248" y="444"/>
                      <a:pt x="248" y="444"/>
                      <a:pt x="248" y="444"/>
                    </a:cubicBezTo>
                    <a:cubicBezTo>
                      <a:pt x="248" y="178"/>
                      <a:pt x="248" y="178"/>
                      <a:pt x="248" y="178"/>
                    </a:cubicBezTo>
                    <a:cubicBezTo>
                      <a:pt x="248" y="160"/>
                      <a:pt x="230" y="151"/>
                      <a:pt x="221" y="151"/>
                    </a:cubicBezTo>
                    <a:close/>
                    <a:moveTo>
                      <a:pt x="70" y="302"/>
                    </a:moveTo>
                    <a:lnTo>
                      <a:pt x="70" y="302"/>
                    </a:lnTo>
                    <a:cubicBezTo>
                      <a:pt x="17" y="302"/>
                      <a:pt x="17" y="302"/>
                      <a:pt x="17" y="302"/>
                    </a:cubicBezTo>
                    <a:cubicBezTo>
                      <a:pt x="0" y="302"/>
                      <a:pt x="0" y="310"/>
                      <a:pt x="0" y="319"/>
                    </a:cubicBezTo>
                    <a:cubicBezTo>
                      <a:pt x="0" y="444"/>
                      <a:pt x="0" y="444"/>
                      <a:pt x="0" y="444"/>
                    </a:cubicBezTo>
                    <a:cubicBezTo>
                      <a:pt x="97" y="444"/>
                      <a:pt x="97" y="444"/>
                      <a:pt x="97" y="444"/>
                    </a:cubicBezTo>
                    <a:cubicBezTo>
                      <a:pt x="97" y="319"/>
                      <a:pt x="97" y="319"/>
                      <a:pt x="97" y="319"/>
                    </a:cubicBezTo>
                    <a:cubicBezTo>
                      <a:pt x="97" y="310"/>
                      <a:pt x="88" y="302"/>
                      <a:pt x="70" y="30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7" name="Group 64"/>
            <p:cNvGrpSpPr/>
            <p:nvPr/>
          </p:nvGrpSpPr>
          <p:grpSpPr>
            <a:xfrm>
              <a:off x="867452" y="3396260"/>
              <a:ext cx="389729" cy="389729"/>
              <a:chOff x="5975646" y="5076304"/>
              <a:chExt cx="551992" cy="551992"/>
            </a:xfrm>
          </p:grpSpPr>
          <p:sp>
            <p:nvSpPr>
              <p:cNvPr id="29" name="Rectangle: Folded Corner 65"/>
              <p:cNvSpPr>
                <a:spLocks noChangeAspect="1"/>
              </p:cNvSpPr>
              <p:nvPr/>
            </p:nvSpPr>
            <p:spPr>
              <a:xfrm>
                <a:off x="5975646" y="5076304"/>
                <a:ext cx="551992" cy="551992"/>
              </a:xfrm>
              <a:prstGeom prst="foldedCorner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0" name="Freeform: Shape 66"/>
              <p:cNvSpPr>
                <a:spLocks/>
              </p:cNvSpPr>
              <p:nvPr/>
            </p:nvSpPr>
            <p:spPr bwMode="auto">
              <a:xfrm>
                <a:off x="6135601" y="5219116"/>
                <a:ext cx="232083" cy="266368"/>
              </a:xfrm>
              <a:custGeom>
                <a:avLst/>
                <a:gdLst>
                  <a:gd name="T0" fmla="*/ 345 w 390"/>
                  <a:gd name="T1" fmla="*/ 0 h 444"/>
                  <a:gd name="T2" fmla="*/ 0 w 390"/>
                  <a:gd name="T3" fmla="*/ 53 h 444"/>
                  <a:gd name="T4" fmla="*/ 44 w 390"/>
                  <a:gd name="T5" fmla="*/ 443 h 444"/>
                  <a:gd name="T6" fmla="*/ 389 w 390"/>
                  <a:gd name="T7" fmla="*/ 399 h 444"/>
                  <a:gd name="T8" fmla="*/ 345 w 390"/>
                  <a:gd name="T9" fmla="*/ 0 h 444"/>
                  <a:gd name="T10" fmla="*/ 345 w 390"/>
                  <a:gd name="T11" fmla="*/ 399 h 444"/>
                  <a:gd name="T12" fmla="*/ 44 w 390"/>
                  <a:gd name="T13" fmla="*/ 53 h 444"/>
                  <a:gd name="T14" fmla="*/ 345 w 390"/>
                  <a:gd name="T15" fmla="*/ 399 h 444"/>
                  <a:gd name="T16" fmla="*/ 221 w 390"/>
                  <a:gd name="T17" fmla="*/ 275 h 444"/>
                  <a:gd name="T18" fmla="*/ 97 w 390"/>
                  <a:gd name="T19" fmla="*/ 302 h 444"/>
                  <a:gd name="T20" fmla="*/ 221 w 390"/>
                  <a:gd name="T21" fmla="*/ 275 h 444"/>
                  <a:gd name="T22" fmla="*/ 292 w 390"/>
                  <a:gd name="T23" fmla="*/ 177 h 444"/>
                  <a:gd name="T24" fmla="*/ 195 w 390"/>
                  <a:gd name="T25" fmla="*/ 196 h 444"/>
                  <a:gd name="T26" fmla="*/ 292 w 390"/>
                  <a:gd name="T27" fmla="*/ 177 h 444"/>
                  <a:gd name="T28" fmla="*/ 195 w 390"/>
                  <a:gd name="T29" fmla="*/ 151 h 444"/>
                  <a:gd name="T30" fmla="*/ 292 w 390"/>
                  <a:gd name="T31" fmla="*/ 98 h 444"/>
                  <a:gd name="T32" fmla="*/ 195 w 390"/>
                  <a:gd name="T33" fmla="*/ 151 h 444"/>
                  <a:gd name="T34" fmla="*/ 168 w 390"/>
                  <a:gd name="T35" fmla="*/ 98 h 444"/>
                  <a:gd name="T36" fmla="*/ 97 w 390"/>
                  <a:gd name="T37" fmla="*/ 196 h 444"/>
                  <a:gd name="T38" fmla="*/ 168 w 390"/>
                  <a:gd name="T39" fmla="*/ 98 h 444"/>
                  <a:gd name="T40" fmla="*/ 141 w 390"/>
                  <a:gd name="T41" fmla="*/ 222 h 444"/>
                  <a:gd name="T42" fmla="*/ 97 w 390"/>
                  <a:gd name="T43" fmla="*/ 249 h 444"/>
                  <a:gd name="T44" fmla="*/ 141 w 390"/>
                  <a:gd name="T45" fmla="*/ 222 h 444"/>
                  <a:gd name="T46" fmla="*/ 168 w 390"/>
                  <a:gd name="T47" fmla="*/ 249 h 444"/>
                  <a:gd name="T48" fmla="*/ 292 w 390"/>
                  <a:gd name="T49" fmla="*/ 222 h 444"/>
                  <a:gd name="T50" fmla="*/ 168 w 390"/>
                  <a:gd name="T51" fmla="*/ 249 h 444"/>
                  <a:gd name="T52" fmla="*/ 292 w 390"/>
                  <a:gd name="T53" fmla="*/ 319 h 444"/>
                  <a:gd name="T54" fmla="*/ 97 w 390"/>
                  <a:gd name="T55" fmla="*/ 346 h 444"/>
                  <a:gd name="T56" fmla="*/ 292 w 390"/>
                  <a:gd name="T57" fmla="*/ 319 h 444"/>
                  <a:gd name="T58" fmla="*/ 248 w 390"/>
                  <a:gd name="T59" fmla="*/ 302 h 444"/>
                  <a:gd name="T60" fmla="*/ 292 w 390"/>
                  <a:gd name="T61" fmla="*/ 275 h 444"/>
                  <a:gd name="T62" fmla="*/ 248 w 390"/>
                  <a:gd name="T63" fmla="*/ 30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90" h="444">
                    <a:moveTo>
                      <a:pt x="345" y="0"/>
                    </a:moveTo>
                    <a:lnTo>
                      <a:pt x="345" y="0"/>
                    </a:lnTo>
                    <a:cubicBezTo>
                      <a:pt x="44" y="0"/>
                      <a:pt x="44" y="0"/>
                      <a:pt x="44" y="0"/>
                    </a:cubicBezTo>
                    <a:cubicBezTo>
                      <a:pt x="17" y="0"/>
                      <a:pt x="0" y="27"/>
                      <a:pt x="0" y="53"/>
                    </a:cubicBezTo>
                    <a:cubicBezTo>
                      <a:pt x="0" y="399"/>
                      <a:pt x="0" y="399"/>
                      <a:pt x="0" y="399"/>
                    </a:cubicBezTo>
                    <a:cubicBezTo>
                      <a:pt x="0" y="425"/>
                      <a:pt x="17" y="443"/>
                      <a:pt x="44" y="443"/>
                    </a:cubicBezTo>
                    <a:cubicBezTo>
                      <a:pt x="345" y="443"/>
                      <a:pt x="345" y="443"/>
                      <a:pt x="345" y="443"/>
                    </a:cubicBezTo>
                    <a:cubicBezTo>
                      <a:pt x="372" y="443"/>
                      <a:pt x="389" y="425"/>
                      <a:pt x="389" y="399"/>
                    </a:cubicBezTo>
                    <a:cubicBezTo>
                      <a:pt x="389" y="53"/>
                      <a:pt x="389" y="53"/>
                      <a:pt x="389" y="53"/>
                    </a:cubicBezTo>
                    <a:cubicBezTo>
                      <a:pt x="389" y="27"/>
                      <a:pt x="372" y="0"/>
                      <a:pt x="345" y="0"/>
                    </a:cubicBezTo>
                    <a:close/>
                    <a:moveTo>
                      <a:pt x="345" y="399"/>
                    </a:moveTo>
                    <a:lnTo>
                      <a:pt x="345" y="399"/>
                    </a:lnTo>
                    <a:cubicBezTo>
                      <a:pt x="44" y="399"/>
                      <a:pt x="44" y="399"/>
                      <a:pt x="44" y="399"/>
                    </a:cubicBezTo>
                    <a:cubicBezTo>
                      <a:pt x="44" y="53"/>
                      <a:pt x="44" y="53"/>
                      <a:pt x="44" y="53"/>
                    </a:cubicBezTo>
                    <a:cubicBezTo>
                      <a:pt x="345" y="53"/>
                      <a:pt x="345" y="53"/>
                      <a:pt x="345" y="53"/>
                    </a:cubicBezTo>
                    <a:lnTo>
                      <a:pt x="345" y="399"/>
                    </a:lnTo>
                    <a:close/>
                    <a:moveTo>
                      <a:pt x="221" y="275"/>
                    </a:moveTo>
                    <a:lnTo>
                      <a:pt x="221" y="275"/>
                    </a:lnTo>
                    <a:cubicBezTo>
                      <a:pt x="97" y="275"/>
                      <a:pt x="97" y="275"/>
                      <a:pt x="97" y="275"/>
                    </a:cubicBezTo>
                    <a:cubicBezTo>
                      <a:pt x="97" y="302"/>
                      <a:pt x="97" y="302"/>
                      <a:pt x="97" y="302"/>
                    </a:cubicBezTo>
                    <a:cubicBezTo>
                      <a:pt x="221" y="302"/>
                      <a:pt x="221" y="302"/>
                      <a:pt x="221" y="302"/>
                    </a:cubicBezTo>
                    <a:lnTo>
                      <a:pt x="221" y="275"/>
                    </a:lnTo>
                    <a:close/>
                    <a:moveTo>
                      <a:pt x="292" y="177"/>
                    </a:moveTo>
                    <a:lnTo>
                      <a:pt x="292" y="177"/>
                    </a:lnTo>
                    <a:cubicBezTo>
                      <a:pt x="195" y="177"/>
                      <a:pt x="195" y="177"/>
                      <a:pt x="195" y="177"/>
                    </a:cubicBezTo>
                    <a:cubicBezTo>
                      <a:pt x="195" y="196"/>
                      <a:pt x="195" y="196"/>
                      <a:pt x="195" y="196"/>
                    </a:cubicBezTo>
                    <a:cubicBezTo>
                      <a:pt x="292" y="196"/>
                      <a:pt x="292" y="196"/>
                      <a:pt x="292" y="196"/>
                    </a:cubicBezTo>
                    <a:lnTo>
                      <a:pt x="292" y="177"/>
                    </a:lnTo>
                    <a:close/>
                    <a:moveTo>
                      <a:pt x="195" y="151"/>
                    </a:moveTo>
                    <a:lnTo>
                      <a:pt x="195" y="151"/>
                    </a:lnTo>
                    <a:cubicBezTo>
                      <a:pt x="292" y="151"/>
                      <a:pt x="292" y="151"/>
                      <a:pt x="292" y="151"/>
                    </a:cubicBezTo>
                    <a:cubicBezTo>
                      <a:pt x="292" y="98"/>
                      <a:pt x="292" y="98"/>
                      <a:pt x="292" y="98"/>
                    </a:cubicBezTo>
                    <a:cubicBezTo>
                      <a:pt x="195" y="98"/>
                      <a:pt x="195" y="98"/>
                      <a:pt x="195" y="98"/>
                    </a:cubicBezTo>
                    <a:lnTo>
                      <a:pt x="195" y="151"/>
                    </a:lnTo>
                    <a:close/>
                    <a:moveTo>
                      <a:pt x="168" y="98"/>
                    </a:moveTo>
                    <a:lnTo>
                      <a:pt x="168" y="98"/>
                    </a:lnTo>
                    <a:cubicBezTo>
                      <a:pt x="97" y="98"/>
                      <a:pt x="97" y="98"/>
                      <a:pt x="97" y="98"/>
                    </a:cubicBezTo>
                    <a:cubicBezTo>
                      <a:pt x="97" y="196"/>
                      <a:pt x="97" y="196"/>
                      <a:pt x="97" y="196"/>
                    </a:cubicBezTo>
                    <a:cubicBezTo>
                      <a:pt x="168" y="196"/>
                      <a:pt x="168" y="196"/>
                      <a:pt x="168" y="196"/>
                    </a:cubicBezTo>
                    <a:lnTo>
                      <a:pt x="168" y="98"/>
                    </a:lnTo>
                    <a:close/>
                    <a:moveTo>
                      <a:pt x="141" y="222"/>
                    </a:moveTo>
                    <a:lnTo>
                      <a:pt x="141" y="222"/>
                    </a:lnTo>
                    <a:cubicBezTo>
                      <a:pt x="97" y="222"/>
                      <a:pt x="97" y="222"/>
                      <a:pt x="97" y="222"/>
                    </a:cubicBezTo>
                    <a:cubicBezTo>
                      <a:pt x="97" y="249"/>
                      <a:pt x="97" y="249"/>
                      <a:pt x="97" y="249"/>
                    </a:cubicBezTo>
                    <a:cubicBezTo>
                      <a:pt x="141" y="249"/>
                      <a:pt x="141" y="249"/>
                      <a:pt x="141" y="249"/>
                    </a:cubicBezTo>
                    <a:lnTo>
                      <a:pt x="141" y="222"/>
                    </a:lnTo>
                    <a:close/>
                    <a:moveTo>
                      <a:pt x="168" y="249"/>
                    </a:moveTo>
                    <a:lnTo>
                      <a:pt x="168" y="249"/>
                    </a:lnTo>
                    <a:cubicBezTo>
                      <a:pt x="292" y="249"/>
                      <a:pt x="292" y="249"/>
                      <a:pt x="292" y="249"/>
                    </a:cubicBezTo>
                    <a:cubicBezTo>
                      <a:pt x="292" y="222"/>
                      <a:pt x="292" y="222"/>
                      <a:pt x="292" y="222"/>
                    </a:cubicBezTo>
                    <a:cubicBezTo>
                      <a:pt x="168" y="222"/>
                      <a:pt x="168" y="222"/>
                      <a:pt x="168" y="222"/>
                    </a:cubicBezTo>
                    <a:lnTo>
                      <a:pt x="168" y="249"/>
                    </a:lnTo>
                    <a:close/>
                    <a:moveTo>
                      <a:pt x="292" y="319"/>
                    </a:moveTo>
                    <a:lnTo>
                      <a:pt x="292" y="319"/>
                    </a:lnTo>
                    <a:cubicBezTo>
                      <a:pt x="97" y="319"/>
                      <a:pt x="97" y="319"/>
                      <a:pt x="97" y="319"/>
                    </a:cubicBezTo>
                    <a:cubicBezTo>
                      <a:pt x="97" y="346"/>
                      <a:pt x="97" y="346"/>
                      <a:pt x="97" y="346"/>
                    </a:cubicBezTo>
                    <a:cubicBezTo>
                      <a:pt x="292" y="346"/>
                      <a:pt x="292" y="346"/>
                      <a:pt x="292" y="346"/>
                    </a:cubicBezTo>
                    <a:lnTo>
                      <a:pt x="292" y="319"/>
                    </a:lnTo>
                    <a:close/>
                    <a:moveTo>
                      <a:pt x="248" y="302"/>
                    </a:moveTo>
                    <a:lnTo>
                      <a:pt x="248" y="302"/>
                    </a:lnTo>
                    <a:cubicBezTo>
                      <a:pt x="292" y="302"/>
                      <a:pt x="292" y="302"/>
                      <a:pt x="292" y="302"/>
                    </a:cubicBezTo>
                    <a:cubicBezTo>
                      <a:pt x="292" y="275"/>
                      <a:pt x="292" y="275"/>
                      <a:pt x="292" y="275"/>
                    </a:cubicBezTo>
                    <a:cubicBezTo>
                      <a:pt x="248" y="275"/>
                      <a:pt x="248" y="275"/>
                      <a:pt x="248" y="275"/>
                    </a:cubicBezTo>
                    <a:lnTo>
                      <a:pt x="248" y="30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0" name="Group 42"/>
            <p:cNvGrpSpPr/>
            <p:nvPr/>
          </p:nvGrpSpPr>
          <p:grpSpPr>
            <a:xfrm>
              <a:off x="1257181" y="1897341"/>
              <a:ext cx="2447453" cy="569630"/>
              <a:chOff x="1603561" y="5023552"/>
              <a:chExt cx="2512220" cy="759507"/>
            </a:xfrm>
          </p:grpSpPr>
          <p:sp>
            <p:nvSpPr>
              <p:cNvPr id="27" name="TextBox 43"/>
              <p:cNvSpPr txBox="1"/>
              <p:nvPr/>
            </p:nvSpPr>
            <p:spPr>
              <a:xfrm>
                <a:off x="1603561" y="5023552"/>
                <a:ext cx="2512219" cy="247223"/>
              </a:xfrm>
              <a:prstGeom prst="rect">
                <a:avLst/>
              </a:prstGeom>
              <a:noFill/>
            </p:spPr>
            <p:txBody>
              <a:bodyPr wrap="square" lIns="360000" tIns="0" rIns="216000" bIns="0" anchor="b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میکروسیلیس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8" name="TextBox 44"/>
              <p:cNvSpPr txBox="1">
                <a:spLocks/>
              </p:cNvSpPr>
              <p:nvPr/>
            </p:nvSpPr>
            <p:spPr>
              <a:xfrm>
                <a:off x="1603563" y="5270775"/>
                <a:ext cx="2512218" cy="512284"/>
              </a:xfrm>
              <a:prstGeom prst="rect">
                <a:avLst/>
              </a:prstGeom>
            </p:spPr>
            <p:txBody>
              <a:bodyPr vert="horz" wrap="square" lIns="360000" tIns="0" rIns="21600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کروی و آمورف، حدود ۰٫۱۵ µm؛ گیرش را کند می‌کند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1" name="Group 75"/>
            <p:cNvGrpSpPr/>
            <p:nvPr/>
          </p:nvGrpSpPr>
          <p:grpSpPr>
            <a:xfrm>
              <a:off x="1257181" y="2591284"/>
              <a:ext cx="2447453" cy="569630"/>
              <a:chOff x="1603561" y="5023552"/>
              <a:chExt cx="2512220" cy="759507"/>
            </a:xfrm>
          </p:grpSpPr>
          <p:sp>
            <p:nvSpPr>
              <p:cNvPr id="25" name="TextBox 76"/>
              <p:cNvSpPr txBox="1"/>
              <p:nvPr/>
            </p:nvSpPr>
            <p:spPr>
              <a:xfrm>
                <a:off x="1603561" y="5023552"/>
                <a:ext cx="2512219" cy="247223"/>
              </a:xfrm>
              <a:prstGeom prst="rect">
                <a:avLst/>
              </a:prstGeom>
              <a:noFill/>
            </p:spPr>
            <p:txBody>
              <a:bodyPr wrap="square" lIns="360000" tIns="0" rIns="216000" bIns="0" anchor="b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آلومینای واکنش‌پذیر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6" name="TextBox 77"/>
              <p:cNvSpPr txBox="1">
                <a:spLocks/>
              </p:cNvSpPr>
              <p:nvPr/>
            </p:nvSpPr>
            <p:spPr>
              <a:xfrm>
                <a:off x="1603563" y="5270775"/>
                <a:ext cx="2512218" cy="512284"/>
              </a:xfrm>
              <a:prstGeom prst="rect">
                <a:avLst/>
              </a:prstGeom>
            </p:spPr>
            <p:txBody>
              <a:bodyPr vert="horz" wrap="square" lIns="360000" tIns="0" rIns="21600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بلور اولیه کمتر از ۱ µm؛ گیرش را تسریع می‌کند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2" name="Group 78"/>
            <p:cNvGrpSpPr/>
            <p:nvPr/>
          </p:nvGrpSpPr>
          <p:grpSpPr>
            <a:xfrm>
              <a:off x="1257181" y="3285226"/>
              <a:ext cx="2447453" cy="569630"/>
              <a:chOff x="1603561" y="5023552"/>
              <a:chExt cx="2512220" cy="759507"/>
            </a:xfrm>
          </p:grpSpPr>
          <p:sp>
            <p:nvSpPr>
              <p:cNvPr id="23" name="TextBox 79"/>
              <p:cNvSpPr txBox="1"/>
              <p:nvPr/>
            </p:nvSpPr>
            <p:spPr>
              <a:xfrm>
                <a:off x="1603561" y="5023552"/>
                <a:ext cx="2512219" cy="247223"/>
              </a:xfrm>
              <a:prstGeom prst="rect">
                <a:avLst/>
              </a:prstGeom>
              <a:noFill/>
            </p:spPr>
            <p:txBody>
              <a:bodyPr wrap="square" lIns="360000" tIns="0" rIns="216000" bIns="0" anchor="b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اثر ترکیبی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24" name="TextBox 80"/>
              <p:cNvSpPr txBox="1">
                <a:spLocks/>
              </p:cNvSpPr>
              <p:nvPr/>
            </p:nvSpPr>
            <p:spPr>
              <a:xfrm>
                <a:off x="1603563" y="5270775"/>
                <a:ext cx="2512218" cy="512284"/>
              </a:xfrm>
              <a:prstGeom prst="rect">
                <a:avLst/>
              </a:prstGeom>
            </p:spPr>
            <p:txBody>
              <a:bodyPr vert="horz" wrap="square" lIns="360000" tIns="0" rIns="21600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100000"/>
                      </a:srgbClr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برابر مجموع اثرها نیست؛ وابسته به مقدار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3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اثر ریزدانه‌ها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484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2"/>
          <p:cNvGrpSpPr/>
          <p:nvPr/>
        </p:nvGrpSpPr>
        <p:grpSpPr>
          <a:xfrm>
            <a:off x="619894" y="951569"/>
            <a:ext cx="3107313" cy="3537394"/>
            <a:chOff x="3844678" y="2118641"/>
            <a:chExt cx="3627658" cy="4129759"/>
          </a:xfrm>
        </p:grpSpPr>
        <p:sp>
          <p:nvSpPr>
            <p:cNvPr id="21" name="Freeform: Shape 23"/>
            <p:cNvSpPr/>
            <p:nvPr/>
          </p:nvSpPr>
          <p:spPr>
            <a:xfrm>
              <a:off x="5049513" y="2118641"/>
              <a:ext cx="1890905" cy="861781"/>
            </a:xfrm>
            <a:custGeom>
              <a:avLst/>
              <a:gdLst>
                <a:gd name="connsiteX0" fmla="*/ 1781503 w 1890905"/>
                <a:gd name="connsiteY0" fmla="*/ 354802 h 861781"/>
                <a:gd name="connsiteX1" fmla="*/ 1882661 w 1890905"/>
                <a:gd name="connsiteY1" fmla="*/ 546971 h 861781"/>
                <a:gd name="connsiteX2" fmla="*/ 1809234 w 1890905"/>
                <a:gd name="connsiteY2" fmla="*/ 773147 h 861781"/>
                <a:gd name="connsiteX3" fmla="*/ 1773690 w 1890905"/>
                <a:gd name="connsiteY3" fmla="*/ 861781 h 861781"/>
                <a:gd name="connsiteX4" fmla="*/ 1355781 w 1890905"/>
                <a:gd name="connsiteY4" fmla="*/ 861781 h 861781"/>
                <a:gd name="connsiteX5" fmla="*/ 1364489 w 1890905"/>
                <a:gd name="connsiteY5" fmla="*/ 841842 h 861781"/>
                <a:gd name="connsiteX6" fmla="*/ 1510646 w 1890905"/>
                <a:gd name="connsiteY6" fmla="*/ 548084 h 861781"/>
                <a:gd name="connsiteX7" fmla="*/ 1781503 w 1890905"/>
                <a:gd name="connsiteY7" fmla="*/ 354802 h 861781"/>
                <a:gd name="connsiteX8" fmla="*/ 108125 w 1890905"/>
                <a:gd name="connsiteY8" fmla="*/ 109725 h 861781"/>
                <a:gd name="connsiteX9" fmla="*/ 274313 w 1890905"/>
                <a:gd name="connsiteY9" fmla="*/ 174902 h 861781"/>
                <a:gd name="connsiteX10" fmla="*/ 344767 w 1890905"/>
                <a:gd name="connsiteY10" fmla="*/ 532675 h 861781"/>
                <a:gd name="connsiteX11" fmla="*/ 382493 w 1890905"/>
                <a:gd name="connsiteY11" fmla="*/ 802813 h 861781"/>
                <a:gd name="connsiteX12" fmla="*/ 390231 w 1890905"/>
                <a:gd name="connsiteY12" fmla="*/ 861781 h 861781"/>
                <a:gd name="connsiteX13" fmla="*/ 2129 w 1890905"/>
                <a:gd name="connsiteY13" fmla="*/ 861781 h 861781"/>
                <a:gd name="connsiteX14" fmla="*/ 2328 w 1890905"/>
                <a:gd name="connsiteY14" fmla="*/ 789085 h 861781"/>
                <a:gd name="connsiteX15" fmla="*/ 16855 w 1890905"/>
                <a:gd name="connsiteY15" fmla="*/ 179726 h 861781"/>
                <a:gd name="connsiteX16" fmla="*/ 108125 w 1890905"/>
                <a:gd name="connsiteY16" fmla="*/ 109725 h 861781"/>
                <a:gd name="connsiteX17" fmla="*/ 1118036 w 1890905"/>
                <a:gd name="connsiteY17" fmla="*/ 1669 h 861781"/>
                <a:gd name="connsiteX18" fmla="*/ 1256619 w 1890905"/>
                <a:gd name="connsiteY18" fmla="*/ 48478 h 861781"/>
                <a:gd name="connsiteX19" fmla="*/ 1274072 w 1890905"/>
                <a:gd name="connsiteY19" fmla="*/ 217001 h 861781"/>
                <a:gd name="connsiteX20" fmla="*/ 1149863 w 1890905"/>
                <a:gd name="connsiteY20" fmla="*/ 811156 h 861781"/>
                <a:gd name="connsiteX21" fmla="*/ 1136758 w 1890905"/>
                <a:gd name="connsiteY21" fmla="*/ 861781 h 861781"/>
                <a:gd name="connsiteX22" fmla="*/ 724840 w 1890905"/>
                <a:gd name="connsiteY22" fmla="*/ 861781 h 861781"/>
                <a:gd name="connsiteX23" fmla="*/ 763811 w 1890905"/>
                <a:gd name="connsiteY23" fmla="*/ 721030 h 861781"/>
                <a:gd name="connsiteX24" fmla="*/ 817353 w 1890905"/>
                <a:gd name="connsiteY24" fmla="*/ 523752 h 861781"/>
                <a:gd name="connsiteX25" fmla="*/ 905855 w 1890905"/>
                <a:gd name="connsiteY25" fmla="*/ 176802 h 861781"/>
                <a:gd name="connsiteX26" fmla="*/ 1004754 w 1890905"/>
                <a:gd name="connsiteY26" fmla="*/ 26974 h 861781"/>
                <a:gd name="connsiteX27" fmla="*/ 1118036 w 1890905"/>
                <a:gd name="connsiteY27" fmla="*/ 1669 h 861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90905" h="861781">
                  <a:moveTo>
                    <a:pt x="1781503" y="354802"/>
                  </a:moveTo>
                  <a:cubicBezTo>
                    <a:pt x="1871186" y="366921"/>
                    <a:pt x="1909062" y="400491"/>
                    <a:pt x="1882661" y="546971"/>
                  </a:cubicBezTo>
                  <a:cubicBezTo>
                    <a:pt x="1872760" y="601901"/>
                    <a:pt x="1844613" y="682615"/>
                    <a:pt x="1809234" y="773147"/>
                  </a:cubicBezTo>
                  <a:lnTo>
                    <a:pt x="1773690" y="861781"/>
                  </a:lnTo>
                  <a:lnTo>
                    <a:pt x="1355781" y="861781"/>
                  </a:lnTo>
                  <a:lnTo>
                    <a:pt x="1364489" y="841842"/>
                  </a:lnTo>
                  <a:cubicBezTo>
                    <a:pt x="1417980" y="721094"/>
                    <a:pt x="1470085" y="610388"/>
                    <a:pt x="1510646" y="548084"/>
                  </a:cubicBezTo>
                  <a:cubicBezTo>
                    <a:pt x="1618808" y="381939"/>
                    <a:pt x="1691819" y="342684"/>
                    <a:pt x="1781503" y="354802"/>
                  </a:cubicBezTo>
                  <a:close/>
                  <a:moveTo>
                    <a:pt x="108125" y="109725"/>
                  </a:moveTo>
                  <a:cubicBezTo>
                    <a:pt x="169653" y="102133"/>
                    <a:pt x="240156" y="138136"/>
                    <a:pt x="274313" y="174902"/>
                  </a:cubicBezTo>
                  <a:cubicBezTo>
                    <a:pt x="328965" y="233727"/>
                    <a:pt x="317167" y="354881"/>
                    <a:pt x="344767" y="532675"/>
                  </a:cubicBezTo>
                  <a:cubicBezTo>
                    <a:pt x="355117" y="599348"/>
                    <a:pt x="368681" y="698479"/>
                    <a:pt x="382493" y="802813"/>
                  </a:cubicBezTo>
                  <a:lnTo>
                    <a:pt x="390231" y="861781"/>
                  </a:lnTo>
                  <a:lnTo>
                    <a:pt x="2129" y="861781"/>
                  </a:lnTo>
                  <a:lnTo>
                    <a:pt x="2328" y="789085"/>
                  </a:lnTo>
                  <a:cubicBezTo>
                    <a:pt x="1451" y="575931"/>
                    <a:pt x="-7518" y="307931"/>
                    <a:pt x="16855" y="179726"/>
                  </a:cubicBezTo>
                  <a:cubicBezTo>
                    <a:pt x="37522" y="134530"/>
                    <a:pt x="71208" y="114280"/>
                    <a:pt x="108125" y="109725"/>
                  </a:cubicBezTo>
                  <a:close/>
                  <a:moveTo>
                    <a:pt x="1118036" y="1669"/>
                  </a:moveTo>
                  <a:cubicBezTo>
                    <a:pt x="1160013" y="5253"/>
                    <a:pt x="1227538" y="24894"/>
                    <a:pt x="1256619" y="48478"/>
                  </a:cubicBezTo>
                  <a:cubicBezTo>
                    <a:pt x="1298005" y="139734"/>
                    <a:pt x="1283137" y="72995"/>
                    <a:pt x="1274072" y="217001"/>
                  </a:cubicBezTo>
                  <a:cubicBezTo>
                    <a:pt x="1255374" y="340312"/>
                    <a:pt x="1200737" y="607323"/>
                    <a:pt x="1149863" y="811156"/>
                  </a:cubicBezTo>
                  <a:lnTo>
                    <a:pt x="1136758" y="861781"/>
                  </a:lnTo>
                  <a:lnTo>
                    <a:pt x="724840" y="861781"/>
                  </a:lnTo>
                  <a:lnTo>
                    <a:pt x="763811" y="721030"/>
                  </a:lnTo>
                  <a:cubicBezTo>
                    <a:pt x="784092" y="647904"/>
                    <a:pt x="802895" y="579462"/>
                    <a:pt x="817353" y="523752"/>
                  </a:cubicBezTo>
                  <a:cubicBezTo>
                    <a:pt x="875185" y="300910"/>
                    <a:pt x="874622" y="259598"/>
                    <a:pt x="905855" y="176802"/>
                  </a:cubicBezTo>
                  <a:cubicBezTo>
                    <a:pt x="937089" y="94005"/>
                    <a:pt x="969390" y="56163"/>
                    <a:pt x="1004754" y="26974"/>
                  </a:cubicBezTo>
                  <a:cubicBezTo>
                    <a:pt x="1040117" y="-2215"/>
                    <a:pt x="1076058" y="-1914"/>
                    <a:pt x="1118036" y="1669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2" name="Freeform: Shape 24"/>
            <p:cNvSpPr/>
            <p:nvPr/>
          </p:nvSpPr>
          <p:spPr>
            <a:xfrm>
              <a:off x="3844678" y="2792200"/>
              <a:ext cx="3627658" cy="1340448"/>
            </a:xfrm>
            <a:custGeom>
              <a:avLst/>
              <a:gdLst>
                <a:gd name="connsiteX0" fmla="*/ 218949 w 3627658"/>
                <a:gd name="connsiteY0" fmla="*/ 802961 h 1340448"/>
                <a:gd name="connsiteX1" fmla="*/ 529120 w 3627658"/>
                <a:gd name="connsiteY1" fmla="*/ 979781 h 1340448"/>
                <a:gd name="connsiteX2" fmla="*/ 834623 w 3627658"/>
                <a:gd name="connsiteY2" fmla="*/ 1315417 h 1340448"/>
                <a:gd name="connsiteX3" fmla="*/ 858095 w 3627658"/>
                <a:gd name="connsiteY3" fmla="*/ 1340448 h 1340448"/>
                <a:gd name="connsiteX4" fmla="*/ 305530 w 3627658"/>
                <a:gd name="connsiteY4" fmla="*/ 1340448 h 1340448"/>
                <a:gd name="connsiteX5" fmla="*/ 172427 w 3627658"/>
                <a:gd name="connsiteY5" fmla="*/ 1214426 h 1340448"/>
                <a:gd name="connsiteX6" fmla="*/ 351 w 3627658"/>
                <a:gd name="connsiteY6" fmla="*/ 953414 h 1340448"/>
                <a:gd name="connsiteX7" fmla="*/ 218949 w 3627658"/>
                <a:gd name="connsiteY7" fmla="*/ 802961 h 1340448"/>
                <a:gd name="connsiteX8" fmla="*/ 2779637 w 3627658"/>
                <a:gd name="connsiteY8" fmla="*/ 0 h 1340448"/>
                <a:gd name="connsiteX9" fmla="*/ 2866304 w 3627658"/>
                <a:gd name="connsiteY9" fmla="*/ 72394 h 1340448"/>
                <a:gd name="connsiteX10" fmla="*/ 2840920 w 3627658"/>
                <a:gd name="connsiteY10" fmla="*/ 123585 h 1340448"/>
                <a:gd name="connsiteX11" fmla="*/ 2814347 w 3627658"/>
                <a:gd name="connsiteY11" fmla="*/ 138551 h 1340448"/>
                <a:gd name="connsiteX12" fmla="*/ 2812812 w 3627658"/>
                <a:gd name="connsiteY12" fmla="*/ 197546 h 1340448"/>
                <a:gd name="connsiteX13" fmla="*/ 2812601 w 3627658"/>
                <a:gd name="connsiteY13" fmla="*/ 216668 h 1340448"/>
                <a:gd name="connsiteX14" fmla="*/ 2958706 w 3627658"/>
                <a:gd name="connsiteY14" fmla="*/ 216668 h 1340448"/>
                <a:gd name="connsiteX15" fmla="*/ 2896795 w 3627658"/>
                <a:gd name="connsiteY15" fmla="*/ 366217 h 1340448"/>
                <a:gd name="connsiteX16" fmla="*/ 2827463 w 3627658"/>
                <a:gd name="connsiteY16" fmla="*/ 541677 h 1340448"/>
                <a:gd name="connsiteX17" fmla="*/ 2640704 w 3627658"/>
                <a:gd name="connsiteY17" fmla="*/ 975284 h 1340448"/>
                <a:gd name="connsiteX18" fmla="*/ 2698437 w 3627658"/>
                <a:gd name="connsiteY18" fmla="*/ 1035269 h 1340448"/>
                <a:gd name="connsiteX19" fmla="*/ 2948836 w 3627658"/>
                <a:gd name="connsiteY19" fmla="*/ 837858 h 1340448"/>
                <a:gd name="connsiteX20" fmla="*/ 3182040 w 3627658"/>
                <a:gd name="connsiteY20" fmla="*/ 650962 h 1340448"/>
                <a:gd name="connsiteX21" fmla="*/ 3383680 w 3627658"/>
                <a:gd name="connsiteY21" fmla="*/ 422966 h 1340448"/>
                <a:gd name="connsiteX22" fmla="*/ 3591095 w 3627658"/>
                <a:gd name="connsiteY22" fmla="*/ 398579 h 1340448"/>
                <a:gd name="connsiteX23" fmla="*/ 3578719 w 3627658"/>
                <a:gd name="connsiteY23" fmla="*/ 638680 h 1340448"/>
                <a:gd name="connsiteX24" fmla="*/ 2984700 w 3627658"/>
                <a:gd name="connsiteY24" fmla="*/ 1301315 h 1340448"/>
                <a:gd name="connsiteX25" fmla="*/ 2965458 w 3627658"/>
                <a:gd name="connsiteY25" fmla="*/ 1322002 h 1340448"/>
                <a:gd name="connsiteX26" fmla="*/ 1063001 w 3627658"/>
                <a:gd name="connsiteY26" fmla="*/ 1322002 h 1340448"/>
                <a:gd name="connsiteX27" fmla="*/ 1089588 w 3627658"/>
                <a:gd name="connsiteY27" fmla="*/ 1295388 h 1340448"/>
                <a:gd name="connsiteX28" fmla="*/ 1230150 w 3627658"/>
                <a:gd name="connsiteY28" fmla="*/ 994880 h 1340448"/>
                <a:gd name="connsiteX29" fmla="*/ 1208876 w 3627658"/>
                <a:gd name="connsiteY29" fmla="*/ 275164 h 1340448"/>
                <a:gd name="connsiteX30" fmla="*/ 1207316 w 3627658"/>
                <a:gd name="connsiteY30" fmla="*/ 216668 h 1340448"/>
                <a:gd name="connsiteX31" fmla="*/ 1363887 w 3627658"/>
                <a:gd name="connsiteY31" fmla="*/ 216668 h 1340448"/>
                <a:gd name="connsiteX32" fmla="*/ 1365240 w 3627658"/>
                <a:gd name="connsiteY32" fmla="*/ 152041 h 1340448"/>
                <a:gd name="connsiteX33" fmla="*/ 1338667 w 3627658"/>
                <a:gd name="connsiteY33" fmla="*/ 137075 h 1340448"/>
                <a:gd name="connsiteX34" fmla="*/ 1313282 w 3627658"/>
                <a:gd name="connsiteY34" fmla="*/ 85884 h 1340448"/>
                <a:gd name="connsiteX35" fmla="*/ 1399949 w 3627658"/>
                <a:gd name="connsiteY35" fmla="*/ 13490 h 1340448"/>
                <a:gd name="connsiteX36" fmla="*/ 1486616 w 3627658"/>
                <a:gd name="connsiteY36" fmla="*/ 85884 h 1340448"/>
                <a:gd name="connsiteX37" fmla="*/ 1461232 w 3627658"/>
                <a:gd name="connsiteY37" fmla="*/ 137075 h 1340448"/>
                <a:gd name="connsiteX38" fmla="*/ 1434659 w 3627658"/>
                <a:gd name="connsiteY38" fmla="*/ 152041 h 1340448"/>
                <a:gd name="connsiteX39" fmla="*/ 1433124 w 3627658"/>
                <a:gd name="connsiteY39" fmla="*/ 211036 h 1340448"/>
                <a:gd name="connsiteX40" fmla="*/ 1433062 w 3627658"/>
                <a:gd name="connsiteY40" fmla="*/ 216668 h 1340448"/>
                <a:gd name="connsiteX41" fmla="*/ 1600753 w 3627658"/>
                <a:gd name="connsiteY41" fmla="*/ 216668 h 1340448"/>
                <a:gd name="connsiteX42" fmla="*/ 1613943 w 3627658"/>
                <a:gd name="connsiteY42" fmla="*/ 318339 h 1340448"/>
                <a:gd name="connsiteX43" fmla="*/ 1644284 w 3627658"/>
                <a:gd name="connsiteY43" fmla="*/ 549661 h 1340448"/>
                <a:gd name="connsiteX44" fmla="*/ 1823229 w 3627658"/>
                <a:gd name="connsiteY44" fmla="*/ 596327 h 1340448"/>
                <a:gd name="connsiteX45" fmla="*/ 1905777 w 3627658"/>
                <a:gd name="connsiteY45" fmla="*/ 254406 h 1340448"/>
                <a:gd name="connsiteX46" fmla="*/ 1916226 w 3627658"/>
                <a:gd name="connsiteY46" fmla="*/ 216668 h 1340448"/>
                <a:gd name="connsiteX47" fmla="*/ 2095804 w 3627658"/>
                <a:gd name="connsiteY47" fmla="*/ 216668 h 1340448"/>
                <a:gd name="connsiteX48" fmla="*/ 2097157 w 3627658"/>
                <a:gd name="connsiteY48" fmla="*/ 152041 h 1340448"/>
                <a:gd name="connsiteX49" fmla="*/ 2070584 w 3627658"/>
                <a:gd name="connsiteY49" fmla="*/ 137075 h 1340448"/>
                <a:gd name="connsiteX50" fmla="*/ 2045199 w 3627658"/>
                <a:gd name="connsiteY50" fmla="*/ 85884 h 1340448"/>
                <a:gd name="connsiteX51" fmla="*/ 2131866 w 3627658"/>
                <a:gd name="connsiteY51" fmla="*/ 13490 h 1340448"/>
                <a:gd name="connsiteX52" fmla="*/ 2218533 w 3627658"/>
                <a:gd name="connsiteY52" fmla="*/ 85884 h 1340448"/>
                <a:gd name="connsiteX53" fmla="*/ 2193149 w 3627658"/>
                <a:gd name="connsiteY53" fmla="*/ 137075 h 1340448"/>
                <a:gd name="connsiteX54" fmla="*/ 2166576 w 3627658"/>
                <a:gd name="connsiteY54" fmla="*/ 152041 h 1340448"/>
                <a:gd name="connsiteX55" fmla="*/ 2165041 w 3627658"/>
                <a:gd name="connsiteY55" fmla="*/ 211036 h 1340448"/>
                <a:gd name="connsiteX56" fmla="*/ 2164979 w 3627658"/>
                <a:gd name="connsiteY56" fmla="*/ 216668 h 1340448"/>
                <a:gd name="connsiteX57" fmla="*/ 2328786 w 3627658"/>
                <a:gd name="connsiteY57" fmla="*/ 216668 h 1340448"/>
                <a:gd name="connsiteX58" fmla="*/ 2294069 w 3627658"/>
                <a:gd name="connsiteY58" fmla="*/ 343961 h 1340448"/>
                <a:gd name="connsiteX59" fmla="*/ 2236838 w 3627658"/>
                <a:gd name="connsiteY59" fmla="*/ 618759 h 1340448"/>
                <a:gd name="connsiteX60" fmla="*/ 2336898 w 3627658"/>
                <a:gd name="connsiteY60" fmla="*/ 659669 h 1340448"/>
                <a:gd name="connsiteX61" fmla="*/ 2515282 w 3627658"/>
                <a:gd name="connsiteY61" fmla="*/ 272511 h 1340448"/>
                <a:gd name="connsiteX62" fmla="*/ 2539671 w 3627658"/>
                <a:gd name="connsiteY62" fmla="*/ 216668 h 1340448"/>
                <a:gd name="connsiteX63" fmla="*/ 2743293 w 3627658"/>
                <a:gd name="connsiteY63" fmla="*/ 216668 h 1340448"/>
                <a:gd name="connsiteX64" fmla="*/ 2744928 w 3627658"/>
                <a:gd name="connsiteY64" fmla="*/ 138551 h 1340448"/>
                <a:gd name="connsiteX65" fmla="*/ 2718355 w 3627658"/>
                <a:gd name="connsiteY65" fmla="*/ 123585 h 1340448"/>
                <a:gd name="connsiteX66" fmla="*/ 2692970 w 3627658"/>
                <a:gd name="connsiteY66" fmla="*/ 72394 h 1340448"/>
                <a:gd name="connsiteX67" fmla="*/ 2779637 w 3627658"/>
                <a:gd name="connsiteY67" fmla="*/ 0 h 1340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627658" h="1340448">
                  <a:moveTo>
                    <a:pt x="218949" y="802961"/>
                  </a:moveTo>
                  <a:cubicBezTo>
                    <a:pt x="383474" y="845670"/>
                    <a:pt x="399178" y="875502"/>
                    <a:pt x="529120" y="979781"/>
                  </a:cubicBezTo>
                  <a:cubicBezTo>
                    <a:pt x="608689" y="1051864"/>
                    <a:pt x="739788" y="1210604"/>
                    <a:pt x="834623" y="1315417"/>
                  </a:cubicBezTo>
                  <a:lnTo>
                    <a:pt x="858095" y="1340448"/>
                  </a:lnTo>
                  <a:lnTo>
                    <a:pt x="305530" y="1340448"/>
                  </a:lnTo>
                  <a:lnTo>
                    <a:pt x="172427" y="1214426"/>
                  </a:lnTo>
                  <a:cubicBezTo>
                    <a:pt x="115068" y="1127422"/>
                    <a:pt x="-7403" y="1021992"/>
                    <a:pt x="351" y="953414"/>
                  </a:cubicBezTo>
                  <a:cubicBezTo>
                    <a:pt x="8104" y="884836"/>
                    <a:pt x="88041" y="820901"/>
                    <a:pt x="218949" y="802961"/>
                  </a:cubicBezTo>
                  <a:close/>
                  <a:moveTo>
                    <a:pt x="2779637" y="0"/>
                  </a:moveTo>
                  <a:cubicBezTo>
                    <a:pt x="2827502" y="0"/>
                    <a:pt x="2866304" y="32412"/>
                    <a:pt x="2866304" y="72394"/>
                  </a:cubicBezTo>
                  <a:cubicBezTo>
                    <a:pt x="2866304" y="92386"/>
                    <a:pt x="2856604" y="110484"/>
                    <a:pt x="2840920" y="123585"/>
                  </a:cubicBezTo>
                  <a:lnTo>
                    <a:pt x="2814347" y="138551"/>
                  </a:lnTo>
                  <a:cubicBezTo>
                    <a:pt x="2814389" y="168145"/>
                    <a:pt x="2813323" y="177881"/>
                    <a:pt x="2812812" y="197546"/>
                  </a:cubicBezTo>
                  <a:lnTo>
                    <a:pt x="2812601" y="216668"/>
                  </a:lnTo>
                  <a:lnTo>
                    <a:pt x="2958706" y="216668"/>
                  </a:lnTo>
                  <a:lnTo>
                    <a:pt x="2896795" y="366217"/>
                  </a:lnTo>
                  <a:cubicBezTo>
                    <a:pt x="2870914" y="429014"/>
                    <a:pt x="2846715" y="489078"/>
                    <a:pt x="2827463" y="541677"/>
                  </a:cubicBezTo>
                  <a:cubicBezTo>
                    <a:pt x="2746706" y="752198"/>
                    <a:pt x="2667335" y="880202"/>
                    <a:pt x="2640704" y="975284"/>
                  </a:cubicBezTo>
                  <a:cubicBezTo>
                    <a:pt x="2618558" y="1088264"/>
                    <a:pt x="2668942" y="1030061"/>
                    <a:pt x="2698437" y="1035269"/>
                  </a:cubicBezTo>
                  <a:cubicBezTo>
                    <a:pt x="2793897" y="974075"/>
                    <a:pt x="2865707" y="903845"/>
                    <a:pt x="2948836" y="837858"/>
                  </a:cubicBezTo>
                  <a:cubicBezTo>
                    <a:pt x="3033110" y="769701"/>
                    <a:pt x="3109566" y="720111"/>
                    <a:pt x="3182040" y="650962"/>
                  </a:cubicBezTo>
                  <a:cubicBezTo>
                    <a:pt x="3254514" y="581813"/>
                    <a:pt x="3317607" y="466702"/>
                    <a:pt x="3383680" y="422966"/>
                  </a:cubicBezTo>
                  <a:cubicBezTo>
                    <a:pt x="3484091" y="344485"/>
                    <a:pt x="3563278" y="364997"/>
                    <a:pt x="3591095" y="398579"/>
                  </a:cubicBezTo>
                  <a:cubicBezTo>
                    <a:pt x="3618913" y="432160"/>
                    <a:pt x="3662804" y="462572"/>
                    <a:pt x="3578719" y="638680"/>
                  </a:cubicBezTo>
                  <a:cubicBezTo>
                    <a:pt x="3499339" y="773310"/>
                    <a:pt x="3195089" y="1078417"/>
                    <a:pt x="2984700" y="1301315"/>
                  </a:cubicBezTo>
                  <a:lnTo>
                    <a:pt x="2965458" y="1322002"/>
                  </a:lnTo>
                  <a:lnTo>
                    <a:pt x="1063001" y="1322002"/>
                  </a:lnTo>
                  <a:lnTo>
                    <a:pt x="1089588" y="1295388"/>
                  </a:lnTo>
                  <a:cubicBezTo>
                    <a:pt x="1159970" y="1215305"/>
                    <a:pt x="1223955" y="1102076"/>
                    <a:pt x="1230150" y="994880"/>
                  </a:cubicBezTo>
                  <a:cubicBezTo>
                    <a:pt x="1275980" y="831512"/>
                    <a:pt x="1221474" y="502916"/>
                    <a:pt x="1208876" y="275164"/>
                  </a:cubicBezTo>
                  <a:lnTo>
                    <a:pt x="1207316" y="216668"/>
                  </a:lnTo>
                  <a:lnTo>
                    <a:pt x="1363887" y="216668"/>
                  </a:lnTo>
                  <a:lnTo>
                    <a:pt x="1365240" y="152041"/>
                  </a:lnTo>
                  <a:lnTo>
                    <a:pt x="1338667" y="137075"/>
                  </a:lnTo>
                  <a:cubicBezTo>
                    <a:pt x="1322983" y="123974"/>
                    <a:pt x="1313282" y="105876"/>
                    <a:pt x="1313282" y="85884"/>
                  </a:cubicBezTo>
                  <a:cubicBezTo>
                    <a:pt x="1313282" y="45902"/>
                    <a:pt x="1352084" y="13490"/>
                    <a:pt x="1399949" y="13490"/>
                  </a:cubicBezTo>
                  <a:cubicBezTo>
                    <a:pt x="1447814" y="13490"/>
                    <a:pt x="1486616" y="45902"/>
                    <a:pt x="1486616" y="85884"/>
                  </a:cubicBezTo>
                  <a:cubicBezTo>
                    <a:pt x="1486616" y="105876"/>
                    <a:pt x="1476916" y="123974"/>
                    <a:pt x="1461232" y="137075"/>
                  </a:cubicBezTo>
                  <a:lnTo>
                    <a:pt x="1434659" y="152041"/>
                  </a:lnTo>
                  <a:cubicBezTo>
                    <a:pt x="1434701" y="181635"/>
                    <a:pt x="1433635" y="191371"/>
                    <a:pt x="1433124" y="211036"/>
                  </a:cubicBezTo>
                  <a:lnTo>
                    <a:pt x="1433062" y="216668"/>
                  </a:lnTo>
                  <a:lnTo>
                    <a:pt x="1600753" y="216668"/>
                  </a:lnTo>
                  <a:lnTo>
                    <a:pt x="1613943" y="318339"/>
                  </a:lnTo>
                  <a:cubicBezTo>
                    <a:pt x="1626771" y="417498"/>
                    <a:pt x="1637873" y="503690"/>
                    <a:pt x="1644284" y="549661"/>
                  </a:cubicBezTo>
                  <a:cubicBezTo>
                    <a:pt x="1670127" y="689053"/>
                    <a:pt x="1759624" y="710065"/>
                    <a:pt x="1823229" y="596327"/>
                  </a:cubicBezTo>
                  <a:cubicBezTo>
                    <a:pt x="1829879" y="538731"/>
                    <a:pt x="1865045" y="403297"/>
                    <a:pt x="1905777" y="254406"/>
                  </a:cubicBezTo>
                  <a:lnTo>
                    <a:pt x="1916226" y="216668"/>
                  </a:lnTo>
                  <a:lnTo>
                    <a:pt x="2095804" y="216668"/>
                  </a:lnTo>
                  <a:lnTo>
                    <a:pt x="2097157" y="152041"/>
                  </a:lnTo>
                  <a:lnTo>
                    <a:pt x="2070584" y="137075"/>
                  </a:lnTo>
                  <a:cubicBezTo>
                    <a:pt x="2054900" y="123974"/>
                    <a:pt x="2045199" y="105876"/>
                    <a:pt x="2045199" y="85884"/>
                  </a:cubicBezTo>
                  <a:cubicBezTo>
                    <a:pt x="2045199" y="45902"/>
                    <a:pt x="2084001" y="13490"/>
                    <a:pt x="2131866" y="13490"/>
                  </a:cubicBezTo>
                  <a:cubicBezTo>
                    <a:pt x="2179731" y="13490"/>
                    <a:pt x="2218533" y="45902"/>
                    <a:pt x="2218533" y="85884"/>
                  </a:cubicBezTo>
                  <a:cubicBezTo>
                    <a:pt x="2218533" y="105876"/>
                    <a:pt x="2208833" y="123974"/>
                    <a:pt x="2193149" y="137075"/>
                  </a:cubicBezTo>
                  <a:lnTo>
                    <a:pt x="2166576" y="152041"/>
                  </a:lnTo>
                  <a:cubicBezTo>
                    <a:pt x="2166618" y="181635"/>
                    <a:pt x="2165553" y="191371"/>
                    <a:pt x="2165041" y="211036"/>
                  </a:cubicBezTo>
                  <a:lnTo>
                    <a:pt x="2164979" y="216668"/>
                  </a:lnTo>
                  <a:lnTo>
                    <a:pt x="2328786" y="216668"/>
                  </a:lnTo>
                  <a:lnTo>
                    <a:pt x="2294069" y="343961"/>
                  </a:lnTo>
                  <a:cubicBezTo>
                    <a:pt x="2259052" y="472467"/>
                    <a:pt x="2236323" y="561555"/>
                    <a:pt x="2236838" y="618759"/>
                  </a:cubicBezTo>
                  <a:cubicBezTo>
                    <a:pt x="2237526" y="695031"/>
                    <a:pt x="2257202" y="786783"/>
                    <a:pt x="2336898" y="659669"/>
                  </a:cubicBezTo>
                  <a:cubicBezTo>
                    <a:pt x="2376746" y="596112"/>
                    <a:pt x="2444235" y="436751"/>
                    <a:pt x="2515282" y="272511"/>
                  </a:cubicBezTo>
                  <a:lnTo>
                    <a:pt x="2539671" y="216668"/>
                  </a:lnTo>
                  <a:lnTo>
                    <a:pt x="2743293" y="216668"/>
                  </a:lnTo>
                  <a:lnTo>
                    <a:pt x="2744928" y="138551"/>
                  </a:lnTo>
                  <a:lnTo>
                    <a:pt x="2718355" y="123585"/>
                  </a:lnTo>
                  <a:cubicBezTo>
                    <a:pt x="2702671" y="110484"/>
                    <a:pt x="2692970" y="92386"/>
                    <a:pt x="2692970" y="72394"/>
                  </a:cubicBezTo>
                  <a:cubicBezTo>
                    <a:pt x="2692970" y="32412"/>
                    <a:pt x="2731772" y="0"/>
                    <a:pt x="27796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3" name="Freeform: Shape 25"/>
            <p:cNvSpPr/>
            <p:nvPr/>
          </p:nvSpPr>
          <p:spPr>
            <a:xfrm>
              <a:off x="4187091" y="3895516"/>
              <a:ext cx="2603338" cy="1295008"/>
            </a:xfrm>
            <a:custGeom>
              <a:avLst/>
              <a:gdLst>
                <a:gd name="connsiteX0" fmla="*/ 1547543 w 2603338"/>
                <a:gd name="connsiteY0" fmla="*/ 0 h 1295008"/>
                <a:gd name="connsiteX1" fmla="*/ 1684227 w 2603338"/>
                <a:gd name="connsiteY1" fmla="*/ 109137 h 1295008"/>
                <a:gd name="connsiteX2" fmla="*/ 1644193 w 2603338"/>
                <a:gd name="connsiteY2" fmla="*/ 186308 h 1295008"/>
                <a:gd name="connsiteX3" fmla="*/ 1602284 w 2603338"/>
                <a:gd name="connsiteY3" fmla="*/ 208869 h 1295008"/>
                <a:gd name="connsiteX4" fmla="*/ 1600864 w 2603338"/>
                <a:gd name="connsiteY4" fmla="*/ 271487 h 1295008"/>
                <a:gd name="connsiteX5" fmla="*/ 1600388 w 2603338"/>
                <a:gd name="connsiteY5" fmla="*/ 284024 h 1295008"/>
                <a:gd name="connsiteX6" fmla="*/ 2603338 w 2603338"/>
                <a:gd name="connsiteY6" fmla="*/ 284024 h 1295008"/>
                <a:gd name="connsiteX7" fmla="*/ 2582707 w 2603338"/>
                <a:gd name="connsiteY7" fmla="*/ 306203 h 1295008"/>
                <a:gd name="connsiteX8" fmla="*/ 2327900 w 2603338"/>
                <a:gd name="connsiteY8" fmla="*/ 815604 h 1295008"/>
                <a:gd name="connsiteX9" fmla="*/ 2117400 w 2603338"/>
                <a:gd name="connsiteY9" fmla="*/ 1224890 h 1295008"/>
                <a:gd name="connsiteX10" fmla="*/ 2115016 w 2603338"/>
                <a:gd name="connsiteY10" fmla="*/ 1295008 h 1295008"/>
                <a:gd name="connsiteX11" fmla="*/ 743140 w 2603338"/>
                <a:gd name="connsiteY11" fmla="*/ 1295008 h 1295008"/>
                <a:gd name="connsiteX12" fmla="*/ 737269 w 2603338"/>
                <a:gd name="connsiteY12" fmla="*/ 1287813 h 1295008"/>
                <a:gd name="connsiteX13" fmla="*/ 563306 w 2603338"/>
                <a:gd name="connsiteY13" fmla="*/ 1019367 h 1295008"/>
                <a:gd name="connsiteX14" fmla="*/ 374595 w 2603338"/>
                <a:gd name="connsiteY14" fmla="*/ 776035 h 1295008"/>
                <a:gd name="connsiteX15" fmla="*/ 212567 w 2603338"/>
                <a:gd name="connsiteY15" fmla="*/ 517418 h 1295008"/>
                <a:gd name="connsiteX16" fmla="*/ 51246 w 2603338"/>
                <a:gd name="connsiteY16" fmla="*/ 332544 h 1295008"/>
                <a:gd name="connsiteX17" fmla="*/ 0 w 2603338"/>
                <a:gd name="connsiteY17" fmla="*/ 284024 h 1295008"/>
                <a:gd name="connsiteX18" fmla="*/ 176725 w 2603338"/>
                <a:gd name="connsiteY18" fmla="*/ 284024 h 1295008"/>
                <a:gd name="connsiteX19" fmla="*/ 178133 w 2603338"/>
                <a:gd name="connsiteY19" fmla="*/ 216761 h 1295008"/>
                <a:gd name="connsiteX20" fmla="*/ 151560 w 2603338"/>
                <a:gd name="connsiteY20" fmla="*/ 201795 h 1295008"/>
                <a:gd name="connsiteX21" fmla="*/ 126175 w 2603338"/>
                <a:gd name="connsiteY21" fmla="*/ 150604 h 1295008"/>
                <a:gd name="connsiteX22" fmla="*/ 212842 w 2603338"/>
                <a:gd name="connsiteY22" fmla="*/ 78210 h 1295008"/>
                <a:gd name="connsiteX23" fmla="*/ 299509 w 2603338"/>
                <a:gd name="connsiteY23" fmla="*/ 150604 h 1295008"/>
                <a:gd name="connsiteX24" fmla="*/ 274125 w 2603338"/>
                <a:gd name="connsiteY24" fmla="*/ 201795 h 1295008"/>
                <a:gd name="connsiteX25" fmla="*/ 247552 w 2603338"/>
                <a:gd name="connsiteY25" fmla="*/ 216761 h 1295008"/>
                <a:gd name="connsiteX26" fmla="*/ 246017 w 2603338"/>
                <a:gd name="connsiteY26" fmla="*/ 275756 h 1295008"/>
                <a:gd name="connsiteX27" fmla="*/ 245926 w 2603338"/>
                <a:gd name="connsiteY27" fmla="*/ 284024 h 1295008"/>
                <a:gd name="connsiteX28" fmla="*/ 549600 w 2603338"/>
                <a:gd name="connsiteY28" fmla="*/ 284024 h 1295008"/>
                <a:gd name="connsiteX29" fmla="*/ 570344 w 2603338"/>
                <a:gd name="connsiteY29" fmla="*/ 302994 h 1295008"/>
                <a:gd name="connsiteX30" fmla="*/ 592143 w 2603338"/>
                <a:gd name="connsiteY30" fmla="*/ 312157 h 1295008"/>
                <a:gd name="connsiteX31" fmla="*/ 667139 w 2603338"/>
                <a:gd name="connsiteY31" fmla="*/ 300888 h 1295008"/>
                <a:gd name="connsiteX32" fmla="*/ 690193 w 2603338"/>
                <a:gd name="connsiteY32" fmla="*/ 284024 h 1295008"/>
                <a:gd name="connsiteX33" fmla="*/ 1491156 w 2603338"/>
                <a:gd name="connsiteY33" fmla="*/ 284024 h 1295008"/>
                <a:gd name="connsiteX34" fmla="*/ 1492802 w 2603338"/>
                <a:gd name="connsiteY34" fmla="*/ 208869 h 1295008"/>
                <a:gd name="connsiteX35" fmla="*/ 1450892 w 2603338"/>
                <a:gd name="connsiteY35" fmla="*/ 186308 h 1295008"/>
                <a:gd name="connsiteX36" fmla="*/ 1410858 w 2603338"/>
                <a:gd name="connsiteY36" fmla="*/ 109137 h 1295008"/>
                <a:gd name="connsiteX37" fmla="*/ 1547543 w 2603338"/>
                <a:gd name="connsiteY37" fmla="*/ 0 h 129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603338" h="1295008">
                  <a:moveTo>
                    <a:pt x="1547543" y="0"/>
                  </a:moveTo>
                  <a:cubicBezTo>
                    <a:pt x="1623031" y="0"/>
                    <a:pt x="1684227" y="48862"/>
                    <a:pt x="1684227" y="109137"/>
                  </a:cubicBezTo>
                  <a:cubicBezTo>
                    <a:pt x="1684227" y="139274"/>
                    <a:pt x="1668928" y="166558"/>
                    <a:pt x="1644193" y="186308"/>
                  </a:cubicBezTo>
                  <a:lnTo>
                    <a:pt x="1602284" y="208869"/>
                  </a:lnTo>
                  <a:cubicBezTo>
                    <a:pt x="1602328" y="238612"/>
                    <a:pt x="1601596" y="255049"/>
                    <a:pt x="1600864" y="271487"/>
                  </a:cubicBezTo>
                  <a:lnTo>
                    <a:pt x="1600388" y="284024"/>
                  </a:lnTo>
                  <a:lnTo>
                    <a:pt x="2603338" y="284024"/>
                  </a:lnTo>
                  <a:lnTo>
                    <a:pt x="2582707" y="306203"/>
                  </a:lnTo>
                  <a:cubicBezTo>
                    <a:pt x="2485554" y="548942"/>
                    <a:pt x="2408205" y="718672"/>
                    <a:pt x="2327900" y="815604"/>
                  </a:cubicBezTo>
                  <a:cubicBezTo>
                    <a:pt x="2263452" y="974513"/>
                    <a:pt x="2116973" y="1052802"/>
                    <a:pt x="2117400" y="1224890"/>
                  </a:cubicBezTo>
                  <a:lnTo>
                    <a:pt x="2115016" y="1295008"/>
                  </a:lnTo>
                  <a:lnTo>
                    <a:pt x="743140" y="1295008"/>
                  </a:lnTo>
                  <a:lnTo>
                    <a:pt x="737269" y="1287813"/>
                  </a:lnTo>
                  <a:cubicBezTo>
                    <a:pt x="684045" y="1218011"/>
                    <a:pt x="610825" y="1093990"/>
                    <a:pt x="563306" y="1019367"/>
                  </a:cubicBezTo>
                  <a:lnTo>
                    <a:pt x="374595" y="776035"/>
                  </a:lnTo>
                  <a:lnTo>
                    <a:pt x="212567" y="517418"/>
                  </a:lnTo>
                  <a:lnTo>
                    <a:pt x="51246" y="332544"/>
                  </a:lnTo>
                  <a:lnTo>
                    <a:pt x="0" y="284024"/>
                  </a:lnTo>
                  <a:lnTo>
                    <a:pt x="176725" y="284024"/>
                  </a:lnTo>
                  <a:lnTo>
                    <a:pt x="178133" y="216761"/>
                  </a:lnTo>
                  <a:lnTo>
                    <a:pt x="151560" y="201795"/>
                  </a:lnTo>
                  <a:cubicBezTo>
                    <a:pt x="135876" y="188694"/>
                    <a:pt x="126175" y="170596"/>
                    <a:pt x="126175" y="150604"/>
                  </a:cubicBezTo>
                  <a:cubicBezTo>
                    <a:pt x="126175" y="110622"/>
                    <a:pt x="164977" y="78210"/>
                    <a:pt x="212842" y="78210"/>
                  </a:cubicBezTo>
                  <a:cubicBezTo>
                    <a:pt x="260707" y="78210"/>
                    <a:pt x="299509" y="110622"/>
                    <a:pt x="299509" y="150604"/>
                  </a:cubicBezTo>
                  <a:cubicBezTo>
                    <a:pt x="299509" y="170596"/>
                    <a:pt x="289809" y="188694"/>
                    <a:pt x="274125" y="201795"/>
                  </a:cubicBezTo>
                  <a:lnTo>
                    <a:pt x="247552" y="216761"/>
                  </a:lnTo>
                  <a:cubicBezTo>
                    <a:pt x="247594" y="246355"/>
                    <a:pt x="246529" y="256091"/>
                    <a:pt x="246017" y="275756"/>
                  </a:cubicBezTo>
                  <a:lnTo>
                    <a:pt x="245926" y="284024"/>
                  </a:lnTo>
                  <a:lnTo>
                    <a:pt x="549600" y="284024"/>
                  </a:lnTo>
                  <a:lnTo>
                    <a:pt x="570344" y="302994"/>
                  </a:lnTo>
                  <a:cubicBezTo>
                    <a:pt x="580700" y="310830"/>
                    <a:pt x="588200" y="314259"/>
                    <a:pt x="592143" y="312157"/>
                  </a:cubicBezTo>
                  <a:cubicBezTo>
                    <a:pt x="608034" y="324849"/>
                    <a:pt x="635174" y="319460"/>
                    <a:pt x="667139" y="300888"/>
                  </a:cubicBezTo>
                  <a:lnTo>
                    <a:pt x="690193" y="284024"/>
                  </a:lnTo>
                  <a:lnTo>
                    <a:pt x="1491156" y="284024"/>
                  </a:lnTo>
                  <a:lnTo>
                    <a:pt x="1492802" y="208869"/>
                  </a:lnTo>
                  <a:lnTo>
                    <a:pt x="1450892" y="186308"/>
                  </a:lnTo>
                  <a:cubicBezTo>
                    <a:pt x="1426157" y="166558"/>
                    <a:pt x="1410858" y="139274"/>
                    <a:pt x="1410858" y="109137"/>
                  </a:cubicBezTo>
                  <a:cubicBezTo>
                    <a:pt x="1410858" y="48862"/>
                    <a:pt x="1472054" y="0"/>
                    <a:pt x="15475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4" name="Freeform: Shape 26"/>
            <p:cNvSpPr/>
            <p:nvPr/>
          </p:nvSpPr>
          <p:spPr>
            <a:xfrm flipH="1">
              <a:off x="4965994" y="4888523"/>
              <a:ext cx="1423769" cy="1359877"/>
            </a:xfrm>
            <a:custGeom>
              <a:avLst/>
              <a:gdLst>
                <a:gd name="connsiteX0" fmla="*/ 1423769 w 1423769"/>
                <a:gd name="connsiteY0" fmla="*/ 348893 h 1359877"/>
                <a:gd name="connsiteX1" fmla="*/ 89251 w 1423769"/>
                <a:gd name="connsiteY1" fmla="*/ 348893 h 1359877"/>
                <a:gd name="connsiteX2" fmla="*/ 89855 w 1423769"/>
                <a:gd name="connsiteY2" fmla="*/ 366662 h 1359877"/>
                <a:gd name="connsiteX3" fmla="*/ 82812 w 1423769"/>
                <a:gd name="connsiteY3" fmla="*/ 891223 h 1359877"/>
                <a:gd name="connsiteX4" fmla="*/ 14919 w 1423769"/>
                <a:gd name="connsiteY4" fmla="*/ 1286885 h 1359877"/>
                <a:gd name="connsiteX5" fmla="*/ 0 w 1423769"/>
                <a:gd name="connsiteY5" fmla="*/ 1359877 h 1359877"/>
                <a:gd name="connsiteX6" fmla="*/ 1258364 w 1423769"/>
                <a:gd name="connsiteY6" fmla="*/ 1359877 h 1359877"/>
                <a:gd name="connsiteX7" fmla="*/ 1262576 w 1423769"/>
                <a:gd name="connsiteY7" fmla="*/ 1256211 h 1359877"/>
                <a:gd name="connsiteX8" fmla="*/ 1288964 w 1423769"/>
                <a:gd name="connsiteY8" fmla="*/ 936086 h 1359877"/>
                <a:gd name="connsiteX9" fmla="*/ 1297904 w 1423769"/>
                <a:gd name="connsiteY9" fmla="*/ 613658 h 1359877"/>
                <a:gd name="connsiteX10" fmla="*/ 1375847 w 1423769"/>
                <a:gd name="connsiteY10" fmla="*/ 414892 h 1359877"/>
                <a:gd name="connsiteX11" fmla="*/ 598843 w 1423769"/>
                <a:gd name="connsiteY11" fmla="*/ 0 h 1359877"/>
                <a:gd name="connsiteX12" fmla="*/ 457887 w 1423769"/>
                <a:gd name="connsiteY12" fmla="*/ 113493 h 1359877"/>
                <a:gd name="connsiteX13" fmla="*/ 499172 w 1423769"/>
                <a:gd name="connsiteY13" fmla="*/ 193746 h 1359877"/>
                <a:gd name="connsiteX14" fmla="*/ 542391 w 1423769"/>
                <a:gd name="connsiteY14" fmla="*/ 217207 h 1359877"/>
                <a:gd name="connsiteX15" fmla="*/ 545319 w 1423769"/>
                <a:gd name="connsiteY15" fmla="*/ 347441 h 1359877"/>
                <a:gd name="connsiteX16" fmla="*/ 658099 w 1423769"/>
                <a:gd name="connsiteY16" fmla="*/ 346342 h 1359877"/>
                <a:gd name="connsiteX17" fmla="*/ 655294 w 1423769"/>
                <a:gd name="connsiteY17" fmla="*/ 217207 h 1359877"/>
                <a:gd name="connsiteX18" fmla="*/ 698513 w 1423769"/>
                <a:gd name="connsiteY18" fmla="*/ 193746 h 1359877"/>
                <a:gd name="connsiteX19" fmla="*/ 739798 w 1423769"/>
                <a:gd name="connsiteY19" fmla="*/ 113493 h 1359877"/>
                <a:gd name="connsiteX20" fmla="*/ 598843 w 1423769"/>
                <a:gd name="connsiteY20" fmla="*/ 0 h 135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769" h="1359877">
                  <a:moveTo>
                    <a:pt x="1423769" y="348893"/>
                  </a:moveTo>
                  <a:lnTo>
                    <a:pt x="89251" y="348893"/>
                  </a:lnTo>
                  <a:lnTo>
                    <a:pt x="89855" y="366662"/>
                  </a:lnTo>
                  <a:cubicBezTo>
                    <a:pt x="97681" y="508231"/>
                    <a:pt x="110263" y="673395"/>
                    <a:pt x="82812" y="891223"/>
                  </a:cubicBezTo>
                  <a:cubicBezTo>
                    <a:pt x="69086" y="1000137"/>
                    <a:pt x="44131" y="1139847"/>
                    <a:pt x="14919" y="1286885"/>
                  </a:cubicBezTo>
                  <a:lnTo>
                    <a:pt x="0" y="1359877"/>
                  </a:lnTo>
                  <a:lnTo>
                    <a:pt x="1258364" y="1359877"/>
                  </a:lnTo>
                  <a:lnTo>
                    <a:pt x="1262576" y="1256211"/>
                  </a:lnTo>
                  <a:cubicBezTo>
                    <a:pt x="1267958" y="1103104"/>
                    <a:pt x="1283076" y="1043178"/>
                    <a:pt x="1288964" y="936086"/>
                  </a:cubicBezTo>
                  <a:cubicBezTo>
                    <a:pt x="1294851" y="828993"/>
                    <a:pt x="1283423" y="700524"/>
                    <a:pt x="1297904" y="613658"/>
                  </a:cubicBezTo>
                  <a:cubicBezTo>
                    <a:pt x="1312384" y="526792"/>
                    <a:pt x="1338012" y="457478"/>
                    <a:pt x="1375847" y="414892"/>
                  </a:cubicBezTo>
                  <a:close/>
                  <a:moveTo>
                    <a:pt x="598843" y="0"/>
                  </a:moveTo>
                  <a:cubicBezTo>
                    <a:pt x="520995" y="0"/>
                    <a:pt x="457887" y="50813"/>
                    <a:pt x="457887" y="113493"/>
                  </a:cubicBezTo>
                  <a:cubicBezTo>
                    <a:pt x="457887" y="144834"/>
                    <a:pt x="473664" y="173207"/>
                    <a:pt x="499172" y="193746"/>
                  </a:cubicBezTo>
                  <a:lnTo>
                    <a:pt x="542391" y="217207"/>
                  </a:lnTo>
                  <a:cubicBezTo>
                    <a:pt x="542300" y="279067"/>
                    <a:pt x="545410" y="285582"/>
                    <a:pt x="545319" y="347441"/>
                  </a:cubicBezTo>
                  <a:lnTo>
                    <a:pt x="658099" y="346342"/>
                  </a:lnTo>
                  <a:lnTo>
                    <a:pt x="655294" y="217207"/>
                  </a:lnTo>
                  <a:lnTo>
                    <a:pt x="698513" y="193746"/>
                  </a:lnTo>
                  <a:cubicBezTo>
                    <a:pt x="724021" y="173207"/>
                    <a:pt x="739798" y="144834"/>
                    <a:pt x="739798" y="113493"/>
                  </a:cubicBezTo>
                  <a:cubicBezTo>
                    <a:pt x="739798" y="50813"/>
                    <a:pt x="676690" y="0"/>
                    <a:pt x="598843" y="0"/>
                  </a:cubicBezTo>
                  <a:close/>
                </a:path>
              </a:pathLst>
            </a:cu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144097" y="990204"/>
            <a:ext cx="4380010" cy="3154423"/>
            <a:chOff x="4144097" y="990204"/>
            <a:chExt cx="4380010" cy="3154423"/>
          </a:xfrm>
        </p:grpSpPr>
        <p:sp>
          <p:nvSpPr>
            <p:cNvPr id="4" name="Rectangle 4"/>
            <p:cNvSpPr/>
            <p:nvPr/>
          </p:nvSpPr>
          <p:spPr>
            <a:xfrm>
              <a:off x="4156854" y="990204"/>
              <a:ext cx="711472" cy="559813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54055" y="1156159"/>
              <a:ext cx="3362320" cy="5889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تا ۰٫۵٪ میکروسیلیس، هیبونیت سوزنی (CA₆) را ترویج و انبساط ماندگار را بیشتر می‌کند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Freeform: Shape 6"/>
            <p:cNvSpPr/>
            <p:nvPr/>
          </p:nvSpPr>
          <p:spPr>
            <a:xfrm>
              <a:off x="4856453" y="991035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Rectangle 8"/>
            <p:cNvSpPr/>
            <p:nvPr/>
          </p:nvSpPr>
          <p:spPr>
            <a:xfrm>
              <a:off x="4146365" y="1783564"/>
              <a:ext cx="711472" cy="559813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8" name="Rectangle 9"/>
            <p:cNvSpPr/>
            <p:nvPr/>
          </p:nvSpPr>
          <p:spPr>
            <a:xfrm>
              <a:off x="5152646" y="1949519"/>
              <a:ext cx="3362320" cy="58896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در ۱٪ میکروسیلیس، انقباض تف‌جوشی فاز مایع غالب می‌شود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Freeform: Shape 10"/>
            <p:cNvSpPr/>
            <p:nvPr/>
          </p:nvSpPr>
          <p:spPr>
            <a:xfrm>
              <a:off x="4847308" y="1784394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Rectangle 12"/>
            <p:cNvSpPr/>
            <p:nvPr/>
          </p:nvSpPr>
          <p:spPr>
            <a:xfrm>
              <a:off x="4144097" y="2576925"/>
              <a:ext cx="711472" cy="559813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Rectangle 13"/>
            <p:cNvSpPr/>
            <p:nvPr/>
          </p:nvSpPr>
          <p:spPr>
            <a:xfrm>
              <a:off x="5149892" y="2742879"/>
              <a:ext cx="3362319" cy="58896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میکروسیلیس گیرش را کند و آلومینای واکنش‌پذیر آن را تسریع می‌کند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Freeform: Shape 14"/>
            <p:cNvSpPr/>
            <p:nvPr/>
          </p:nvSpPr>
          <p:spPr>
            <a:xfrm>
              <a:off x="4844553" y="2577755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Rectangle 16"/>
            <p:cNvSpPr/>
            <p:nvPr/>
          </p:nvSpPr>
          <p:spPr>
            <a:xfrm>
              <a:off x="4156853" y="3389705"/>
              <a:ext cx="711471" cy="559813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Rectangle 17"/>
            <p:cNvSpPr/>
            <p:nvPr/>
          </p:nvSpPr>
          <p:spPr>
            <a:xfrm>
              <a:off x="5161788" y="3555660"/>
              <a:ext cx="3362319" cy="5889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سل سیلیس ۵٪: CAH₁₀ بیشتر، بلورهای ریزتر و بیشترین استحکام ملات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Freeform: Shape 18"/>
            <p:cNvSpPr/>
            <p:nvPr/>
          </p:nvSpPr>
          <p:spPr>
            <a:xfrm>
              <a:off x="4856451" y="3390536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Freeform: Shape 20"/>
            <p:cNvSpPr>
              <a:spLocks/>
            </p:cNvSpPr>
            <p:nvPr/>
          </p:nvSpPr>
          <p:spPr bwMode="auto">
            <a:xfrm>
              <a:off x="4306093" y="1185091"/>
              <a:ext cx="324534" cy="243402"/>
            </a:xfrm>
            <a:custGeom>
              <a:avLst/>
              <a:gdLst/>
              <a:ahLst/>
              <a:cxnLst>
                <a:cxn ang="0">
                  <a:pos x="78" y="58"/>
                </a:cxn>
                <a:cxn ang="0">
                  <a:pos x="0" y="58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53"/>
                </a:cxn>
                <a:cxn ang="0">
                  <a:pos x="78" y="53"/>
                </a:cxn>
                <a:cxn ang="0">
                  <a:pos x="78" y="58"/>
                </a:cxn>
                <a:cxn ang="0">
                  <a:pos x="73" y="22"/>
                </a:cxn>
                <a:cxn ang="0">
                  <a:pos x="71" y="23"/>
                </a:cxn>
                <a:cxn ang="0">
                  <a:pos x="66" y="18"/>
                </a:cxn>
                <a:cxn ang="0">
                  <a:pos x="42" y="42"/>
                </a:cxn>
                <a:cxn ang="0">
                  <a:pos x="40" y="42"/>
                </a:cxn>
                <a:cxn ang="0">
                  <a:pos x="31" y="34"/>
                </a:cxn>
                <a:cxn ang="0">
                  <a:pos x="16" y="49"/>
                </a:cxn>
                <a:cxn ang="0">
                  <a:pos x="8" y="42"/>
                </a:cxn>
                <a:cxn ang="0">
                  <a:pos x="30" y="20"/>
                </a:cxn>
                <a:cxn ang="0">
                  <a:pos x="32" y="20"/>
                </a:cxn>
                <a:cxn ang="0">
                  <a:pos x="41" y="29"/>
                </a:cxn>
                <a:cxn ang="0">
                  <a:pos x="59" y="11"/>
                </a:cxn>
                <a:cxn ang="0">
                  <a:pos x="54" y="6"/>
                </a:cxn>
                <a:cxn ang="0">
                  <a:pos x="55" y="4"/>
                </a:cxn>
                <a:cxn ang="0">
                  <a:pos x="71" y="4"/>
                </a:cxn>
                <a:cxn ang="0">
                  <a:pos x="73" y="6"/>
                </a:cxn>
                <a:cxn ang="0">
                  <a:pos x="73" y="22"/>
                </a:cxn>
              </a:cxnLst>
              <a:rect l="0" t="0" r="r" b="b"/>
              <a:pathLst>
                <a:path w="78" h="58">
                  <a:moveTo>
                    <a:pt x="78" y="58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78" y="53"/>
                    <a:pt x="78" y="53"/>
                    <a:pt x="78" y="53"/>
                  </a:cubicBezTo>
                  <a:lnTo>
                    <a:pt x="78" y="58"/>
                  </a:lnTo>
                  <a:close/>
                  <a:moveTo>
                    <a:pt x="73" y="22"/>
                  </a:moveTo>
                  <a:cubicBezTo>
                    <a:pt x="73" y="23"/>
                    <a:pt x="71" y="24"/>
                    <a:pt x="71" y="23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0" y="42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19"/>
                    <a:pt x="32" y="19"/>
                    <a:pt x="32" y="2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3" y="6"/>
                    <a:pt x="54" y="4"/>
                    <a:pt x="55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2" y="4"/>
                    <a:pt x="73" y="5"/>
                    <a:pt x="73" y="6"/>
                  </a:cubicBezTo>
                  <a:lnTo>
                    <a:pt x="73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Freeform: Shape 28"/>
            <p:cNvSpPr>
              <a:spLocks/>
            </p:cNvSpPr>
            <p:nvPr/>
          </p:nvSpPr>
          <p:spPr bwMode="auto">
            <a:xfrm>
              <a:off x="4370781" y="1942057"/>
              <a:ext cx="259848" cy="243402"/>
            </a:xfrm>
            <a:custGeom>
              <a:avLst/>
              <a:gdLst/>
              <a:ahLst/>
              <a:cxnLst>
                <a:cxn ang="0">
                  <a:pos x="13" y="39"/>
                </a:cxn>
                <a:cxn ang="0">
                  <a:pos x="8" y="39"/>
                </a:cxn>
                <a:cxn ang="0">
                  <a:pos x="0" y="33"/>
                </a:cxn>
                <a:cxn ang="0">
                  <a:pos x="5" y="19"/>
                </a:cxn>
                <a:cxn ang="0">
                  <a:pos x="15" y="22"/>
                </a:cxn>
                <a:cxn ang="0">
                  <a:pos x="20" y="21"/>
                </a:cxn>
                <a:cxn ang="0">
                  <a:pos x="20" y="24"/>
                </a:cxn>
                <a:cxn ang="0">
                  <a:pos x="23" y="34"/>
                </a:cxn>
                <a:cxn ang="0">
                  <a:pos x="13" y="39"/>
                </a:cxn>
                <a:cxn ang="0">
                  <a:pos x="15" y="19"/>
                </a:cxn>
                <a:cxn ang="0">
                  <a:pos x="5" y="9"/>
                </a:cxn>
                <a:cxn ang="0">
                  <a:pos x="15" y="0"/>
                </a:cxn>
                <a:cxn ang="0">
                  <a:pos x="25" y="9"/>
                </a:cxn>
                <a:cxn ang="0">
                  <a:pos x="15" y="19"/>
                </a:cxn>
                <a:cxn ang="0">
                  <a:pos x="53" y="68"/>
                </a:cxn>
                <a:cxn ang="0">
                  <a:pos x="20" y="68"/>
                </a:cxn>
                <a:cxn ang="0">
                  <a:pos x="10" y="58"/>
                </a:cxn>
                <a:cxn ang="0">
                  <a:pos x="23" y="36"/>
                </a:cxn>
                <a:cxn ang="0">
                  <a:pos x="37" y="41"/>
                </a:cxn>
                <a:cxn ang="0">
                  <a:pos x="50" y="36"/>
                </a:cxn>
                <a:cxn ang="0">
                  <a:pos x="64" y="58"/>
                </a:cxn>
                <a:cxn ang="0">
                  <a:pos x="53" y="68"/>
                </a:cxn>
                <a:cxn ang="0">
                  <a:pos x="37" y="39"/>
                </a:cxn>
                <a:cxn ang="0">
                  <a:pos x="22" y="24"/>
                </a:cxn>
                <a:cxn ang="0">
                  <a:pos x="37" y="9"/>
                </a:cxn>
                <a:cxn ang="0">
                  <a:pos x="51" y="24"/>
                </a:cxn>
                <a:cxn ang="0">
                  <a:pos x="37" y="39"/>
                </a:cxn>
                <a:cxn ang="0">
                  <a:pos x="59" y="19"/>
                </a:cxn>
                <a:cxn ang="0">
                  <a:pos x="49" y="9"/>
                </a:cxn>
                <a:cxn ang="0">
                  <a:pos x="59" y="0"/>
                </a:cxn>
                <a:cxn ang="0">
                  <a:pos x="68" y="9"/>
                </a:cxn>
                <a:cxn ang="0">
                  <a:pos x="59" y="19"/>
                </a:cxn>
                <a:cxn ang="0">
                  <a:pos x="66" y="39"/>
                </a:cxn>
                <a:cxn ang="0">
                  <a:pos x="61" y="39"/>
                </a:cxn>
                <a:cxn ang="0">
                  <a:pos x="51" y="34"/>
                </a:cxn>
                <a:cxn ang="0">
                  <a:pos x="54" y="24"/>
                </a:cxn>
                <a:cxn ang="0">
                  <a:pos x="54" y="21"/>
                </a:cxn>
                <a:cxn ang="0">
                  <a:pos x="59" y="22"/>
                </a:cxn>
                <a:cxn ang="0">
                  <a:pos x="69" y="19"/>
                </a:cxn>
                <a:cxn ang="0">
                  <a:pos x="73" y="33"/>
                </a:cxn>
                <a:cxn ang="0">
                  <a:pos x="66" y="39"/>
                </a:cxn>
              </a:cxnLst>
              <a:rect l="0" t="0" r="r" b="b"/>
              <a:pathLst>
                <a:path w="73" h="68">
                  <a:moveTo>
                    <a:pt x="13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7"/>
                    <a:pt x="0" y="33"/>
                  </a:cubicBezTo>
                  <a:cubicBezTo>
                    <a:pt x="0" y="29"/>
                    <a:pt x="0" y="19"/>
                    <a:pt x="5" y="19"/>
                  </a:cubicBezTo>
                  <a:cubicBezTo>
                    <a:pt x="6" y="19"/>
                    <a:pt x="10" y="22"/>
                    <a:pt x="15" y="22"/>
                  </a:cubicBezTo>
                  <a:cubicBezTo>
                    <a:pt x="17" y="22"/>
                    <a:pt x="18" y="22"/>
                    <a:pt x="20" y="21"/>
                  </a:cubicBezTo>
                  <a:cubicBezTo>
                    <a:pt x="20" y="22"/>
                    <a:pt x="20" y="23"/>
                    <a:pt x="20" y="24"/>
                  </a:cubicBezTo>
                  <a:cubicBezTo>
                    <a:pt x="20" y="27"/>
                    <a:pt x="21" y="31"/>
                    <a:pt x="23" y="34"/>
                  </a:cubicBezTo>
                  <a:cubicBezTo>
                    <a:pt x="19" y="34"/>
                    <a:pt x="15" y="36"/>
                    <a:pt x="13" y="39"/>
                  </a:cubicBezTo>
                  <a:close/>
                  <a:moveTo>
                    <a:pt x="15" y="19"/>
                  </a:moveTo>
                  <a:cubicBezTo>
                    <a:pt x="10" y="19"/>
                    <a:pt x="5" y="15"/>
                    <a:pt x="5" y="9"/>
                  </a:cubicBezTo>
                  <a:cubicBezTo>
                    <a:pt x="5" y="4"/>
                    <a:pt x="10" y="0"/>
                    <a:pt x="15" y="0"/>
                  </a:cubicBezTo>
                  <a:cubicBezTo>
                    <a:pt x="20" y="0"/>
                    <a:pt x="25" y="4"/>
                    <a:pt x="25" y="9"/>
                  </a:cubicBezTo>
                  <a:cubicBezTo>
                    <a:pt x="25" y="15"/>
                    <a:pt x="20" y="19"/>
                    <a:pt x="15" y="19"/>
                  </a:cubicBezTo>
                  <a:close/>
                  <a:moveTo>
                    <a:pt x="53" y="68"/>
                  </a:moveTo>
                  <a:cubicBezTo>
                    <a:pt x="20" y="68"/>
                    <a:pt x="20" y="68"/>
                    <a:pt x="20" y="68"/>
                  </a:cubicBezTo>
                  <a:cubicBezTo>
                    <a:pt x="14" y="68"/>
                    <a:pt x="10" y="64"/>
                    <a:pt x="10" y="58"/>
                  </a:cubicBezTo>
                  <a:cubicBezTo>
                    <a:pt x="10" y="49"/>
                    <a:pt x="12" y="36"/>
                    <a:pt x="23" y="36"/>
                  </a:cubicBezTo>
                  <a:cubicBezTo>
                    <a:pt x="25" y="36"/>
                    <a:pt x="29" y="41"/>
                    <a:pt x="37" y="41"/>
                  </a:cubicBezTo>
                  <a:cubicBezTo>
                    <a:pt x="44" y="41"/>
                    <a:pt x="49" y="36"/>
                    <a:pt x="50" y="36"/>
                  </a:cubicBezTo>
                  <a:cubicBezTo>
                    <a:pt x="62" y="36"/>
                    <a:pt x="64" y="49"/>
                    <a:pt x="64" y="58"/>
                  </a:cubicBezTo>
                  <a:cubicBezTo>
                    <a:pt x="64" y="64"/>
                    <a:pt x="60" y="68"/>
                    <a:pt x="53" y="68"/>
                  </a:cubicBezTo>
                  <a:close/>
                  <a:moveTo>
                    <a:pt x="37" y="39"/>
                  </a:moveTo>
                  <a:cubicBezTo>
                    <a:pt x="29" y="39"/>
                    <a:pt x="22" y="32"/>
                    <a:pt x="22" y="24"/>
                  </a:cubicBezTo>
                  <a:cubicBezTo>
                    <a:pt x="22" y="16"/>
                    <a:pt x="29" y="9"/>
                    <a:pt x="37" y="9"/>
                  </a:cubicBezTo>
                  <a:cubicBezTo>
                    <a:pt x="45" y="9"/>
                    <a:pt x="51" y="16"/>
                    <a:pt x="51" y="24"/>
                  </a:cubicBezTo>
                  <a:cubicBezTo>
                    <a:pt x="51" y="32"/>
                    <a:pt x="45" y="39"/>
                    <a:pt x="37" y="39"/>
                  </a:cubicBezTo>
                  <a:close/>
                  <a:moveTo>
                    <a:pt x="59" y="19"/>
                  </a:moveTo>
                  <a:cubicBezTo>
                    <a:pt x="53" y="19"/>
                    <a:pt x="49" y="15"/>
                    <a:pt x="49" y="9"/>
                  </a:cubicBezTo>
                  <a:cubicBezTo>
                    <a:pt x="49" y="4"/>
                    <a:pt x="53" y="0"/>
                    <a:pt x="59" y="0"/>
                  </a:cubicBezTo>
                  <a:cubicBezTo>
                    <a:pt x="64" y="0"/>
                    <a:pt x="68" y="4"/>
                    <a:pt x="68" y="9"/>
                  </a:cubicBezTo>
                  <a:cubicBezTo>
                    <a:pt x="68" y="15"/>
                    <a:pt x="64" y="19"/>
                    <a:pt x="59" y="19"/>
                  </a:cubicBezTo>
                  <a:close/>
                  <a:moveTo>
                    <a:pt x="66" y="39"/>
                  </a:moveTo>
                  <a:cubicBezTo>
                    <a:pt x="61" y="39"/>
                    <a:pt x="61" y="39"/>
                    <a:pt x="61" y="39"/>
                  </a:cubicBezTo>
                  <a:cubicBezTo>
                    <a:pt x="58" y="36"/>
                    <a:pt x="55" y="34"/>
                    <a:pt x="51" y="34"/>
                  </a:cubicBezTo>
                  <a:cubicBezTo>
                    <a:pt x="53" y="31"/>
                    <a:pt x="54" y="27"/>
                    <a:pt x="54" y="24"/>
                  </a:cubicBezTo>
                  <a:cubicBezTo>
                    <a:pt x="54" y="23"/>
                    <a:pt x="54" y="22"/>
                    <a:pt x="54" y="21"/>
                  </a:cubicBezTo>
                  <a:cubicBezTo>
                    <a:pt x="55" y="22"/>
                    <a:pt x="57" y="22"/>
                    <a:pt x="59" y="22"/>
                  </a:cubicBezTo>
                  <a:cubicBezTo>
                    <a:pt x="64" y="22"/>
                    <a:pt x="68" y="19"/>
                    <a:pt x="69" y="19"/>
                  </a:cubicBezTo>
                  <a:cubicBezTo>
                    <a:pt x="73" y="19"/>
                    <a:pt x="73" y="29"/>
                    <a:pt x="73" y="33"/>
                  </a:cubicBezTo>
                  <a:cubicBezTo>
                    <a:pt x="73" y="37"/>
                    <a:pt x="70" y="39"/>
                    <a:pt x="66" y="3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Freeform: Shape 31"/>
            <p:cNvSpPr>
              <a:spLocks/>
            </p:cNvSpPr>
            <p:nvPr/>
          </p:nvSpPr>
          <p:spPr bwMode="auto">
            <a:xfrm>
              <a:off x="4402826" y="2720265"/>
              <a:ext cx="290455" cy="292430"/>
            </a:xfrm>
            <a:custGeom>
              <a:avLst/>
              <a:gdLst/>
              <a:ahLst/>
              <a:cxnLst>
                <a:cxn ang="0">
                  <a:pos x="68" y="34"/>
                </a:cxn>
                <a:cxn ang="0">
                  <a:pos x="34" y="68"/>
                </a:cxn>
                <a:cxn ang="0">
                  <a:pos x="0" y="34"/>
                </a:cxn>
                <a:cxn ang="0">
                  <a:pos x="34" y="0"/>
                </a:cxn>
                <a:cxn ang="0">
                  <a:pos x="68" y="34"/>
                </a:cxn>
                <a:cxn ang="0">
                  <a:pos x="15" y="40"/>
                </a:cxn>
                <a:cxn ang="0">
                  <a:pos x="14" y="34"/>
                </a:cxn>
                <a:cxn ang="0">
                  <a:pos x="15" y="27"/>
                </a:cxn>
                <a:cxn ang="0">
                  <a:pos x="8" y="20"/>
                </a:cxn>
                <a:cxn ang="0">
                  <a:pos x="5" y="34"/>
                </a:cxn>
                <a:cxn ang="0">
                  <a:pos x="8" y="47"/>
                </a:cxn>
                <a:cxn ang="0">
                  <a:pos x="15" y="40"/>
                </a:cxn>
                <a:cxn ang="0">
                  <a:pos x="48" y="34"/>
                </a:cxn>
                <a:cxn ang="0">
                  <a:pos x="34" y="19"/>
                </a:cxn>
                <a:cxn ang="0">
                  <a:pos x="19" y="34"/>
                </a:cxn>
                <a:cxn ang="0">
                  <a:pos x="34" y="48"/>
                </a:cxn>
                <a:cxn ang="0">
                  <a:pos x="48" y="34"/>
                </a:cxn>
                <a:cxn ang="0">
                  <a:pos x="20" y="8"/>
                </a:cxn>
                <a:cxn ang="0">
                  <a:pos x="27" y="15"/>
                </a:cxn>
                <a:cxn ang="0">
                  <a:pos x="34" y="14"/>
                </a:cxn>
                <a:cxn ang="0">
                  <a:pos x="40" y="15"/>
                </a:cxn>
                <a:cxn ang="0">
                  <a:pos x="47" y="8"/>
                </a:cxn>
                <a:cxn ang="0">
                  <a:pos x="34" y="5"/>
                </a:cxn>
                <a:cxn ang="0">
                  <a:pos x="20" y="8"/>
                </a:cxn>
                <a:cxn ang="0">
                  <a:pos x="47" y="59"/>
                </a:cxn>
                <a:cxn ang="0">
                  <a:pos x="40" y="52"/>
                </a:cxn>
                <a:cxn ang="0">
                  <a:pos x="34" y="53"/>
                </a:cxn>
                <a:cxn ang="0">
                  <a:pos x="27" y="52"/>
                </a:cxn>
                <a:cxn ang="0">
                  <a:pos x="20" y="59"/>
                </a:cxn>
                <a:cxn ang="0">
                  <a:pos x="34" y="63"/>
                </a:cxn>
                <a:cxn ang="0">
                  <a:pos x="47" y="59"/>
                </a:cxn>
                <a:cxn ang="0">
                  <a:pos x="60" y="47"/>
                </a:cxn>
                <a:cxn ang="0">
                  <a:pos x="63" y="34"/>
                </a:cxn>
                <a:cxn ang="0">
                  <a:pos x="60" y="20"/>
                </a:cxn>
                <a:cxn ang="0">
                  <a:pos x="52" y="27"/>
                </a:cxn>
                <a:cxn ang="0">
                  <a:pos x="53" y="34"/>
                </a:cxn>
                <a:cxn ang="0">
                  <a:pos x="52" y="40"/>
                </a:cxn>
                <a:cxn ang="0">
                  <a:pos x="60" y="47"/>
                </a:cxn>
              </a:cxnLst>
              <a:rect l="0" t="0" r="r" b="b"/>
              <a:pathLst>
                <a:path w="68" h="68">
                  <a:moveTo>
                    <a:pt x="68" y="34"/>
                  </a:moveTo>
                  <a:cubicBezTo>
                    <a:pt x="68" y="52"/>
                    <a:pt x="53" y="68"/>
                    <a:pt x="34" y="68"/>
                  </a:cubicBezTo>
                  <a:cubicBezTo>
                    <a:pt x="15" y="68"/>
                    <a:pt x="0" y="52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3" y="0"/>
                    <a:pt x="68" y="15"/>
                    <a:pt x="68" y="34"/>
                  </a:cubicBezTo>
                  <a:close/>
                  <a:moveTo>
                    <a:pt x="15" y="40"/>
                  </a:moveTo>
                  <a:cubicBezTo>
                    <a:pt x="15" y="38"/>
                    <a:pt x="14" y="36"/>
                    <a:pt x="14" y="34"/>
                  </a:cubicBezTo>
                  <a:cubicBezTo>
                    <a:pt x="14" y="31"/>
                    <a:pt x="15" y="29"/>
                    <a:pt x="15" y="2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6" y="24"/>
                    <a:pt x="5" y="29"/>
                    <a:pt x="5" y="34"/>
                  </a:cubicBezTo>
                  <a:cubicBezTo>
                    <a:pt x="5" y="39"/>
                    <a:pt x="6" y="43"/>
                    <a:pt x="8" y="47"/>
                  </a:cubicBezTo>
                  <a:lnTo>
                    <a:pt x="15" y="40"/>
                  </a:lnTo>
                  <a:close/>
                  <a:moveTo>
                    <a:pt x="48" y="34"/>
                  </a:moveTo>
                  <a:cubicBezTo>
                    <a:pt x="48" y="26"/>
                    <a:pt x="42" y="19"/>
                    <a:pt x="34" y="19"/>
                  </a:cubicBezTo>
                  <a:cubicBezTo>
                    <a:pt x="26" y="19"/>
                    <a:pt x="19" y="26"/>
                    <a:pt x="19" y="34"/>
                  </a:cubicBezTo>
                  <a:cubicBezTo>
                    <a:pt x="19" y="42"/>
                    <a:pt x="26" y="48"/>
                    <a:pt x="34" y="48"/>
                  </a:cubicBezTo>
                  <a:cubicBezTo>
                    <a:pt x="42" y="48"/>
                    <a:pt x="48" y="42"/>
                    <a:pt x="48" y="34"/>
                  </a:cubicBezTo>
                  <a:close/>
                  <a:moveTo>
                    <a:pt x="20" y="8"/>
                  </a:moveTo>
                  <a:cubicBezTo>
                    <a:pt x="27" y="15"/>
                    <a:pt x="27" y="15"/>
                    <a:pt x="27" y="15"/>
                  </a:cubicBezTo>
                  <a:cubicBezTo>
                    <a:pt x="29" y="15"/>
                    <a:pt x="32" y="14"/>
                    <a:pt x="34" y="14"/>
                  </a:cubicBezTo>
                  <a:cubicBezTo>
                    <a:pt x="36" y="14"/>
                    <a:pt x="38" y="15"/>
                    <a:pt x="40" y="15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3" y="6"/>
                    <a:pt x="39" y="5"/>
                    <a:pt x="34" y="5"/>
                  </a:cubicBezTo>
                  <a:cubicBezTo>
                    <a:pt x="29" y="5"/>
                    <a:pt x="24" y="6"/>
                    <a:pt x="20" y="8"/>
                  </a:cubicBezTo>
                  <a:close/>
                  <a:moveTo>
                    <a:pt x="47" y="59"/>
                  </a:moveTo>
                  <a:cubicBezTo>
                    <a:pt x="40" y="52"/>
                    <a:pt x="40" y="52"/>
                    <a:pt x="40" y="52"/>
                  </a:cubicBezTo>
                  <a:cubicBezTo>
                    <a:pt x="38" y="53"/>
                    <a:pt x="36" y="53"/>
                    <a:pt x="34" y="53"/>
                  </a:cubicBezTo>
                  <a:cubicBezTo>
                    <a:pt x="32" y="53"/>
                    <a:pt x="29" y="53"/>
                    <a:pt x="27" y="52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4" y="62"/>
                    <a:pt x="29" y="63"/>
                    <a:pt x="34" y="63"/>
                  </a:cubicBezTo>
                  <a:cubicBezTo>
                    <a:pt x="39" y="63"/>
                    <a:pt x="43" y="62"/>
                    <a:pt x="47" y="59"/>
                  </a:cubicBezTo>
                  <a:close/>
                  <a:moveTo>
                    <a:pt x="60" y="47"/>
                  </a:moveTo>
                  <a:cubicBezTo>
                    <a:pt x="62" y="43"/>
                    <a:pt x="63" y="39"/>
                    <a:pt x="63" y="34"/>
                  </a:cubicBezTo>
                  <a:cubicBezTo>
                    <a:pt x="63" y="29"/>
                    <a:pt x="62" y="24"/>
                    <a:pt x="60" y="20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3" y="29"/>
                    <a:pt x="53" y="32"/>
                    <a:pt x="53" y="34"/>
                  </a:cubicBezTo>
                  <a:cubicBezTo>
                    <a:pt x="53" y="36"/>
                    <a:pt x="53" y="38"/>
                    <a:pt x="52" y="40"/>
                  </a:cubicBezTo>
                  <a:lnTo>
                    <a:pt x="60" y="4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0" name="Freeform: Shape 34"/>
            <p:cNvSpPr>
              <a:spLocks/>
            </p:cNvSpPr>
            <p:nvPr/>
          </p:nvSpPr>
          <p:spPr bwMode="auto">
            <a:xfrm>
              <a:off x="4390881" y="3533961"/>
              <a:ext cx="254090" cy="371212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16" y="74"/>
                </a:cxn>
                <a:cxn ang="0">
                  <a:pos x="35" y="102"/>
                </a:cxn>
                <a:cxn ang="0">
                  <a:pos x="54" y="74"/>
                </a:cxn>
                <a:cxn ang="0">
                  <a:pos x="70" y="35"/>
                </a:cxn>
                <a:cxn ang="0">
                  <a:pos x="35" y="0"/>
                </a:cxn>
                <a:cxn ang="0">
                  <a:pos x="43" y="87"/>
                </a:cxn>
                <a:cxn ang="0">
                  <a:pos x="27" y="89"/>
                </a:cxn>
                <a:cxn ang="0">
                  <a:pos x="26" y="83"/>
                </a:cxn>
                <a:cxn ang="0">
                  <a:pos x="26" y="83"/>
                </a:cxn>
                <a:cxn ang="0">
                  <a:pos x="45" y="80"/>
                </a:cxn>
                <a:cxn ang="0">
                  <a:pos x="44" y="83"/>
                </a:cxn>
                <a:cxn ang="0">
                  <a:pos x="43" y="87"/>
                </a:cxn>
                <a:cxn ang="0">
                  <a:pos x="25" y="79"/>
                </a:cxn>
                <a:cxn ang="0">
                  <a:pos x="23" y="73"/>
                </a:cxn>
                <a:cxn ang="0">
                  <a:pos x="47" y="73"/>
                </a:cxn>
                <a:cxn ang="0">
                  <a:pos x="46" y="77"/>
                </a:cxn>
                <a:cxn ang="0">
                  <a:pos x="25" y="79"/>
                </a:cxn>
                <a:cxn ang="0">
                  <a:pos x="35" y="96"/>
                </a:cxn>
                <a:cxn ang="0">
                  <a:pos x="29" y="92"/>
                </a:cxn>
                <a:cxn ang="0">
                  <a:pos x="42" y="90"/>
                </a:cxn>
                <a:cxn ang="0">
                  <a:pos x="35" y="96"/>
                </a:cxn>
                <a:cxn ang="0">
                  <a:pos x="50" y="67"/>
                </a:cxn>
                <a:cxn ang="0">
                  <a:pos x="20" y="67"/>
                </a:cxn>
                <a:cxn ang="0">
                  <a:pos x="15" y="57"/>
                </a:cxn>
                <a:cxn ang="0">
                  <a:pos x="6" y="35"/>
                </a:cxn>
                <a:cxn ang="0">
                  <a:pos x="35" y="6"/>
                </a:cxn>
                <a:cxn ang="0">
                  <a:pos x="64" y="35"/>
                </a:cxn>
                <a:cxn ang="0">
                  <a:pos x="55" y="57"/>
                </a:cxn>
                <a:cxn ang="0">
                  <a:pos x="50" y="67"/>
                </a:cxn>
                <a:cxn ang="0">
                  <a:pos x="50" y="67"/>
                </a:cxn>
                <a:cxn ang="0">
                  <a:pos x="50" y="67"/>
                </a:cxn>
              </a:cxnLst>
              <a:rect l="0" t="0" r="r" b="b"/>
              <a:pathLst>
                <a:path w="70" h="102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48"/>
                    <a:pt x="12" y="62"/>
                    <a:pt x="16" y="74"/>
                  </a:cubicBezTo>
                  <a:cubicBezTo>
                    <a:pt x="22" y="91"/>
                    <a:pt x="22" y="102"/>
                    <a:pt x="35" y="102"/>
                  </a:cubicBezTo>
                  <a:cubicBezTo>
                    <a:pt x="49" y="102"/>
                    <a:pt x="48" y="92"/>
                    <a:pt x="54" y="74"/>
                  </a:cubicBezTo>
                  <a:cubicBezTo>
                    <a:pt x="58" y="62"/>
                    <a:pt x="70" y="48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43" y="87"/>
                  </a:moveTo>
                  <a:cubicBezTo>
                    <a:pt x="27" y="89"/>
                    <a:pt x="27" y="89"/>
                    <a:pt x="27" y="89"/>
                  </a:cubicBezTo>
                  <a:cubicBezTo>
                    <a:pt x="27" y="87"/>
                    <a:pt x="26" y="85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5" y="82"/>
                    <a:pt x="44" y="83"/>
                  </a:cubicBezTo>
                  <a:cubicBezTo>
                    <a:pt x="44" y="84"/>
                    <a:pt x="44" y="86"/>
                    <a:pt x="43" y="87"/>
                  </a:cubicBezTo>
                  <a:close/>
                  <a:moveTo>
                    <a:pt x="25" y="79"/>
                  </a:moveTo>
                  <a:cubicBezTo>
                    <a:pt x="24" y="78"/>
                    <a:pt x="23" y="76"/>
                    <a:pt x="23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5"/>
                    <a:pt x="47" y="76"/>
                    <a:pt x="46" y="77"/>
                  </a:cubicBezTo>
                  <a:lnTo>
                    <a:pt x="25" y="79"/>
                  </a:lnTo>
                  <a:close/>
                  <a:moveTo>
                    <a:pt x="35" y="96"/>
                  </a:moveTo>
                  <a:cubicBezTo>
                    <a:pt x="32" y="96"/>
                    <a:pt x="30" y="95"/>
                    <a:pt x="29" y="92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0" y="95"/>
                    <a:pt x="39" y="96"/>
                    <a:pt x="35" y="96"/>
                  </a:cubicBezTo>
                  <a:close/>
                  <a:moveTo>
                    <a:pt x="50" y="67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19" y="64"/>
                    <a:pt x="17" y="60"/>
                    <a:pt x="15" y="57"/>
                  </a:cubicBezTo>
                  <a:cubicBezTo>
                    <a:pt x="11" y="49"/>
                    <a:pt x="6" y="41"/>
                    <a:pt x="6" y="35"/>
                  </a:cubicBezTo>
                  <a:cubicBezTo>
                    <a:pt x="6" y="19"/>
                    <a:pt x="19" y="6"/>
                    <a:pt x="35" y="6"/>
                  </a:cubicBezTo>
                  <a:cubicBezTo>
                    <a:pt x="51" y="6"/>
                    <a:pt x="64" y="19"/>
                    <a:pt x="64" y="35"/>
                  </a:cubicBezTo>
                  <a:cubicBezTo>
                    <a:pt x="64" y="41"/>
                    <a:pt x="60" y="49"/>
                    <a:pt x="55" y="57"/>
                  </a:cubicBezTo>
                  <a:cubicBezTo>
                    <a:pt x="53" y="60"/>
                    <a:pt x="52" y="64"/>
                    <a:pt x="50" y="67"/>
                  </a:cubicBezTo>
                  <a:close/>
                  <a:moveTo>
                    <a:pt x="50" y="67"/>
                  </a:moveTo>
                  <a:cubicBezTo>
                    <a:pt x="50" y="67"/>
                    <a:pt x="50" y="67"/>
                    <a:pt x="50" y="6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اثر میکروسیلیس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47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6"/>
          <p:cNvGrpSpPr>
            <a:grpSpLocks noChangeAspect="1"/>
          </p:cNvGrpSpPr>
          <p:nvPr/>
        </p:nvGrpSpPr>
        <p:grpSpPr bwMode="auto">
          <a:xfrm>
            <a:off x="1331640" y="1938927"/>
            <a:ext cx="6328129" cy="2628489"/>
            <a:chOff x="-6" y="294"/>
            <a:chExt cx="5766" cy="2395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41" name="Freeform: Shape 27"/>
            <p:cNvSpPr>
              <a:spLocks/>
            </p:cNvSpPr>
            <p:nvPr/>
          </p:nvSpPr>
          <p:spPr bwMode="auto">
            <a:xfrm>
              <a:off x="-6" y="294"/>
              <a:ext cx="5766" cy="2395"/>
            </a:xfrm>
            <a:custGeom>
              <a:avLst/>
              <a:gdLst>
                <a:gd name="T0" fmla="*/ 2598 w 2844"/>
                <a:gd name="T1" fmla="*/ 731 h 1180"/>
                <a:gd name="T2" fmla="*/ 2416 w 2844"/>
                <a:gd name="T3" fmla="*/ 604 h 1180"/>
                <a:gd name="T4" fmla="*/ 2284 w 2844"/>
                <a:gd name="T5" fmla="*/ 556 h 1180"/>
                <a:gd name="T6" fmla="*/ 2162 w 2844"/>
                <a:gd name="T7" fmla="*/ 482 h 1180"/>
                <a:gd name="T8" fmla="*/ 2077 w 2844"/>
                <a:gd name="T9" fmla="*/ 458 h 1180"/>
                <a:gd name="T10" fmla="*/ 1861 w 2844"/>
                <a:gd name="T11" fmla="*/ 646 h 1180"/>
                <a:gd name="T12" fmla="*/ 1781 w 2844"/>
                <a:gd name="T13" fmla="*/ 461 h 1180"/>
                <a:gd name="T14" fmla="*/ 1552 w 2844"/>
                <a:gd name="T15" fmla="*/ 219 h 1180"/>
                <a:gd name="T16" fmla="*/ 1446 w 2844"/>
                <a:gd name="T17" fmla="*/ 123 h 1180"/>
                <a:gd name="T18" fmla="*/ 1341 w 2844"/>
                <a:gd name="T19" fmla="*/ 65 h 1180"/>
                <a:gd name="T20" fmla="*/ 1078 w 2844"/>
                <a:gd name="T21" fmla="*/ 497 h 1180"/>
                <a:gd name="T22" fmla="*/ 987 w 2844"/>
                <a:gd name="T23" fmla="*/ 538 h 1180"/>
                <a:gd name="T24" fmla="*/ 881 w 2844"/>
                <a:gd name="T25" fmla="*/ 481 h 1180"/>
                <a:gd name="T26" fmla="*/ 835 w 2844"/>
                <a:gd name="T27" fmla="*/ 425 h 1180"/>
                <a:gd name="T28" fmla="*/ 698 w 2844"/>
                <a:gd name="T29" fmla="*/ 313 h 1180"/>
                <a:gd name="T30" fmla="*/ 437 w 2844"/>
                <a:gd name="T31" fmla="*/ 541 h 1180"/>
                <a:gd name="T32" fmla="*/ 263 w 2844"/>
                <a:gd name="T33" fmla="*/ 535 h 1180"/>
                <a:gd name="T34" fmla="*/ 7 w 2844"/>
                <a:gd name="T35" fmla="*/ 880 h 1180"/>
                <a:gd name="T36" fmla="*/ 253 w 2844"/>
                <a:gd name="T37" fmla="*/ 628 h 1180"/>
                <a:gd name="T38" fmla="*/ 321 w 2844"/>
                <a:gd name="T39" fmla="*/ 522 h 1180"/>
                <a:gd name="T40" fmla="*/ 460 w 2844"/>
                <a:gd name="T41" fmla="*/ 572 h 1180"/>
                <a:gd name="T42" fmla="*/ 688 w 2844"/>
                <a:gd name="T43" fmla="*/ 373 h 1180"/>
                <a:gd name="T44" fmla="*/ 816 w 2844"/>
                <a:gd name="T45" fmla="*/ 469 h 1180"/>
                <a:gd name="T46" fmla="*/ 957 w 2844"/>
                <a:gd name="T47" fmla="*/ 582 h 1180"/>
                <a:gd name="T48" fmla="*/ 940 w 2844"/>
                <a:gd name="T49" fmla="*/ 601 h 1180"/>
                <a:gd name="T50" fmla="*/ 658 w 2844"/>
                <a:gd name="T51" fmla="*/ 443 h 1180"/>
                <a:gd name="T52" fmla="*/ 552 w 2844"/>
                <a:gd name="T53" fmla="*/ 549 h 1180"/>
                <a:gd name="T54" fmla="*/ 716 w 2844"/>
                <a:gd name="T55" fmla="*/ 564 h 1180"/>
                <a:gd name="T56" fmla="*/ 824 w 2844"/>
                <a:gd name="T57" fmla="*/ 614 h 1180"/>
                <a:gd name="T58" fmla="*/ 779 w 2844"/>
                <a:gd name="T59" fmla="*/ 825 h 1180"/>
                <a:gd name="T60" fmla="*/ 684 w 2844"/>
                <a:gd name="T61" fmla="*/ 875 h 1180"/>
                <a:gd name="T62" fmla="*/ 531 w 2844"/>
                <a:gd name="T63" fmla="*/ 1116 h 1180"/>
                <a:gd name="T64" fmla="*/ 528 w 2844"/>
                <a:gd name="T65" fmla="*/ 1123 h 1180"/>
                <a:gd name="T66" fmla="*/ 664 w 2844"/>
                <a:gd name="T67" fmla="*/ 967 h 1180"/>
                <a:gd name="T68" fmla="*/ 758 w 2844"/>
                <a:gd name="T69" fmla="*/ 911 h 1180"/>
                <a:gd name="T70" fmla="*/ 932 w 2844"/>
                <a:gd name="T71" fmla="*/ 705 h 1180"/>
                <a:gd name="T72" fmla="*/ 1040 w 2844"/>
                <a:gd name="T73" fmla="*/ 564 h 1180"/>
                <a:gd name="T74" fmla="*/ 1157 w 2844"/>
                <a:gd name="T75" fmla="*/ 463 h 1180"/>
                <a:gd name="T76" fmla="*/ 1361 w 2844"/>
                <a:gd name="T77" fmla="*/ 119 h 1180"/>
                <a:gd name="T78" fmla="*/ 1420 w 2844"/>
                <a:gd name="T79" fmla="*/ 156 h 1180"/>
                <a:gd name="T80" fmla="*/ 1496 w 2844"/>
                <a:gd name="T81" fmla="*/ 220 h 1180"/>
                <a:gd name="T82" fmla="*/ 1702 w 2844"/>
                <a:gd name="T83" fmla="*/ 467 h 1180"/>
                <a:gd name="T84" fmla="*/ 1778 w 2844"/>
                <a:gd name="T85" fmla="*/ 593 h 1180"/>
                <a:gd name="T86" fmla="*/ 2074 w 2844"/>
                <a:gd name="T87" fmla="*/ 921 h 1180"/>
                <a:gd name="T88" fmla="*/ 2271 w 2844"/>
                <a:gd name="T89" fmla="*/ 1146 h 1180"/>
                <a:gd name="T90" fmla="*/ 2332 w 2844"/>
                <a:gd name="T91" fmla="*/ 1165 h 1180"/>
                <a:gd name="T92" fmla="*/ 2091 w 2844"/>
                <a:gd name="T93" fmla="*/ 872 h 1180"/>
                <a:gd name="T94" fmla="*/ 1928 w 2844"/>
                <a:gd name="T95" fmla="*/ 705 h 1180"/>
                <a:gd name="T96" fmla="*/ 1983 w 2844"/>
                <a:gd name="T97" fmla="*/ 665 h 1180"/>
                <a:gd name="T98" fmla="*/ 2087 w 2844"/>
                <a:gd name="T99" fmla="*/ 524 h 1180"/>
                <a:gd name="T100" fmla="*/ 2206 w 2844"/>
                <a:gd name="T101" fmla="*/ 518 h 1180"/>
                <a:gd name="T102" fmla="*/ 2374 w 2844"/>
                <a:gd name="T103" fmla="*/ 668 h 1180"/>
                <a:gd name="T104" fmla="*/ 2547 w 2844"/>
                <a:gd name="T105" fmla="*/ 802 h 1180"/>
                <a:gd name="T106" fmla="*/ 2735 w 2844"/>
                <a:gd name="T107" fmla="*/ 891 h 1180"/>
                <a:gd name="T108" fmla="*/ 2840 w 2844"/>
                <a:gd name="T109" fmla="*/ 937 h 1180"/>
                <a:gd name="T110" fmla="*/ 663 w 2844"/>
                <a:gd name="T111" fmla="*/ 938 h 1180"/>
                <a:gd name="T112" fmla="*/ 1883 w 2844"/>
                <a:gd name="T113" fmla="*/ 704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44" h="1180">
                  <a:moveTo>
                    <a:pt x="2840" y="937"/>
                  </a:moveTo>
                  <a:cubicBezTo>
                    <a:pt x="2749" y="886"/>
                    <a:pt x="2683" y="800"/>
                    <a:pt x="2606" y="731"/>
                  </a:cubicBezTo>
                  <a:cubicBezTo>
                    <a:pt x="2604" y="729"/>
                    <a:pt x="2600" y="729"/>
                    <a:pt x="2598" y="731"/>
                  </a:cubicBezTo>
                  <a:cubicBezTo>
                    <a:pt x="2562" y="766"/>
                    <a:pt x="2510" y="711"/>
                    <a:pt x="2485" y="686"/>
                  </a:cubicBezTo>
                  <a:cubicBezTo>
                    <a:pt x="2470" y="670"/>
                    <a:pt x="2454" y="653"/>
                    <a:pt x="2442" y="635"/>
                  </a:cubicBezTo>
                  <a:cubicBezTo>
                    <a:pt x="2435" y="625"/>
                    <a:pt x="2428" y="610"/>
                    <a:pt x="2416" y="604"/>
                  </a:cubicBezTo>
                  <a:cubicBezTo>
                    <a:pt x="2407" y="599"/>
                    <a:pt x="2396" y="605"/>
                    <a:pt x="2388" y="609"/>
                  </a:cubicBezTo>
                  <a:cubicBezTo>
                    <a:pt x="2371" y="618"/>
                    <a:pt x="2360" y="624"/>
                    <a:pt x="2342" y="618"/>
                  </a:cubicBezTo>
                  <a:cubicBezTo>
                    <a:pt x="2315" y="609"/>
                    <a:pt x="2299" y="579"/>
                    <a:pt x="2284" y="556"/>
                  </a:cubicBezTo>
                  <a:cubicBezTo>
                    <a:pt x="2271" y="535"/>
                    <a:pt x="2258" y="513"/>
                    <a:pt x="2237" y="498"/>
                  </a:cubicBezTo>
                  <a:cubicBezTo>
                    <a:pt x="2224" y="489"/>
                    <a:pt x="2210" y="488"/>
                    <a:pt x="2195" y="487"/>
                  </a:cubicBezTo>
                  <a:cubicBezTo>
                    <a:pt x="2184" y="486"/>
                    <a:pt x="2173" y="485"/>
                    <a:pt x="2162" y="482"/>
                  </a:cubicBezTo>
                  <a:cubicBezTo>
                    <a:pt x="2150" y="478"/>
                    <a:pt x="2142" y="469"/>
                    <a:pt x="2134" y="460"/>
                  </a:cubicBezTo>
                  <a:cubicBezTo>
                    <a:pt x="2128" y="452"/>
                    <a:pt x="2121" y="443"/>
                    <a:pt x="2111" y="441"/>
                  </a:cubicBezTo>
                  <a:cubicBezTo>
                    <a:pt x="2098" y="438"/>
                    <a:pt x="2086" y="450"/>
                    <a:pt x="2077" y="458"/>
                  </a:cubicBezTo>
                  <a:cubicBezTo>
                    <a:pt x="2048" y="484"/>
                    <a:pt x="2029" y="520"/>
                    <a:pt x="2005" y="551"/>
                  </a:cubicBezTo>
                  <a:cubicBezTo>
                    <a:pt x="1971" y="596"/>
                    <a:pt x="1933" y="642"/>
                    <a:pt x="1886" y="673"/>
                  </a:cubicBezTo>
                  <a:cubicBezTo>
                    <a:pt x="1877" y="664"/>
                    <a:pt x="1869" y="656"/>
                    <a:pt x="1861" y="646"/>
                  </a:cubicBezTo>
                  <a:cubicBezTo>
                    <a:pt x="1837" y="618"/>
                    <a:pt x="1813" y="581"/>
                    <a:pt x="1810" y="542"/>
                  </a:cubicBezTo>
                  <a:cubicBezTo>
                    <a:pt x="1809" y="526"/>
                    <a:pt x="1813" y="506"/>
                    <a:pt x="1806" y="490"/>
                  </a:cubicBezTo>
                  <a:cubicBezTo>
                    <a:pt x="1800" y="478"/>
                    <a:pt x="1791" y="469"/>
                    <a:pt x="1781" y="461"/>
                  </a:cubicBezTo>
                  <a:cubicBezTo>
                    <a:pt x="1755" y="442"/>
                    <a:pt x="1726" y="430"/>
                    <a:pt x="1699" y="414"/>
                  </a:cubicBezTo>
                  <a:cubicBezTo>
                    <a:pt x="1666" y="393"/>
                    <a:pt x="1640" y="355"/>
                    <a:pt x="1618" y="324"/>
                  </a:cubicBezTo>
                  <a:cubicBezTo>
                    <a:pt x="1595" y="290"/>
                    <a:pt x="1574" y="254"/>
                    <a:pt x="1552" y="219"/>
                  </a:cubicBezTo>
                  <a:cubicBezTo>
                    <a:pt x="1542" y="203"/>
                    <a:pt x="1531" y="186"/>
                    <a:pt x="1520" y="170"/>
                  </a:cubicBezTo>
                  <a:cubicBezTo>
                    <a:pt x="1509" y="155"/>
                    <a:pt x="1498" y="138"/>
                    <a:pt x="1485" y="126"/>
                  </a:cubicBezTo>
                  <a:cubicBezTo>
                    <a:pt x="1470" y="113"/>
                    <a:pt x="1460" y="130"/>
                    <a:pt x="1446" y="123"/>
                  </a:cubicBezTo>
                  <a:cubicBezTo>
                    <a:pt x="1433" y="117"/>
                    <a:pt x="1429" y="94"/>
                    <a:pt x="1425" y="82"/>
                  </a:cubicBezTo>
                  <a:cubicBezTo>
                    <a:pt x="1420" y="61"/>
                    <a:pt x="1417" y="26"/>
                    <a:pt x="1397" y="13"/>
                  </a:cubicBezTo>
                  <a:cubicBezTo>
                    <a:pt x="1377" y="0"/>
                    <a:pt x="1348" y="55"/>
                    <a:pt x="1341" y="65"/>
                  </a:cubicBezTo>
                  <a:cubicBezTo>
                    <a:pt x="1314" y="105"/>
                    <a:pt x="1291" y="147"/>
                    <a:pt x="1267" y="189"/>
                  </a:cubicBezTo>
                  <a:cubicBezTo>
                    <a:pt x="1224" y="264"/>
                    <a:pt x="1183" y="342"/>
                    <a:pt x="1138" y="416"/>
                  </a:cubicBezTo>
                  <a:cubicBezTo>
                    <a:pt x="1121" y="445"/>
                    <a:pt x="1102" y="474"/>
                    <a:pt x="1078" y="497"/>
                  </a:cubicBezTo>
                  <a:cubicBezTo>
                    <a:pt x="1067" y="507"/>
                    <a:pt x="1052" y="517"/>
                    <a:pt x="1037" y="514"/>
                  </a:cubicBezTo>
                  <a:cubicBezTo>
                    <a:pt x="1028" y="512"/>
                    <a:pt x="1022" y="506"/>
                    <a:pt x="1013" y="509"/>
                  </a:cubicBezTo>
                  <a:cubicBezTo>
                    <a:pt x="1002" y="513"/>
                    <a:pt x="993" y="529"/>
                    <a:pt x="987" y="538"/>
                  </a:cubicBezTo>
                  <a:cubicBezTo>
                    <a:pt x="984" y="542"/>
                    <a:pt x="982" y="545"/>
                    <a:pt x="980" y="548"/>
                  </a:cubicBezTo>
                  <a:cubicBezTo>
                    <a:pt x="945" y="540"/>
                    <a:pt x="915" y="518"/>
                    <a:pt x="890" y="492"/>
                  </a:cubicBezTo>
                  <a:cubicBezTo>
                    <a:pt x="887" y="488"/>
                    <a:pt x="884" y="485"/>
                    <a:pt x="881" y="481"/>
                  </a:cubicBezTo>
                  <a:cubicBezTo>
                    <a:pt x="872" y="470"/>
                    <a:pt x="866" y="457"/>
                    <a:pt x="857" y="446"/>
                  </a:cubicBezTo>
                  <a:cubicBezTo>
                    <a:pt x="852" y="439"/>
                    <a:pt x="846" y="434"/>
                    <a:pt x="839" y="429"/>
                  </a:cubicBezTo>
                  <a:cubicBezTo>
                    <a:pt x="838" y="428"/>
                    <a:pt x="837" y="427"/>
                    <a:pt x="835" y="425"/>
                  </a:cubicBezTo>
                  <a:cubicBezTo>
                    <a:pt x="820" y="410"/>
                    <a:pt x="800" y="400"/>
                    <a:pt x="784" y="386"/>
                  </a:cubicBezTo>
                  <a:cubicBezTo>
                    <a:pt x="768" y="372"/>
                    <a:pt x="754" y="357"/>
                    <a:pt x="739" y="342"/>
                  </a:cubicBezTo>
                  <a:cubicBezTo>
                    <a:pt x="727" y="330"/>
                    <a:pt x="715" y="318"/>
                    <a:pt x="698" y="313"/>
                  </a:cubicBezTo>
                  <a:cubicBezTo>
                    <a:pt x="666" y="304"/>
                    <a:pt x="641" y="341"/>
                    <a:pt x="626" y="362"/>
                  </a:cubicBezTo>
                  <a:cubicBezTo>
                    <a:pt x="591" y="410"/>
                    <a:pt x="554" y="457"/>
                    <a:pt x="510" y="498"/>
                  </a:cubicBezTo>
                  <a:cubicBezTo>
                    <a:pt x="491" y="516"/>
                    <a:pt x="466" y="538"/>
                    <a:pt x="437" y="541"/>
                  </a:cubicBezTo>
                  <a:cubicBezTo>
                    <a:pt x="410" y="545"/>
                    <a:pt x="390" y="516"/>
                    <a:pt x="373" y="499"/>
                  </a:cubicBezTo>
                  <a:cubicBezTo>
                    <a:pt x="355" y="479"/>
                    <a:pt x="331" y="456"/>
                    <a:pt x="304" y="477"/>
                  </a:cubicBezTo>
                  <a:cubicBezTo>
                    <a:pt x="286" y="491"/>
                    <a:pt x="275" y="517"/>
                    <a:pt x="263" y="535"/>
                  </a:cubicBezTo>
                  <a:cubicBezTo>
                    <a:pt x="248" y="560"/>
                    <a:pt x="233" y="584"/>
                    <a:pt x="217" y="609"/>
                  </a:cubicBezTo>
                  <a:cubicBezTo>
                    <a:pt x="157" y="707"/>
                    <a:pt x="92" y="802"/>
                    <a:pt x="3" y="876"/>
                  </a:cubicBezTo>
                  <a:cubicBezTo>
                    <a:pt x="0" y="878"/>
                    <a:pt x="4" y="882"/>
                    <a:pt x="7" y="880"/>
                  </a:cubicBezTo>
                  <a:cubicBezTo>
                    <a:pt x="7" y="880"/>
                    <a:pt x="7" y="880"/>
                    <a:pt x="7" y="880"/>
                  </a:cubicBezTo>
                  <a:cubicBezTo>
                    <a:pt x="22" y="884"/>
                    <a:pt x="87" y="828"/>
                    <a:pt x="94" y="822"/>
                  </a:cubicBezTo>
                  <a:cubicBezTo>
                    <a:pt x="158" y="765"/>
                    <a:pt x="209" y="701"/>
                    <a:pt x="253" y="628"/>
                  </a:cubicBezTo>
                  <a:cubicBezTo>
                    <a:pt x="262" y="612"/>
                    <a:pt x="273" y="597"/>
                    <a:pt x="281" y="580"/>
                  </a:cubicBezTo>
                  <a:cubicBezTo>
                    <a:pt x="288" y="566"/>
                    <a:pt x="295" y="551"/>
                    <a:pt x="304" y="537"/>
                  </a:cubicBezTo>
                  <a:cubicBezTo>
                    <a:pt x="308" y="531"/>
                    <a:pt x="313" y="523"/>
                    <a:pt x="321" y="522"/>
                  </a:cubicBezTo>
                  <a:cubicBezTo>
                    <a:pt x="330" y="521"/>
                    <a:pt x="338" y="530"/>
                    <a:pt x="343" y="536"/>
                  </a:cubicBezTo>
                  <a:cubicBezTo>
                    <a:pt x="355" y="548"/>
                    <a:pt x="364" y="561"/>
                    <a:pt x="377" y="572"/>
                  </a:cubicBezTo>
                  <a:cubicBezTo>
                    <a:pt x="404" y="594"/>
                    <a:pt x="432" y="587"/>
                    <a:pt x="460" y="572"/>
                  </a:cubicBezTo>
                  <a:cubicBezTo>
                    <a:pt x="498" y="551"/>
                    <a:pt x="532" y="524"/>
                    <a:pt x="564" y="496"/>
                  </a:cubicBezTo>
                  <a:cubicBezTo>
                    <a:pt x="600" y="465"/>
                    <a:pt x="634" y="432"/>
                    <a:pt x="665" y="397"/>
                  </a:cubicBezTo>
                  <a:cubicBezTo>
                    <a:pt x="672" y="389"/>
                    <a:pt x="680" y="381"/>
                    <a:pt x="688" y="373"/>
                  </a:cubicBezTo>
                  <a:cubicBezTo>
                    <a:pt x="700" y="362"/>
                    <a:pt x="710" y="369"/>
                    <a:pt x="719" y="378"/>
                  </a:cubicBezTo>
                  <a:cubicBezTo>
                    <a:pt x="736" y="395"/>
                    <a:pt x="751" y="414"/>
                    <a:pt x="767" y="431"/>
                  </a:cubicBezTo>
                  <a:cubicBezTo>
                    <a:pt x="782" y="447"/>
                    <a:pt x="803" y="451"/>
                    <a:pt x="816" y="469"/>
                  </a:cubicBezTo>
                  <a:cubicBezTo>
                    <a:pt x="827" y="484"/>
                    <a:pt x="834" y="502"/>
                    <a:pt x="845" y="517"/>
                  </a:cubicBezTo>
                  <a:cubicBezTo>
                    <a:pt x="871" y="550"/>
                    <a:pt x="918" y="564"/>
                    <a:pt x="955" y="581"/>
                  </a:cubicBezTo>
                  <a:cubicBezTo>
                    <a:pt x="956" y="582"/>
                    <a:pt x="956" y="582"/>
                    <a:pt x="957" y="582"/>
                  </a:cubicBezTo>
                  <a:cubicBezTo>
                    <a:pt x="954" y="587"/>
                    <a:pt x="951" y="591"/>
                    <a:pt x="948" y="596"/>
                  </a:cubicBezTo>
                  <a:cubicBezTo>
                    <a:pt x="947" y="598"/>
                    <a:pt x="946" y="599"/>
                    <a:pt x="945" y="601"/>
                  </a:cubicBezTo>
                  <a:cubicBezTo>
                    <a:pt x="943" y="600"/>
                    <a:pt x="941" y="600"/>
                    <a:pt x="940" y="601"/>
                  </a:cubicBezTo>
                  <a:cubicBezTo>
                    <a:pt x="893" y="595"/>
                    <a:pt x="852" y="571"/>
                    <a:pt x="817" y="540"/>
                  </a:cubicBezTo>
                  <a:cubicBezTo>
                    <a:pt x="783" y="511"/>
                    <a:pt x="759" y="474"/>
                    <a:pt x="728" y="442"/>
                  </a:cubicBezTo>
                  <a:cubicBezTo>
                    <a:pt x="706" y="417"/>
                    <a:pt x="682" y="422"/>
                    <a:pt x="658" y="443"/>
                  </a:cubicBezTo>
                  <a:cubicBezTo>
                    <a:pt x="640" y="458"/>
                    <a:pt x="626" y="477"/>
                    <a:pt x="610" y="493"/>
                  </a:cubicBezTo>
                  <a:cubicBezTo>
                    <a:pt x="592" y="512"/>
                    <a:pt x="572" y="527"/>
                    <a:pt x="549" y="540"/>
                  </a:cubicBezTo>
                  <a:cubicBezTo>
                    <a:pt x="545" y="542"/>
                    <a:pt x="547" y="549"/>
                    <a:pt x="552" y="549"/>
                  </a:cubicBezTo>
                  <a:cubicBezTo>
                    <a:pt x="574" y="548"/>
                    <a:pt x="596" y="545"/>
                    <a:pt x="618" y="539"/>
                  </a:cubicBezTo>
                  <a:cubicBezTo>
                    <a:pt x="638" y="534"/>
                    <a:pt x="665" y="521"/>
                    <a:pt x="685" y="531"/>
                  </a:cubicBezTo>
                  <a:cubicBezTo>
                    <a:pt x="698" y="538"/>
                    <a:pt x="707" y="553"/>
                    <a:pt x="716" y="564"/>
                  </a:cubicBezTo>
                  <a:cubicBezTo>
                    <a:pt x="726" y="576"/>
                    <a:pt x="738" y="586"/>
                    <a:pt x="753" y="591"/>
                  </a:cubicBezTo>
                  <a:cubicBezTo>
                    <a:pt x="754" y="591"/>
                    <a:pt x="756" y="591"/>
                    <a:pt x="757" y="589"/>
                  </a:cubicBezTo>
                  <a:cubicBezTo>
                    <a:pt x="771" y="572"/>
                    <a:pt x="812" y="606"/>
                    <a:pt x="824" y="614"/>
                  </a:cubicBezTo>
                  <a:cubicBezTo>
                    <a:pt x="852" y="631"/>
                    <a:pt x="885" y="639"/>
                    <a:pt x="917" y="643"/>
                  </a:cubicBezTo>
                  <a:cubicBezTo>
                    <a:pt x="901" y="668"/>
                    <a:pt x="884" y="692"/>
                    <a:pt x="867" y="716"/>
                  </a:cubicBezTo>
                  <a:cubicBezTo>
                    <a:pt x="839" y="754"/>
                    <a:pt x="810" y="790"/>
                    <a:pt x="779" y="825"/>
                  </a:cubicBezTo>
                  <a:cubicBezTo>
                    <a:pt x="765" y="840"/>
                    <a:pt x="752" y="857"/>
                    <a:pt x="736" y="870"/>
                  </a:cubicBezTo>
                  <a:cubicBezTo>
                    <a:pt x="721" y="883"/>
                    <a:pt x="705" y="877"/>
                    <a:pt x="689" y="872"/>
                  </a:cubicBezTo>
                  <a:cubicBezTo>
                    <a:pt x="686" y="871"/>
                    <a:pt x="684" y="873"/>
                    <a:pt x="684" y="875"/>
                  </a:cubicBezTo>
                  <a:cubicBezTo>
                    <a:pt x="665" y="924"/>
                    <a:pt x="637" y="967"/>
                    <a:pt x="611" y="1012"/>
                  </a:cubicBezTo>
                  <a:cubicBezTo>
                    <a:pt x="590" y="1050"/>
                    <a:pt x="568" y="1091"/>
                    <a:pt x="531" y="1116"/>
                  </a:cubicBezTo>
                  <a:cubicBezTo>
                    <a:pt x="531" y="1116"/>
                    <a:pt x="531" y="1116"/>
                    <a:pt x="531" y="1116"/>
                  </a:cubicBezTo>
                  <a:cubicBezTo>
                    <a:pt x="530" y="1117"/>
                    <a:pt x="529" y="1117"/>
                    <a:pt x="528" y="1118"/>
                  </a:cubicBezTo>
                  <a:cubicBezTo>
                    <a:pt x="528" y="1118"/>
                    <a:pt x="528" y="1118"/>
                    <a:pt x="528" y="1118"/>
                  </a:cubicBezTo>
                  <a:cubicBezTo>
                    <a:pt x="526" y="1119"/>
                    <a:pt x="527" y="1122"/>
                    <a:pt x="528" y="1123"/>
                  </a:cubicBezTo>
                  <a:cubicBezTo>
                    <a:pt x="529" y="1124"/>
                    <a:pt x="531" y="1125"/>
                    <a:pt x="533" y="1124"/>
                  </a:cubicBezTo>
                  <a:cubicBezTo>
                    <a:pt x="569" y="1114"/>
                    <a:pt x="596" y="1084"/>
                    <a:pt x="619" y="1056"/>
                  </a:cubicBezTo>
                  <a:cubicBezTo>
                    <a:pt x="640" y="1030"/>
                    <a:pt x="649" y="996"/>
                    <a:pt x="664" y="967"/>
                  </a:cubicBezTo>
                  <a:cubicBezTo>
                    <a:pt x="672" y="952"/>
                    <a:pt x="682" y="937"/>
                    <a:pt x="696" y="927"/>
                  </a:cubicBezTo>
                  <a:cubicBezTo>
                    <a:pt x="706" y="920"/>
                    <a:pt x="720" y="921"/>
                    <a:pt x="732" y="920"/>
                  </a:cubicBezTo>
                  <a:cubicBezTo>
                    <a:pt x="741" y="919"/>
                    <a:pt x="750" y="916"/>
                    <a:pt x="758" y="911"/>
                  </a:cubicBezTo>
                  <a:cubicBezTo>
                    <a:pt x="773" y="903"/>
                    <a:pt x="785" y="889"/>
                    <a:pt x="795" y="876"/>
                  </a:cubicBezTo>
                  <a:cubicBezTo>
                    <a:pt x="810" y="858"/>
                    <a:pt x="824" y="840"/>
                    <a:pt x="839" y="822"/>
                  </a:cubicBezTo>
                  <a:cubicBezTo>
                    <a:pt x="870" y="783"/>
                    <a:pt x="901" y="744"/>
                    <a:pt x="932" y="705"/>
                  </a:cubicBezTo>
                  <a:cubicBezTo>
                    <a:pt x="945" y="688"/>
                    <a:pt x="957" y="670"/>
                    <a:pt x="970" y="652"/>
                  </a:cubicBezTo>
                  <a:cubicBezTo>
                    <a:pt x="981" y="635"/>
                    <a:pt x="994" y="620"/>
                    <a:pt x="1005" y="602"/>
                  </a:cubicBezTo>
                  <a:cubicBezTo>
                    <a:pt x="1013" y="588"/>
                    <a:pt x="1023" y="570"/>
                    <a:pt x="1040" y="564"/>
                  </a:cubicBezTo>
                  <a:cubicBezTo>
                    <a:pt x="1048" y="561"/>
                    <a:pt x="1056" y="568"/>
                    <a:pt x="1064" y="567"/>
                  </a:cubicBezTo>
                  <a:cubicBezTo>
                    <a:pt x="1073" y="565"/>
                    <a:pt x="1080" y="562"/>
                    <a:pt x="1086" y="557"/>
                  </a:cubicBezTo>
                  <a:cubicBezTo>
                    <a:pt x="1116" y="532"/>
                    <a:pt x="1136" y="496"/>
                    <a:pt x="1157" y="463"/>
                  </a:cubicBezTo>
                  <a:cubicBezTo>
                    <a:pt x="1181" y="423"/>
                    <a:pt x="1209" y="385"/>
                    <a:pt x="1234" y="345"/>
                  </a:cubicBezTo>
                  <a:cubicBezTo>
                    <a:pt x="1260" y="303"/>
                    <a:pt x="1286" y="260"/>
                    <a:pt x="1310" y="217"/>
                  </a:cubicBezTo>
                  <a:cubicBezTo>
                    <a:pt x="1328" y="185"/>
                    <a:pt x="1341" y="150"/>
                    <a:pt x="1361" y="119"/>
                  </a:cubicBezTo>
                  <a:cubicBezTo>
                    <a:pt x="1366" y="111"/>
                    <a:pt x="1372" y="104"/>
                    <a:pt x="1382" y="101"/>
                  </a:cubicBezTo>
                  <a:cubicBezTo>
                    <a:pt x="1390" y="98"/>
                    <a:pt x="1396" y="109"/>
                    <a:pt x="1399" y="115"/>
                  </a:cubicBezTo>
                  <a:cubicBezTo>
                    <a:pt x="1407" y="129"/>
                    <a:pt x="1413" y="143"/>
                    <a:pt x="1420" y="156"/>
                  </a:cubicBezTo>
                  <a:cubicBezTo>
                    <a:pt x="1426" y="167"/>
                    <a:pt x="1433" y="181"/>
                    <a:pt x="1445" y="185"/>
                  </a:cubicBezTo>
                  <a:cubicBezTo>
                    <a:pt x="1456" y="188"/>
                    <a:pt x="1467" y="188"/>
                    <a:pt x="1477" y="196"/>
                  </a:cubicBezTo>
                  <a:cubicBezTo>
                    <a:pt x="1485" y="202"/>
                    <a:pt x="1491" y="212"/>
                    <a:pt x="1496" y="220"/>
                  </a:cubicBezTo>
                  <a:cubicBezTo>
                    <a:pt x="1518" y="254"/>
                    <a:pt x="1540" y="286"/>
                    <a:pt x="1566" y="316"/>
                  </a:cubicBezTo>
                  <a:cubicBezTo>
                    <a:pt x="1599" y="352"/>
                    <a:pt x="1627" y="391"/>
                    <a:pt x="1660" y="427"/>
                  </a:cubicBezTo>
                  <a:cubicBezTo>
                    <a:pt x="1673" y="442"/>
                    <a:pt x="1687" y="455"/>
                    <a:pt x="1702" y="467"/>
                  </a:cubicBezTo>
                  <a:cubicBezTo>
                    <a:pt x="1717" y="480"/>
                    <a:pt x="1736" y="490"/>
                    <a:pt x="1750" y="504"/>
                  </a:cubicBezTo>
                  <a:cubicBezTo>
                    <a:pt x="1761" y="514"/>
                    <a:pt x="1764" y="529"/>
                    <a:pt x="1767" y="543"/>
                  </a:cubicBezTo>
                  <a:cubicBezTo>
                    <a:pt x="1770" y="559"/>
                    <a:pt x="1774" y="576"/>
                    <a:pt x="1778" y="593"/>
                  </a:cubicBezTo>
                  <a:cubicBezTo>
                    <a:pt x="1787" y="623"/>
                    <a:pt x="1801" y="652"/>
                    <a:pt x="1819" y="679"/>
                  </a:cubicBezTo>
                  <a:cubicBezTo>
                    <a:pt x="1862" y="743"/>
                    <a:pt x="1926" y="791"/>
                    <a:pt x="1984" y="839"/>
                  </a:cubicBezTo>
                  <a:cubicBezTo>
                    <a:pt x="2015" y="865"/>
                    <a:pt x="2047" y="891"/>
                    <a:pt x="2074" y="921"/>
                  </a:cubicBezTo>
                  <a:cubicBezTo>
                    <a:pt x="2104" y="953"/>
                    <a:pt x="2129" y="989"/>
                    <a:pt x="2155" y="1024"/>
                  </a:cubicBezTo>
                  <a:cubicBezTo>
                    <a:pt x="2177" y="1056"/>
                    <a:pt x="2202" y="1087"/>
                    <a:pt x="2230" y="1114"/>
                  </a:cubicBezTo>
                  <a:cubicBezTo>
                    <a:pt x="2242" y="1127"/>
                    <a:pt x="2256" y="1137"/>
                    <a:pt x="2271" y="1146"/>
                  </a:cubicBezTo>
                  <a:cubicBezTo>
                    <a:pt x="2288" y="1155"/>
                    <a:pt x="2307" y="1164"/>
                    <a:pt x="2321" y="1177"/>
                  </a:cubicBezTo>
                  <a:cubicBezTo>
                    <a:pt x="2324" y="1180"/>
                    <a:pt x="2328" y="1179"/>
                    <a:pt x="2330" y="1176"/>
                  </a:cubicBezTo>
                  <a:cubicBezTo>
                    <a:pt x="2334" y="1175"/>
                    <a:pt x="2337" y="1168"/>
                    <a:pt x="2332" y="1165"/>
                  </a:cubicBezTo>
                  <a:cubicBezTo>
                    <a:pt x="2298" y="1142"/>
                    <a:pt x="2266" y="1117"/>
                    <a:pt x="2238" y="1088"/>
                  </a:cubicBezTo>
                  <a:cubicBezTo>
                    <a:pt x="2209" y="1059"/>
                    <a:pt x="2185" y="1025"/>
                    <a:pt x="2163" y="990"/>
                  </a:cubicBezTo>
                  <a:cubicBezTo>
                    <a:pt x="2138" y="951"/>
                    <a:pt x="2116" y="911"/>
                    <a:pt x="2091" y="872"/>
                  </a:cubicBezTo>
                  <a:cubicBezTo>
                    <a:pt x="2070" y="842"/>
                    <a:pt x="2046" y="815"/>
                    <a:pt x="2019" y="790"/>
                  </a:cubicBezTo>
                  <a:cubicBezTo>
                    <a:pt x="1989" y="761"/>
                    <a:pt x="1955" y="736"/>
                    <a:pt x="1923" y="708"/>
                  </a:cubicBezTo>
                  <a:cubicBezTo>
                    <a:pt x="1925" y="707"/>
                    <a:pt x="1926" y="706"/>
                    <a:pt x="1928" y="705"/>
                  </a:cubicBezTo>
                  <a:cubicBezTo>
                    <a:pt x="1945" y="696"/>
                    <a:pt x="1961" y="685"/>
                    <a:pt x="1975" y="673"/>
                  </a:cubicBezTo>
                  <a:cubicBezTo>
                    <a:pt x="1976" y="672"/>
                    <a:pt x="1977" y="672"/>
                    <a:pt x="1978" y="671"/>
                  </a:cubicBezTo>
                  <a:cubicBezTo>
                    <a:pt x="1981" y="670"/>
                    <a:pt x="1982" y="667"/>
                    <a:pt x="1983" y="665"/>
                  </a:cubicBezTo>
                  <a:cubicBezTo>
                    <a:pt x="2000" y="649"/>
                    <a:pt x="2015" y="630"/>
                    <a:pt x="2029" y="612"/>
                  </a:cubicBezTo>
                  <a:cubicBezTo>
                    <a:pt x="2038" y="600"/>
                    <a:pt x="2046" y="588"/>
                    <a:pt x="2054" y="576"/>
                  </a:cubicBezTo>
                  <a:cubicBezTo>
                    <a:pt x="2066" y="559"/>
                    <a:pt x="2077" y="542"/>
                    <a:pt x="2087" y="524"/>
                  </a:cubicBezTo>
                  <a:cubicBezTo>
                    <a:pt x="2095" y="511"/>
                    <a:pt x="2104" y="497"/>
                    <a:pt x="2110" y="482"/>
                  </a:cubicBezTo>
                  <a:cubicBezTo>
                    <a:pt x="2121" y="492"/>
                    <a:pt x="2132" y="502"/>
                    <a:pt x="2146" y="508"/>
                  </a:cubicBezTo>
                  <a:cubicBezTo>
                    <a:pt x="2165" y="517"/>
                    <a:pt x="2186" y="515"/>
                    <a:pt x="2206" y="518"/>
                  </a:cubicBezTo>
                  <a:cubicBezTo>
                    <a:pt x="2243" y="525"/>
                    <a:pt x="2266" y="571"/>
                    <a:pt x="2283" y="600"/>
                  </a:cubicBezTo>
                  <a:cubicBezTo>
                    <a:pt x="2297" y="622"/>
                    <a:pt x="2314" y="658"/>
                    <a:pt x="2340" y="668"/>
                  </a:cubicBezTo>
                  <a:cubicBezTo>
                    <a:pt x="2351" y="672"/>
                    <a:pt x="2362" y="670"/>
                    <a:pt x="2374" y="668"/>
                  </a:cubicBezTo>
                  <a:cubicBezTo>
                    <a:pt x="2387" y="665"/>
                    <a:pt x="2401" y="657"/>
                    <a:pt x="2412" y="669"/>
                  </a:cubicBezTo>
                  <a:cubicBezTo>
                    <a:pt x="2433" y="694"/>
                    <a:pt x="2448" y="723"/>
                    <a:pt x="2469" y="748"/>
                  </a:cubicBezTo>
                  <a:cubicBezTo>
                    <a:pt x="2490" y="772"/>
                    <a:pt x="2516" y="794"/>
                    <a:pt x="2547" y="802"/>
                  </a:cubicBezTo>
                  <a:cubicBezTo>
                    <a:pt x="2563" y="805"/>
                    <a:pt x="2577" y="802"/>
                    <a:pt x="2593" y="801"/>
                  </a:cubicBezTo>
                  <a:cubicBezTo>
                    <a:pt x="2608" y="800"/>
                    <a:pt x="2618" y="807"/>
                    <a:pt x="2630" y="816"/>
                  </a:cubicBezTo>
                  <a:cubicBezTo>
                    <a:pt x="2663" y="844"/>
                    <a:pt x="2699" y="867"/>
                    <a:pt x="2735" y="891"/>
                  </a:cubicBezTo>
                  <a:cubicBezTo>
                    <a:pt x="2767" y="913"/>
                    <a:pt x="2799" y="933"/>
                    <a:pt x="2832" y="953"/>
                  </a:cubicBezTo>
                  <a:cubicBezTo>
                    <a:pt x="2837" y="956"/>
                    <a:pt x="2842" y="951"/>
                    <a:pt x="2841" y="946"/>
                  </a:cubicBezTo>
                  <a:cubicBezTo>
                    <a:pt x="2844" y="944"/>
                    <a:pt x="2844" y="939"/>
                    <a:pt x="2840" y="937"/>
                  </a:cubicBezTo>
                  <a:close/>
                  <a:moveTo>
                    <a:pt x="653" y="958"/>
                  </a:moveTo>
                  <a:cubicBezTo>
                    <a:pt x="652" y="959"/>
                    <a:pt x="651" y="960"/>
                    <a:pt x="650" y="961"/>
                  </a:cubicBezTo>
                  <a:cubicBezTo>
                    <a:pt x="655" y="954"/>
                    <a:pt x="659" y="946"/>
                    <a:pt x="663" y="938"/>
                  </a:cubicBezTo>
                  <a:cubicBezTo>
                    <a:pt x="660" y="945"/>
                    <a:pt x="657" y="951"/>
                    <a:pt x="653" y="958"/>
                  </a:cubicBezTo>
                  <a:close/>
                  <a:moveTo>
                    <a:pt x="1869" y="690"/>
                  </a:moveTo>
                  <a:cubicBezTo>
                    <a:pt x="1874" y="695"/>
                    <a:pt x="1878" y="700"/>
                    <a:pt x="1883" y="704"/>
                  </a:cubicBezTo>
                  <a:cubicBezTo>
                    <a:pt x="1883" y="705"/>
                    <a:pt x="1883" y="705"/>
                    <a:pt x="1884" y="706"/>
                  </a:cubicBezTo>
                  <a:cubicBezTo>
                    <a:pt x="1879" y="701"/>
                    <a:pt x="1874" y="696"/>
                    <a:pt x="1869" y="6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2" name="Freeform: Shape 28"/>
            <p:cNvSpPr>
              <a:spLocks/>
            </p:cNvSpPr>
            <p:nvPr/>
          </p:nvSpPr>
          <p:spPr bwMode="auto">
            <a:xfrm>
              <a:off x="2646" y="685"/>
              <a:ext cx="797" cy="792"/>
            </a:xfrm>
            <a:custGeom>
              <a:avLst/>
              <a:gdLst>
                <a:gd name="T0" fmla="*/ 391 w 393"/>
                <a:gd name="T1" fmla="*/ 383 h 390"/>
                <a:gd name="T2" fmla="*/ 172 w 393"/>
                <a:gd name="T3" fmla="*/ 112 h 390"/>
                <a:gd name="T4" fmla="*/ 113 w 393"/>
                <a:gd name="T5" fmla="*/ 45 h 390"/>
                <a:gd name="T6" fmla="*/ 73 w 393"/>
                <a:gd name="T7" fmla="*/ 2 h 390"/>
                <a:gd name="T8" fmla="*/ 45 w 393"/>
                <a:gd name="T9" fmla="*/ 24 h 390"/>
                <a:gd name="T10" fmla="*/ 13 w 393"/>
                <a:gd name="T11" fmla="*/ 79 h 390"/>
                <a:gd name="T12" fmla="*/ 12 w 393"/>
                <a:gd name="T13" fmla="*/ 81 h 390"/>
                <a:gd name="T14" fmla="*/ 11 w 393"/>
                <a:gd name="T15" fmla="*/ 83 h 390"/>
                <a:gd name="T16" fmla="*/ 48 w 393"/>
                <a:gd name="T17" fmla="*/ 135 h 390"/>
                <a:gd name="T18" fmla="*/ 140 w 393"/>
                <a:gd name="T19" fmla="*/ 177 h 390"/>
                <a:gd name="T20" fmla="*/ 268 w 393"/>
                <a:gd name="T21" fmla="*/ 256 h 390"/>
                <a:gd name="T22" fmla="*/ 384 w 393"/>
                <a:gd name="T23" fmla="*/ 386 h 390"/>
                <a:gd name="T24" fmla="*/ 391 w 393"/>
                <a:gd name="T25" fmla="*/ 383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3" h="390">
                  <a:moveTo>
                    <a:pt x="391" y="383"/>
                  </a:moveTo>
                  <a:cubicBezTo>
                    <a:pt x="357" y="266"/>
                    <a:pt x="265" y="184"/>
                    <a:pt x="172" y="112"/>
                  </a:cubicBezTo>
                  <a:cubicBezTo>
                    <a:pt x="147" y="92"/>
                    <a:pt x="128" y="73"/>
                    <a:pt x="113" y="45"/>
                  </a:cubicBezTo>
                  <a:cubicBezTo>
                    <a:pt x="105" y="29"/>
                    <a:pt x="94" y="5"/>
                    <a:pt x="73" y="2"/>
                  </a:cubicBezTo>
                  <a:cubicBezTo>
                    <a:pt x="59" y="0"/>
                    <a:pt x="50" y="14"/>
                    <a:pt x="45" y="24"/>
                  </a:cubicBezTo>
                  <a:cubicBezTo>
                    <a:pt x="35" y="42"/>
                    <a:pt x="30" y="66"/>
                    <a:pt x="13" y="79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1"/>
                    <a:pt x="11" y="82"/>
                    <a:pt x="11" y="83"/>
                  </a:cubicBezTo>
                  <a:cubicBezTo>
                    <a:pt x="0" y="106"/>
                    <a:pt x="31" y="125"/>
                    <a:pt x="48" y="135"/>
                  </a:cubicBezTo>
                  <a:cubicBezTo>
                    <a:pt x="77" y="152"/>
                    <a:pt x="109" y="164"/>
                    <a:pt x="140" y="177"/>
                  </a:cubicBezTo>
                  <a:cubicBezTo>
                    <a:pt x="187" y="195"/>
                    <a:pt x="230" y="225"/>
                    <a:pt x="268" y="256"/>
                  </a:cubicBezTo>
                  <a:cubicBezTo>
                    <a:pt x="313" y="293"/>
                    <a:pt x="352" y="337"/>
                    <a:pt x="384" y="386"/>
                  </a:cubicBezTo>
                  <a:cubicBezTo>
                    <a:pt x="386" y="390"/>
                    <a:pt x="393" y="388"/>
                    <a:pt x="391" y="3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3" name="Freeform: Shape 29"/>
            <p:cNvSpPr>
              <a:spLocks/>
            </p:cNvSpPr>
            <p:nvPr/>
          </p:nvSpPr>
          <p:spPr bwMode="auto">
            <a:xfrm>
              <a:off x="1855" y="1091"/>
              <a:ext cx="1071" cy="835"/>
            </a:xfrm>
            <a:custGeom>
              <a:avLst/>
              <a:gdLst>
                <a:gd name="T0" fmla="*/ 526 w 528"/>
                <a:gd name="T1" fmla="*/ 304 h 411"/>
                <a:gd name="T2" fmla="*/ 467 w 528"/>
                <a:gd name="T3" fmla="*/ 257 h 411"/>
                <a:gd name="T4" fmla="*/ 429 w 528"/>
                <a:gd name="T5" fmla="*/ 168 h 411"/>
                <a:gd name="T6" fmla="*/ 380 w 528"/>
                <a:gd name="T7" fmla="*/ 98 h 411"/>
                <a:gd name="T8" fmla="*/ 393 w 528"/>
                <a:gd name="T9" fmla="*/ 23 h 411"/>
                <a:gd name="T10" fmla="*/ 395 w 528"/>
                <a:gd name="T11" fmla="*/ 20 h 411"/>
                <a:gd name="T12" fmla="*/ 406 w 528"/>
                <a:gd name="T13" fmla="*/ 7 h 411"/>
                <a:gd name="T14" fmla="*/ 403 w 528"/>
                <a:gd name="T15" fmla="*/ 0 h 411"/>
                <a:gd name="T16" fmla="*/ 308 w 528"/>
                <a:gd name="T17" fmla="*/ 66 h 411"/>
                <a:gd name="T18" fmla="*/ 228 w 528"/>
                <a:gd name="T19" fmla="*/ 180 h 411"/>
                <a:gd name="T20" fmla="*/ 171 w 528"/>
                <a:gd name="T21" fmla="*/ 229 h 411"/>
                <a:gd name="T22" fmla="*/ 148 w 528"/>
                <a:gd name="T23" fmla="*/ 227 h 411"/>
                <a:gd name="T24" fmla="*/ 130 w 528"/>
                <a:gd name="T25" fmla="*/ 246 h 411"/>
                <a:gd name="T26" fmla="*/ 113 w 528"/>
                <a:gd name="T27" fmla="*/ 275 h 411"/>
                <a:gd name="T28" fmla="*/ 69 w 528"/>
                <a:gd name="T29" fmla="*/ 333 h 411"/>
                <a:gd name="T30" fmla="*/ 6 w 528"/>
                <a:gd name="T31" fmla="*/ 401 h 411"/>
                <a:gd name="T32" fmla="*/ 2 w 528"/>
                <a:gd name="T33" fmla="*/ 406 h 411"/>
                <a:gd name="T34" fmla="*/ 2 w 528"/>
                <a:gd name="T35" fmla="*/ 407 h 411"/>
                <a:gd name="T36" fmla="*/ 3 w 528"/>
                <a:gd name="T37" fmla="*/ 410 h 411"/>
                <a:gd name="T38" fmla="*/ 6 w 528"/>
                <a:gd name="T39" fmla="*/ 411 h 411"/>
                <a:gd name="T40" fmla="*/ 171 w 528"/>
                <a:gd name="T41" fmla="*/ 307 h 411"/>
                <a:gd name="T42" fmla="*/ 320 w 528"/>
                <a:gd name="T43" fmla="*/ 172 h 411"/>
                <a:gd name="T44" fmla="*/ 327 w 528"/>
                <a:gd name="T45" fmla="*/ 161 h 411"/>
                <a:gd name="T46" fmla="*/ 331 w 528"/>
                <a:gd name="T47" fmla="*/ 153 h 411"/>
                <a:gd name="T48" fmla="*/ 522 w 528"/>
                <a:gd name="T49" fmla="*/ 312 h 411"/>
                <a:gd name="T50" fmla="*/ 526 w 528"/>
                <a:gd name="T51" fmla="*/ 304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28" h="411">
                  <a:moveTo>
                    <a:pt x="526" y="304"/>
                  </a:moveTo>
                  <a:cubicBezTo>
                    <a:pt x="508" y="285"/>
                    <a:pt x="485" y="275"/>
                    <a:pt x="467" y="257"/>
                  </a:cubicBezTo>
                  <a:cubicBezTo>
                    <a:pt x="443" y="234"/>
                    <a:pt x="442" y="197"/>
                    <a:pt x="429" y="168"/>
                  </a:cubicBezTo>
                  <a:cubicBezTo>
                    <a:pt x="417" y="141"/>
                    <a:pt x="390" y="125"/>
                    <a:pt x="380" y="98"/>
                  </a:cubicBezTo>
                  <a:cubicBezTo>
                    <a:pt x="371" y="74"/>
                    <a:pt x="378" y="45"/>
                    <a:pt x="393" y="23"/>
                  </a:cubicBezTo>
                  <a:cubicBezTo>
                    <a:pt x="394" y="22"/>
                    <a:pt x="394" y="21"/>
                    <a:pt x="395" y="20"/>
                  </a:cubicBezTo>
                  <a:cubicBezTo>
                    <a:pt x="398" y="15"/>
                    <a:pt x="402" y="11"/>
                    <a:pt x="406" y="7"/>
                  </a:cubicBezTo>
                  <a:cubicBezTo>
                    <a:pt x="408" y="5"/>
                    <a:pt x="407" y="0"/>
                    <a:pt x="403" y="0"/>
                  </a:cubicBezTo>
                  <a:cubicBezTo>
                    <a:pt x="362" y="5"/>
                    <a:pt x="332" y="36"/>
                    <a:pt x="308" y="66"/>
                  </a:cubicBezTo>
                  <a:cubicBezTo>
                    <a:pt x="279" y="102"/>
                    <a:pt x="256" y="143"/>
                    <a:pt x="228" y="180"/>
                  </a:cubicBezTo>
                  <a:cubicBezTo>
                    <a:pt x="218" y="194"/>
                    <a:pt x="191" y="234"/>
                    <a:pt x="171" y="229"/>
                  </a:cubicBezTo>
                  <a:cubicBezTo>
                    <a:pt x="162" y="227"/>
                    <a:pt x="157" y="222"/>
                    <a:pt x="148" y="227"/>
                  </a:cubicBezTo>
                  <a:cubicBezTo>
                    <a:pt x="140" y="231"/>
                    <a:pt x="134" y="238"/>
                    <a:pt x="130" y="246"/>
                  </a:cubicBezTo>
                  <a:cubicBezTo>
                    <a:pt x="124" y="255"/>
                    <a:pt x="119" y="265"/>
                    <a:pt x="113" y="275"/>
                  </a:cubicBezTo>
                  <a:cubicBezTo>
                    <a:pt x="99" y="295"/>
                    <a:pt x="84" y="314"/>
                    <a:pt x="69" y="333"/>
                  </a:cubicBezTo>
                  <a:cubicBezTo>
                    <a:pt x="49" y="356"/>
                    <a:pt x="27" y="378"/>
                    <a:pt x="6" y="401"/>
                  </a:cubicBezTo>
                  <a:cubicBezTo>
                    <a:pt x="4" y="402"/>
                    <a:pt x="2" y="404"/>
                    <a:pt x="2" y="406"/>
                  </a:cubicBezTo>
                  <a:cubicBezTo>
                    <a:pt x="2" y="406"/>
                    <a:pt x="2" y="407"/>
                    <a:pt x="2" y="407"/>
                  </a:cubicBezTo>
                  <a:cubicBezTo>
                    <a:pt x="0" y="408"/>
                    <a:pt x="2" y="410"/>
                    <a:pt x="3" y="410"/>
                  </a:cubicBezTo>
                  <a:cubicBezTo>
                    <a:pt x="4" y="411"/>
                    <a:pt x="5" y="411"/>
                    <a:pt x="6" y="411"/>
                  </a:cubicBezTo>
                  <a:cubicBezTo>
                    <a:pt x="77" y="402"/>
                    <a:pt x="104" y="322"/>
                    <a:pt x="171" y="307"/>
                  </a:cubicBezTo>
                  <a:cubicBezTo>
                    <a:pt x="241" y="292"/>
                    <a:pt x="289" y="234"/>
                    <a:pt x="320" y="172"/>
                  </a:cubicBezTo>
                  <a:cubicBezTo>
                    <a:pt x="323" y="168"/>
                    <a:pt x="325" y="165"/>
                    <a:pt x="327" y="161"/>
                  </a:cubicBezTo>
                  <a:cubicBezTo>
                    <a:pt x="329" y="158"/>
                    <a:pt x="330" y="156"/>
                    <a:pt x="331" y="153"/>
                  </a:cubicBezTo>
                  <a:cubicBezTo>
                    <a:pt x="402" y="200"/>
                    <a:pt x="424" y="310"/>
                    <a:pt x="522" y="312"/>
                  </a:cubicBezTo>
                  <a:cubicBezTo>
                    <a:pt x="527" y="312"/>
                    <a:pt x="528" y="307"/>
                    <a:pt x="526" y="3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4" name="Freeform: Shape 30"/>
            <p:cNvSpPr>
              <a:spLocks/>
            </p:cNvSpPr>
            <p:nvPr/>
          </p:nvSpPr>
          <p:spPr bwMode="auto">
            <a:xfrm>
              <a:off x="176" y="1497"/>
              <a:ext cx="663" cy="579"/>
            </a:xfrm>
            <a:custGeom>
              <a:avLst/>
              <a:gdLst>
                <a:gd name="T0" fmla="*/ 327 w 327"/>
                <a:gd name="T1" fmla="*/ 73 h 285"/>
                <a:gd name="T2" fmla="*/ 257 w 327"/>
                <a:gd name="T3" fmla="*/ 3 h 285"/>
                <a:gd name="T4" fmla="*/ 224 w 327"/>
                <a:gd name="T5" fmla="*/ 20 h 285"/>
                <a:gd name="T6" fmla="*/ 213 w 327"/>
                <a:gd name="T7" fmla="*/ 46 h 285"/>
                <a:gd name="T8" fmla="*/ 194 w 327"/>
                <a:gd name="T9" fmla="*/ 84 h 285"/>
                <a:gd name="T10" fmla="*/ 109 w 327"/>
                <a:gd name="T11" fmla="*/ 199 h 285"/>
                <a:gd name="T12" fmla="*/ 5 w 327"/>
                <a:gd name="T13" fmla="*/ 271 h 285"/>
                <a:gd name="T14" fmla="*/ 3 w 327"/>
                <a:gd name="T15" fmla="*/ 276 h 285"/>
                <a:gd name="T16" fmla="*/ 4 w 327"/>
                <a:gd name="T17" fmla="*/ 283 h 285"/>
                <a:gd name="T18" fmla="*/ 24 w 327"/>
                <a:gd name="T19" fmla="*/ 281 h 285"/>
                <a:gd name="T20" fmla="*/ 60 w 327"/>
                <a:gd name="T21" fmla="*/ 268 h 285"/>
                <a:gd name="T22" fmla="*/ 157 w 327"/>
                <a:gd name="T23" fmla="*/ 203 h 285"/>
                <a:gd name="T24" fmla="*/ 233 w 327"/>
                <a:gd name="T25" fmla="*/ 124 h 285"/>
                <a:gd name="T26" fmla="*/ 263 w 327"/>
                <a:gd name="T27" fmla="*/ 86 h 285"/>
                <a:gd name="T28" fmla="*/ 324 w 327"/>
                <a:gd name="T29" fmla="*/ 78 h 285"/>
                <a:gd name="T30" fmla="*/ 327 w 327"/>
                <a:gd name="T31" fmla="*/ 73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7" h="285">
                  <a:moveTo>
                    <a:pt x="327" y="73"/>
                  </a:moveTo>
                  <a:cubicBezTo>
                    <a:pt x="317" y="44"/>
                    <a:pt x="287" y="11"/>
                    <a:pt x="257" y="3"/>
                  </a:cubicBezTo>
                  <a:cubicBezTo>
                    <a:pt x="242" y="0"/>
                    <a:pt x="231" y="8"/>
                    <a:pt x="224" y="20"/>
                  </a:cubicBezTo>
                  <a:cubicBezTo>
                    <a:pt x="219" y="28"/>
                    <a:pt x="216" y="37"/>
                    <a:pt x="213" y="46"/>
                  </a:cubicBezTo>
                  <a:cubicBezTo>
                    <a:pt x="209" y="60"/>
                    <a:pt x="202" y="72"/>
                    <a:pt x="194" y="84"/>
                  </a:cubicBezTo>
                  <a:cubicBezTo>
                    <a:pt x="168" y="123"/>
                    <a:pt x="139" y="162"/>
                    <a:pt x="109" y="199"/>
                  </a:cubicBezTo>
                  <a:cubicBezTo>
                    <a:pt x="84" y="229"/>
                    <a:pt x="48" y="272"/>
                    <a:pt x="5" y="271"/>
                  </a:cubicBezTo>
                  <a:cubicBezTo>
                    <a:pt x="2" y="271"/>
                    <a:pt x="1" y="274"/>
                    <a:pt x="3" y="276"/>
                  </a:cubicBezTo>
                  <a:cubicBezTo>
                    <a:pt x="0" y="277"/>
                    <a:pt x="0" y="281"/>
                    <a:pt x="4" y="283"/>
                  </a:cubicBezTo>
                  <a:cubicBezTo>
                    <a:pt x="9" y="285"/>
                    <a:pt x="19" y="282"/>
                    <a:pt x="24" y="281"/>
                  </a:cubicBezTo>
                  <a:cubicBezTo>
                    <a:pt x="37" y="279"/>
                    <a:pt x="49" y="274"/>
                    <a:pt x="60" y="268"/>
                  </a:cubicBezTo>
                  <a:cubicBezTo>
                    <a:pt x="95" y="252"/>
                    <a:pt x="128" y="227"/>
                    <a:pt x="157" y="203"/>
                  </a:cubicBezTo>
                  <a:cubicBezTo>
                    <a:pt x="186" y="180"/>
                    <a:pt x="211" y="153"/>
                    <a:pt x="233" y="124"/>
                  </a:cubicBezTo>
                  <a:cubicBezTo>
                    <a:pt x="242" y="111"/>
                    <a:pt x="251" y="97"/>
                    <a:pt x="263" y="86"/>
                  </a:cubicBezTo>
                  <a:cubicBezTo>
                    <a:pt x="280" y="69"/>
                    <a:pt x="303" y="83"/>
                    <a:pt x="324" y="78"/>
                  </a:cubicBezTo>
                  <a:cubicBezTo>
                    <a:pt x="326" y="78"/>
                    <a:pt x="327" y="75"/>
                    <a:pt x="327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5" name="Freeform: Shape 31"/>
            <p:cNvSpPr>
              <a:spLocks/>
            </p:cNvSpPr>
            <p:nvPr/>
          </p:nvSpPr>
          <p:spPr bwMode="auto">
            <a:xfrm>
              <a:off x="3436" y="1692"/>
              <a:ext cx="982" cy="875"/>
            </a:xfrm>
            <a:custGeom>
              <a:avLst/>
              <a:gdLst>
                <a:gd name="T0" fmla="*/ 481 w 484"/>
                <a:gd name="T1" fmla="*/ 423 h 431"/>
                <a:gd name="T2" fmla="*/ 361 w 484"/>
                <a:gd name="T3" fmla="*/ 300 h 431"/>
                <a:gd name="T4" fmla="*/ 259 w 484"/>
                <a:gd name="T5" fmla="*/ 179 h 431"/>
                <a:gd name="T6" fmla="*/ 112 w 484"/>
                <a:gd name="T7" fmla="*/ 110 h 431"/>
                <a:gd name="T8" fmla="*/ 21 w 484"/>
                <a:gd name="T9" fmla="*/ 26 h 431"/>
                <a:gd name="T10" fmla="*/ 17 w 484"/>
                <a:gd name="T11" fmla="*/ 17 h 431"/>
                <a:gd name="T12" fmla="*/ 12 w 484"/>
                <a:gd name="T13" fmla="*/ 6 h 431"/>
                <a:gd name="T14" fmla="*/ 3 w 484"/>
                <a:gd name="T15" fmla="*/ 12 h 431"/>
                <a:gd name="T16" fmla="*/ 17 w 484"/>
                <a:gd name="T17" fmla="*/ 46 h 431"/>
                <a:gd name="T18" fmla="*/ 23 w 484"/>
                <a:gd name="T19" fmla="*/ 66 h 431"/>
                <a:gd name="T20" fmla="*/ 53 w 484"/>
                <a:gd name="T21" fmla="*/ 115 h 431"/>
                <a:gd name="T22" fmla="*/ 100 w 484"/>
                <a:gd name="T23" fmla="*/ 166 h 431"/>
                <a:gd name="T24" fmla="*/ 121 w 484"/>
                <a:gd name="T25" fmla="*/ 248 h 431"/>
                <a:gd name="T26" fmla="*/ 174 w 484"/>
                <a:gd name="T27" fmla="*/ 366 h 431"/>
                <a:gd name="T28" fmla="*/ 279 w 484"/>
                <a:gd name="T29" fmla="*/ 413 h 431"/>
                <a:gd name="T30" fmla="*/ 280 w 484"/>
                <a:gd name="T31" fmla="*/ 406 h 431"/>
                <a:gd name="T32" fmla="*/ 181 w 484"/>
                <a:gd name="T33" fmla="*/ 294 h 431"/>
                <a:gd name="T34" fmla="*/ 179 w 484"/>
                <a:gd name="T35" fmla="*/ 252 h 431"/>
                <a:gd name="T36" fmla="*/ 181 w 484"/>
                <a:gd name="T37" fmla="*/ 247 h 431"/>
                <a:gd name="T38" fmla="*/ 183 w 484"/>
                <a:gd name="T39" fmla="*/ 245 h 431"/>
                <a:gd name="T40" fmla="*/ 194 w 484"/>
                <a:gd name="T41" fmla="*/ 238 h 431"/>
                <a:gd name="T42" fmla="*/ 263 w 484"/>
                <a:gd name="T43" fmla="*/ 250 h 431"/>
                <a:gd name="T44" fmla="*/ 358 w 484"/>
                <a:gd name="T45" fmla="*/ 359 h 431"/>
                <a:gd name="T46" fmla="*/ 477 w 484"/>
                <a:gd name="T47" fmla="*/ 430 h 431"/>
                <a:gd name="T48" fmla="*/ 481 w 484"/>
                <a:gd name="T49" fmla="*/ 423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4" h="431">
                  <a:moveTo>
                    <a:pt x="481" y="423"/>
                  </a:moveTo>
                  <a:cubicBezTo>
                    <a:pt x="438" y="384"/>
                    <a:pt x="395" y="348"/>
                    <a:pt x="361" y="300"/>
                  </a:cubicBezTo>
                  <a:cubicBezTo>
                    <a:pt x="331" y="255"/>
                    <a:pt x="303" y="211"/>
                    <a:pt x="259" y="179"/>
                  </a:cubicBezTo>
                  <a:cubicBezTo>
                    <a:pt x="215" y="147"/>
                    <a:pt x="163" y="128"/>
                    <a:pt x="112" y="110"/>
                  </a:cubicBezTo>
                  <a:cubicBezTo>
                    <a:pt x="70" y="96"/>
                    <a:pt x="42" y="63"/>
                    <a:pt x="21" y="26"/>
                  </a:cubicBezTo>
                  <a:cubicBezTo>
                    <a:pt x="20" y="23"/>
                    <a:pt x="19" y="20"/>
                    <a:pt x="17" y="17"/>
                  </a:cubicBezTo>
                  <a:cubicBezTo>
                    <a:pt x="15" y="14"/>
                    <a:pt x="13" y="10"/>
                    <a:pt x="12" y="6"/>
                  </a:cubicBezTo>
                  <a:cubicBezTo>
                    <a:pt x="9" y="0"/>
                    <a:pt x="0" y="6"/>
                    <a:pt x="3" y="12"/>
                  </a:cubicBezTo>
                  <a:cubicBezTo>
                    <a:pt x="7" y="22"/>
                    <a:pt x="11" y="35"/>
                    <a:pt x="17" y="46"/>
                  </a:cubicBezTo>
                  <a:cubicBezTo>
                    <a:pt x="19" y="52"/>
                    <a:pt x="20" y="59"/>
                    <a:pt x="23" y="66"/>
                  </a:cubicBezTo>
                  <a:cubicBezTo>
                    <a:pt x="29" y="85"/>
                    <a:pt x="39" y="101"/>
                    <a:pt x="53" y="115"/>
                  </a:cubicBezTo>
                  <a:cubicBezTo>
                    <a:pt x="69" y="132"/>
                    <a:pt x="88" y="146"/>
                    <a:pt x="100" y="166"/>
                  </a:cubicBezTo>
                  <a:cubicBezTo>
                    <a:pt x="116" y="190"/>
                    <a:pt x="118" y="220"/>
                    <a:pt x="121" y="248"/>
                  </a:cubicBezTo>
                  <a:cubicBezTo>
                    <a:pt x="126" y="294"/>
                    <a:pt x="143" y="332"/>
                    <a:pt x="174" y="366"/>
                  </a:cubicBezTo>
                  <a:cubicBezTo>
                    <a:pt x="200" y="396"/>
                    <a:pt x="238" y="421"/>
                    <a:pt x="279" y="413"/>
                  </a:cubicBezTo>
                  <a:cubicBezTo>
                    <a:pt x="283" y="413"/>
                    <a:pt x="283" y="408"/>
                    <a:pt x="280" y="406"/>
                  </a:cubicBezTo>
                  <a:cubicBezTo>
                    <a:pt x="239" y="375"/>
                    <a:pt x="198" y="344"/>
                    <a:pt x="181" y="294"/>
                  </a:cubicBezTo>
                  <a:cubicBezTo>
                    <a:pt x="177" y="281"/>
                    <a:pt x="174" y="265"/>
                    <a:pt x="179" y="252"/>
                  </a:cubicBezTo>
                  <a:cubicBezTo>
                    <a:pt x="180" y="251"/>
                    <a:pt x="180" y="249"/>
                    <a:pt x="181" y="247"/>
                  </a:cubicBezTo>
                  <a:cubicBezTo>
                    <a:pt x="182" y="247"/>
                    <a:pt x="183" y="246"/>
                    <a:pt x="183" y="245"/>
                  </a:cubicBezTo>
                  <a:cubicBezTo>
                    <a:pt x="186" y="242"/>
                    <a:pt x="189" y="240"/>
                    <a:pt x="194" y="238"/>
                  </a:cubicBezTo>
                  <a:cubicBezTo>
                    <a:pt x="216" y="229"/>
                    <a:pt x="244" y="239"/>
                    <a:pt x="263" y="250"/>
                  </a:cubicBezTo>
                  <a:cubicBezTo>
                    <a:pt x="305" y="275"/>
                    <a:pt x="328" y="323"/>
                    <a:pt x="358" y="359"/>
                  </a:cubicBezTo>
                  <a:cubicBezTo>
                    <a:pt x="389" y="396"/>
                    <a:pt x="431" y="418"/>
                    <a:pt x="477" y="430"/>
                  </a:cubicBezTo>
                  <a:cubicBezTo>
                    <a:pt x="481" y="431"/>
                    <a:pt x="484" y="426"/>
                    <a:pt x="481" y="4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6" name="Freeform: Shape 32"/>
            <p:cNvSpPr>
              <a:spLocks/>
            </p:cNvSpPr>
            <p:nvPr/>
          </p:nvSpPr>
          <p:spPr bwMode="auto">
            <a:xfrm>
              <a:off x="4280" y="1373"/>
              <a:ext cx="754" cy="652"/>
            </a:xfrm>
            <a:custGeom>
              <a:avLst/>
              <a:gdLst>
                <a:gd name="T0" fmla="*/ 368 w 372"/>
                <a:gd name="T1" fmla="*/ 313 h 321"/>
                <a:gd name="T2" fmla="*/ 311 w 372"/>
                <a:gd name="T3" fmla="*/ 276 h 321"/>
                <a:gd name="T4" fmla="*/ 272 w 372"/>
                <a:gd name="T5" fmla="*/ 220 h 321"/>
                <a:gd name="T6" fmla="*/ 197 w 372"/>
                <a:gd name="T7" fmla="*/ 155 h 321"/>
                <a:gd name="T8" fmla="*/ 137 w 372"/>
                <a:gd name="T9" fmla="*/ 127 h 321"/>
                <a:gd name="T10" fmla="*/ 102 w 372"/>
                <a:gd name="T11" fmla="*/ 73 h 321"/>
                <a:gd name="T12" fmla="*/ 70 w 372"/>
                <a:gd name="T13" fmla="*/ 21 h 321"/>
                <a:gd name="T14" fmla="*/ 49 w 372"/>
                <a:gd name="T15" fmla="*/ 5 h 321"/>
                <a:gd name="T16" fmla="*/ 6 w 372"/>
                <a:gd name="T17" fmla="*/ 1 h 321"/>
                <a:gd name="T18" fmla="*/ 4 w 372"/>
                <a:gd name="T19" fmla="*/ 4 h 321"/>
                <a:gd name="T20" fmla="*/ 3 w 372"/>
                <a:gd name="T21" fmla="*/ 6 h 321"/>
                <a:gd name="T22" fmla="*/ 23 w 372"/>
                <a:gd name="T23" fmla="*/ 66 h 321"/>
                <a:gd name="T24" fmla="*/ 10 w 372"/>
                <a:gd name="T25" fmla="*/ 152 h 321"/>
                <a:gd name="T26" fmla="*/ 16 w 372"/>
                <a:gd name="T27" fmla="*/ 158 h 321"/>
                <a:gd name="T28" fmla="*/ 60 w 372"/>
                <a:gd name="T29" fmla="*/ 106 h 321"/>
                <a:gd name="T30" fmla="*/ 62 w 372"/>
                <a:gd name="T31" fmla="*/ 101 h 321"/>
                <a:gd name="T32" fmla="*/ 117 w 372"/>
                <a:gd name="T33" fmla="*/ 186 h 321"/>
                <a:gd name="T34" fmla="*/ 174 w 372"/>
                <a:gd name="T35" fmla="*/ 198 h 321"/>
                <a:gd name="T36" fmla="*/ 187 w 372"/>
                <a:gd name="T37" fmla="*/ 201 h 321"/>
                <a:gd name="T38" fmla="*/ 207 w 372"/>
                <a:gd name="T39" fmla="*/ 209 h 321"/>
                <a:gd name="T40" fmla="*/ 225 w 372"/>
                <a:gd name="T41" fmla="*/ 221 h 321"/>
                <a:gd name="T42" fmla="*/ 287 w 372"/>
                <a:gd name="T43" fmla="*/ 288 h 321"/>
                <a:gd name="T44" fmla="*/ 367 w 372"/>
                <a:gd name="T45" fmla="*/ 321 h 321"/>
                <a:gd name="T46" fmla="*/ 368 w 372"/>
                <a:gd name="T47" fmla="*/ 31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72" h="321">
                  <a:moveTo>
                    <a:pt x="368" y="313"/>
                  </a:moveTo>
                  <a:cubicBezTo>
                    <a:pt x="347" y="304"/>
                    <a:pt x="327" y="292"/>
                    <a:pt x="311" y="276"/>
                  </a:cubicBezTo>
                  <a:cubicBezTo>
                    <a:pt x="295" y="260"/>
                    <a:pt x="284" y="240"/>
                    <a:pt x="272" y="220"/>
                  </a:cubicBezTo>
                  <a:cubicBezTo>
                    <a:pt x="254" y="190"/>
                    <a:pt x="233" y="165"/>
                    <a:pt x="197" y="155"/>
                  </a:cubicBezTo>
                  <a:cubicBezTo>
                    <a:pt x="174" y="149"/>
                    <a:pt x="155" y="145"/>
                    <a:pt x="137" y="127"/>
                  </a:cubicBezTo>
                  <a:cubicBezTo>
                    <a:pt x="122" y="111"/>
                    <a:pt x="112" y="91"/>
                    <a:pt x="102" y="73"/>
                  </a:cubicBezTo>
                  <a:cubicBezTo>
                    <a:pt x="92" y="55"/>
                    <a:pt x="82" y="37"/>
                    <a:pt x="70" y="21"/>
                  </a:cubicBezTo>
                  <a:cubicBezTo>
                    <a:pt x="65" y="15"/>
                    <a:pt x="56" y="7"/>
                    <a:pt x="49" y="5"/>
                  </a:cubicBezTo>
                  <a:cubicBezTo>
                    <a:pt x="34" y="1"/>
                    <a:pt x="20" y="5"/>
                    <a:pt x="6" y="1"/>
                  </a:cubicBezTo>
                  <a:cubicBezTo>
                    <a:pt x="4" y="0"/>
                    <a:pt x="2" y="3"/>
                    <a:pt x="4" y="4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0" y="27"/>
                    <a:pt x="17" y="48"/>
                    <a:pt x="23" y="66"/>
                  </a:cubicBezTo>
                  <a:cubicBezTo>
                    <a:pt x="33" y="95"/>
                    <a:pt x="21" y="126"/>
                    <a:pt x="10" y="152"/>
                  </a:cubicBezTo>
                  <a:cubicBezTo>
                    <a:pt x="9" y="155"/>
                    <a:pt x="13" y="159"/>
                    <a:pt x="16" y="158"/>
                  </a:cubicBezTo>
                  <a:cubicBezTo>
                    <a:pt x="40" y="149"/>
                    <a:pt x="53" y="129"/>
                    <a:pt x="60" y="106"/>
                  </a:cubicBezTo>
                  <a:cubicBezTo>
                    <a:pt x="60" y="104"/>
                    <a:pt x="61" y="103"/>
                    <a:pt x="62" y="101"/>
                  </a:cubicBezTo>
                  <a:cubicBezTo>
                    <a:pt x="82" y="130"/>
                    <a:pt x="80" y="169"/>
                    <a:pt x="117" y="186"/>
                  </a:cubicBezTo>
                  <a:cubicBezTo>
                    <a:pt x="134" y="194"/>
                    <a:pt x="155" y="195"/>
                    <a:pt x="174" y="198"/>
                  </a:cubicBezTo>
                  <a:cubicBezTo>
                    <a:pt x="179" y="198"/>
                    <a:pt x="183" y="199"/>
                    <a:pt x="187" y="201"/>
                  </a:cubicBezTo>
                  <a:cubicBezTo>
                    <a:pt x="194" y="203"/>
                    <a:pt x="201" y="206"/>
                    <a:pt x="207" y="209"/>
                  </a:cubicBezTo>
                  <a:cubicBezTo>
                    <a:pt x="213" y="212"/>
                    <a:pt x="219" y="216"/>
                    <a:pt x="225" y="221"/>
                  </a:cubicBezTo>
                  <a:cubicBezTo>
                    <a:pt x="249" y="240"/>
                    <a:pt x="265" y="266"/>
                    <a:pt x="287" y="288"/>
                  </a:cubicBezTo>
                  <a:cubicBezTo>
                    <a:pt x="309" y="310"/>
                    <a:pt x="336" y="321"/>
                    <a:pt x="367" y="321"/>
                  </a:cubicBezTo>
                  <a:cubicBezTo>
                    <a:pt x="372" y="321"/>
                    <a:pt x="372" y="314"/>
                    <a:pt x="368" y="3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7" name="Freeform: Shape 33"/>
            <p:cNvSpPr>
              <a:spLocks/>
            </p:cNvSpPr>
            <p:nvPr/>
          </p:nvSpPr>
          <p:spPr bwMode="auto">
            <a:xfrm>
              <a:off x="5146" y="1976"/>
              <a:ext cx="490" cy="262"/>
            </a:xfrm>
            <a:custGeom>
              <a:avLst/>
              <a:gdLst>
                <a:gd name="T0" fmla="*/ 238 w 242"/>
                <a:gd name="T1" fmla="*/ 121 h 129"/>
                <a:gd name="T2" fmla="*/ 109 w 242"/>
                <a:gd name="T3" fmla="*/ 42 h 129"/>
                <a:gd name="T4" fmla="*/ 79 w 242"/>
                <a:gd name="T5" fmla="*/ 16 h 129"/>
                <a:gd name="T6" fmla="*/ 37 w 242"/>
                <a:gd name="T7" fmla="*/ 3 h 129"/>
                <a:gd name="T8" fmla="*/ 33 w 242"/>
                <a:gd name="T9" fmla="*/ 3 h 129"/>
                <a:gd name="T10" fmla="*/ 31 w 242"/>
                <a:gd name="T11" fmla="*/ 4 h 129"/>
                <a:gd name="T12" fmla="*/ 16 w 242"/>
                <a:gd name="T13" fmla="*/ 14 h 129"/>
                <a:gd name="T14" fmla="*/ 8 w 242"/>
                <a:gd name="T15" fmla="*/ 48 h 129"/>
                <a:gd name="T16" fmla="*/ 73 w 242"/>
                <a:gd name="T17" fmla="*/ 64 h 129"/>
                <a:gd name="T18" fmla="*/ 117 w 242"/>
                <a:gd name="T19" fmla="*/ 83 h 129"/>
                <a:gd name="T20" fmla="*/ 155 w 242"/>
                <a:gd name="T21" fmla="*/ 105 h 129"/>
                <a:gd name="T22" fmla="*/ 172 w 242"/>
                <a:gd name="T23" fmla="*/ 114 h 129"/>
                <a:gd name="T24" fmla="*/ 195 w 242"/>
                <a:gd name="T25" fmla="*/ 122 h 129"/>
                <a:gd name="T26" fmla="*/ 236 w 242"/>
                <a:gd name="T27" fmla="*/ 129 h 129"/>
                <a:gd name="T28" fmla="*/ 238 w 242"/>
                <a:gd name="T29" fmla="*/ 12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2" h="129">
                  <a:moveTo>
                    <a:pt x="238" y="121"/>
                  </a:moveTo>
                  <a:cubicBezTo>
                    <a:pt x="192" y="101"/>
                    <a:pt x="145" y="76"/>
                    <a:pt x="109" y="42"/>
                  </a:cubicBezTo>
                  <a:cubicBezTo>
                    <a:pt x="100" y="35"/>
                    <a:pt x="90" y="24"/>
                    <a:pt x="79" y="16"/>
                  </a:cubicBezTo>
                  <a:cubicBezTo>
                    <a:pt x="67" y="6"/>
                    <a:pt x="53" y="0"/>
                    <a:pt x="37" y="3"/>
                  </a:cubicBezTo>
                  <a:cubicBezTo>
                    <a:pt x="36" y="2"/>
                    <a:pt x="35" y="2"/>
                    <a:pt x="33" y="3"/>
                  </a:cubicBezTo>
                  <a:cubicBezTo>
                    <a:pt x="33" y="3"/>
                    <a:pt x="32" y="4"/>
                    <a:pt x="31" y="4"/>
                  </a:cubicBezTo>
                  <a:cubicBezTo>
                    <a:pt x="25" y="6"/>
                    <a:pt x="20" y="10"/>
                    <a:pt x="16" y="14"/>
                  </a:cubicBezTo>
                  <a:cubicBezTo>
                    <a:pt x="6" y="23"/>
                    <a:pt x="0" y="34"/>
                    <a:pt x="8" y="48"/>
                  </a:cubicBezTo>
                  <a:cubicBezTo>
                    <a:pt x="19" y="69"/>
                    <a:pt x="54" y="62"/>
                    <a:pt x="73" y="64"/>
                  </a:cubicBezTo>
                  <a:cubicBezTo>
                    <a:pt x="88" y="65"/>
                    <a:pt x="103" y="75"/>
                    <a:pt x="117" y="83"/>
                  </a:cubicBezTo>
                  <a:cubicBezTo>
                    <a:pt x="130" y="90"/>
                    <a:pt x="142" y="98"/>
                    <a:pt x="155" y="105"/>
                  </a:cubicBezTo>
                  <a:cubicBezTo>
                    <a:pt x="161" y="109"/>
                    <a:pt x="167" y="111"/>
                    <a:pt x="172" y="114"/>
                  </a:cubicBezTo>
                  <a:cubicBezTo>
                    <a:pt x="180" y="118"/>
                    <a:pt x="187" y="121"/>
                    <a:pt x="195" y="122"/>
                  </a:cubicBezTo>
                  <a:cubicBezTo>
                    <a:pt x="208" y="126"/>
                    <a:pt x="221" y="128"/>
                    <a:pt x="236" y="129"/>
                  </a:cubicBezTo>
                  <a:cubicBezTo>
                    <a:pt x="240" y="129"/>
                    <a:pt x="242" y="122"/>
                    <a:pt x="238" y="1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844585" y="996702"/>
            <a:ext cx="4465508" cy="2105363"/>
            <a:chOff x="1844585" y="996702"/>
            <a:chExt cx="4465508" cy="2105363"/>
          </a:xfrm>
        </p:grpSpPr>
        <p:cxnSp>
          <p:nvCxnSpPr>
            <p:cNvPr id="5" name="Straight Connector 1"/>
            <p:cNvCxnSpPr/>
            <p:nvPr/>
          </p:nvCxnSpPr>
          <p:spPr>
            <a:xfrm>
              <a:off x="2056745" y="1699458"/>
              <a:ext cx="0" cy="1240839"/>
            </a:xfrm>
            <a:prstGeom prst="line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2"/>
            <p:cNvSpPr/>
            <p:nvPr/>
          </p:nvSpPr>
          <p:spPr>
            <a:xfrm>
              <a:off x="1906448" y="1545920"/>
              <a:ext cx="300595" cy="30059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cxnSp>
          <p:nvCxnSpPr>
            <p:cNvPr id="7" name="Straight Connector 3"/>
            <p:cNvCxnSpPr/>
            <p:nvPr/>
          </p:nvCxnSpPr>
          <p:spPr>
            <a:xfrm>
              <a:off x="2876965" y="1696218"/>
              <a:ext cx="0" cy="985829"/>
            </a:xfrm>
            <a:prstGeom prst="line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4"/>
            <p:cNvSpPr/>
            <p:nvPr/>
          </p:nvSpPr>
          <p:spPr>
            <a:xfrm>
              <a:off x="2726668" y="1544303"/>
              <a:ext cx="300595" cy="300595"/>
            </a:xfrm>
            <a:prstGeom prst="ellipse">
              <a:avLst/>
            </a:prstGeom>
            <a:solidFill>
              <a:schemeClr val="accent4"/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cxnSp>
          <p:nvCxnSpPr>
            <p:cNvPr id="9" name="Straight Connector 5"/>
            <p:cNvCxnSpPr/>
            <p:nvPr/>
          </p:nvCxnSpPr>
          <p:spPr>
            <a:xfrm>
              <a:off x="3604718" y="1694601"/>
              <a:ext cx="0" cy="1407464"/>
            </a:xfrm>
            <a:prstGeom prst="line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6"/>
            <p:cNvSpPr/>
            <p:nvPr/>
          </p:nvSpPr>
          <p:spPr>
            <a:xfrm>
              <a:off x="3454420" y="1543494"/>
              <a:ext cx="300595" cy="300595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cxnSp>
          <p:nvCxnSpPr>
            <p:cNvPr id="11" name="Straight Connector 7"/>
            <p:cNvCxnSpPr/>
            <p:nvPr/>
          </p:nvCxnSpPr>
          <p:spPr>
            <a:xfrm>
              <a:off x="4414664" y="1616145"/>
              <a:ext cx="0" cy="428412"/>
            </a:xfrm>
            <a:prstGeom prst="line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8"/>
            <p:cNvSpPr/>
            <p:nvPr/>
          </p:nvSpPr>
          <p:spPr>
            <a:xfrm>
              <a:off x="4271403" y="1539772"/>
              <a:ext cx="300595" cy="300595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cxnSp>
          <p:nvCxnSpPr>
            <p:cNvPr id="13" name="Straight Connector 9"/>
            <p:cNvCxnSpPr/>
            <p:nvPr/>
          </p:nvCxnSpPr>
          <p:spPr>
            <a:xfrm>
              <a:off x="6034457" y="1700343"/>
              <a:ext cx="0" cy="1192520"/>
            </a:xfrm>
            <a:prstGeom prst="line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0"/>
            <p:cNvSpPr/>
            <p:nvPr/>
          </p:nvSpPr>
          <p:spPr>
            <a:xfrm>
              <a:off x="5885301" y="1541909"/>
              <a:ext cx="300595" cy="300595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Rectangle 12"/>
            <p:cNvSpPr>
              <a:spLocks/>
            </p:cNvSpPr>
            <p:nvPr/>
          </p:nvSpPr>
          <p:spPr bwMode="auto">
            <a:xfrm>
              <a:off x="1844585" y="1156978"/>
              <a:ext cx="429205" cy="30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2667" b="1" i="0" u="none" strike="noStrike" kern="1200" cap="none" normalizeH="0" baseline="0" noProof="0" altLang="en-US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۰٫۱۵</a:t>
              </a:r>
            </a:p>
          </p:txBody>
        </p:sp>
        <p:sp>
          <p:nvSpPr>
            <p:cNvPr id="16" name="Rectangle 13"/>
            <p:cNvSpPr>
              <a:spLocks/>
            </p:cNvSpPr>
            <p:nvPr/>
          </p:nvSpPr>
          <p:spPr bwMode="auto">
            <a:xfrm>
              <a:off x="1857212" y="996702"/>
              <a:ext cx="403957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778495">
                      <a:lumMod val="75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µm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778495">
                    <a:lumMod val="7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Rectangle 15"/>
            <p:cNvSpPr>
              <a:spLocks/>
            </p:cNvSpPr>
            <p:nvPr/>
          </p:nvSpPr>
          <p:spPr bwMode="auto">
            <a:xfrm>
              <a:off x="2564886" y="1156978"/>
              <a:ext cx="624162" cy="30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2667" b="1" i="0" u="none" strike="noStrike" kern="1200" cap="none" normalizeH="0" baseline="0" noProof="0" altLang="en-US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۱۰۷۵</a:t>
              </a:r>
            </a:p>
          </p:txBody>
        </p:sp>
        <p:sp>
          <p:nvSpPr>
            <p:cNvPr id="18" name="Rectangle 16"/>
            <p:cNvSpPr>
              <a:spLocks/>
            </p:cNvSpPr>
            <p:nvPr/>
          </p:nvSpPr>
          <p:spPr bwMode="auto">
            <a:xfrm>
              <a:off x="2674990" y="996702"/>
              <a:ext cx="403957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778495">
                      <a:lumMod val="75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‎°C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778495">
                    <a:lumMod val="7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Rectangle 18"/>
            <p:cNvSpPr>
              <a:spLocks/>
            </p:cNvSpPr>
            <p:nvPr/>
          </p:nvSpPr>
          <p:spPr bwMode="auto">
            <a:xfrm>
              <a:off x="3372379" y="1156978"/>
              <a:ext cx="471283" cy="30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2667" b="1" i="0" u="none" strike="noStrike" kern="1200" cap="none" normalizeH="0" baseline="0" noProof="0" altLang="en-US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۲٫۵</a:t>
              </a:r>
            </a:p>
          </p:txBody>
        </p:sp>
        <p:sp>
          <p:nvSpPr>
            <p:cNvPr id="20" name="Rectangle 19"/>
            <p:cNvSpPr>
              <a:spLocks/>
            </p:cNvSpPr>
            <p:nvPr/>
          </p:nvSpPr>
          <p:spPr bwMode="auto">
            <a:xfrm>
              <a:off x="3406044" y="996702"/>
              <a:ext cx="403957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778495">
                      <a:lumMod val="75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µm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778495">
                    <a:lumMod val="7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1" name="Rectangle 21"/>
            <p:cNvSpPr>
              <a:spLocks/>
            </p:cNvSpPr>
            <p:nvPr/>
          </p:nvSpPr>
          <p:spPr bwMode="auto">
            <a:xfrm>
              <a:off x="4210325" y="1156978"/>
              <a:ext cx="429205" cy="30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2667" b="1" i="0" u="none" strike="noStrike" kern="1200" cap="none" normalizeH="0" baseline="0" noProof="0" altLang="en-US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۵</a:t>
              </a:r>
            </a:p>
          </p:txBody>
        </p:sp>
        <p:sp>
          <p:nvSpPr>
            <p:cNvPr id="22" name="Rectangle 22"/>
            <p:cNvSpPr>
              <a:spLocks/>
            </p:cNvSpPr>
            <p:nvPr/>
          </p:nvSpPr>
          <p:spPr bwMode="auto">
            <a:xfrm>
              <a:off x="4222955" y="996702"/>
              <a:ext cx="403957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778495">
                      <a:lumMod val="75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٪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778495">
                    <a:lumMod val="7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3" name="Rectangle 24"/>
            <p:cNvSpPr>
              <a:spLocks/>
            </p:cNvSpPr>
            <p:nvPr/>
          </p:nvSpPr>
          <p:spPr bwMode="auto">
            <a:xfrm>
              <a:off x="5838810" y="1156978"/>
              <a:ext cx="471283" cy="30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sz="2667" b="1" i="0" u="none" strike="noStrike" kern="1200" cap="none" normalizeH="0" baseline="0" noProof="0" altLang="en-US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۱۳۹۰</a:t>
              </a:r>
            </a:p>
          </p:txBody>
        </p:sp>
        <p:sp>
          <p:nvSpPr>
            <p:cNvPr id="24" name="Rectangle 25"/>
            <p:cNvSpPr>
              <a:spLocks/>
            </p:cNvSpPr>
            <p:nvPr/>
          </p:nvSpPr>
          <p:spPr bwMode="auto">
            <a:xfrm>
              <a:off x="5872472" y="996702"/>
              <a:ext cx="403957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anchor="t" anchorCtr="0" compatLnSpc="1">
              <a:prstTxWarp prst="textNoShape">
                <a:avLst/>
              </a:prstTxWarp>
              <a:normAutofit fontScale="85000"/>
            </a:bodyPr>
            <a:lstStyle/>
            <a:p>
              <a:pPr marL="0" marR="0" lvl="0" indent="0" algn="ctr" defTabSz="121917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778495">
                      <a:lumMod val="75000"/>
                    </a:srgbClr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‎°C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778495">
                    <a:lumMod val="7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25" name="Group 37"/>
          <p:cNvGrpSpPr/>
          <p:nvPr/>
        </p:nvGrpSpPr>
        <p:grpSpPr>
          <a:xfrm>
            <a:off x="750095" y="3705980"/>
            <a:ext cx="7643811" cy="642947"/>
            <a:chOff x="1446648" y="2161845"/>
            <a:chExt cx="11660559" cy="857262"/>
          </a:xfrm>
        </p:grpSpPr>
        <p:grpSp>
          <p:nvGrpSpPr>
            <p:cNvPr id="26" name="Group 38"/>
            <p:cNvGrpSpPr/>
            <p:nvPr/>
          </p:nvGrpSpPr>
          <p:grpSpPr>
            <a:xfrm>
              <a:off x="1446648" y="2161845"/>
              <a:ext cx="2213143" cy="857260"/>
              <a:chOff x="1732858" y="5001250"/>
              <a:chExt cx="2213143" cy="857260"/>
            </a:xfrm>
          </p:grpSpPr>
          <p:sp>
            <p:nvSpPr>
              <p:cNvPr id="39" name="TextBox 51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قطر میکروسیلیس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40" name="TextBox 52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ذرات کروی و آمورف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7" name="Group 39"/>
            <p:cNvGrpSpPr/>
            <p:nvPr/>
          </p:nvGrpSpPr>
          <p:grpSpPr>
            <a:xfrm>
              <a:off x="3808502" y="2161845"/>
              <a:ext cx="2213143" cy="857262"/>
              <a:chOff x="1732858" y="5001250"/>
              <a:chExt cx="2213143" cy="857262"/>
            </a:xfrm>
          </p:grpSpPr>
          <p:sp>
            <p:nvSpPr>
              <p:cNvPr id="37" name="TextBox 49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838383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کریستوبالیت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8" name="TextBox 50"/>
              <p:cNvSpPr txBox="1">
                <a:spLocks/>
              </p:cNvSpPr>
              <p:nvPr/>
            </p:nvSpPr>
            <p:spPr bwMode="auto">
              <a:xfrm>
                <a:off x="1732858" y="5284281"/>
                <a:ext cx="2213143" cy="574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میکروسیلیس از این دما کریستوبالیت می‌شود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8" name="Group 40"/>
            <p:cNvGrpSpPr/>
            <p:nvPr/>
          </p:nvGrpSpPr>
          <p:grpSpPr>
            <a:xfrm>
              <a:off x="6170356" y="2161845"/>
              <a:ext cx="2213143" cy="857260"/>
              <a:chOff x="1732858" y="5001250"/>
              <a:chExt cx="2213143" cy="857260"/>
            </a:xfrm>
          </p:grpSpPr>
          <p:sp>
            <p:nvSpPr>
              <p:cNvPr id="35" name="TextBox 47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D₅₀ آلومینای فعال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6" name="TextBox 48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ریزتر از سنگدانه؛ سطح ویژهٔ زیاد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29" name="Group 41"/>
            <p:cNvGrpSpPr/>
            <p:nvPr/>
          </p:nvGrpSpPr>
          <p:grpSpPr>
            <a:xfrm>
              <a:off x="8532210" y="2161845"/>
              <a:ext cx="2213143" cy="857260"/>
              <a:chOff x="1732858" y="5001250"/>
              <a:chExt cx="2213143" cy="857260"/>
            </a:xfrm>
          </p:grpSpPr>
          <p:sp>
            <p:nvSpPr>
              <p:cNvPr id="33" name="TextBox 45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838383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سل سیلیس بهینه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4" name="TextBox 46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بیشترین استحکام فشاری ملات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30" name="Group 42"/>
            <p:cNvGrpSpPr/>
            <p:nvPr/>
          </p:nvGrpSpPr>
          <p:grpSpPr>
            <a:xfrm>
              <a:off x="10894064" y="2161845"/>
              <a:ext cx="2213143" cy="857260"/>
              <a:chOff x="1732858" y="5001250"/>
              <a:chExt cx="2213143" cy="857260"/>
            </a:xfrm>
          </p:grpSpPr>
          <p:sp>
            <p:nvSpPr>
              <p:cNvPr id="31" name="TextBox 43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یوتکتیک CaO–Al₂O₃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32" name="TextBox 44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پایین‌ترین یوتکتیک؛ C₁₂A₇ + CA + مذاب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48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اعداد مهم ریزدانه‌ها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207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/>
          <p:nvPr/>
        </p:nvGrpSpPr>
        <p:grpSpPr>
          <a:xfrm>
            <a:off x="4021931" y="1288450"/>
            <a:ext cx="1100138" cy="2150250"/>
            <a:chOff x="5362575" y="1589918"/>
            <a:chExt cx="1466851" cy="2867000"/>
          </a:xfrm>
        </p:grpSpPr>
        <p:sp>
          <p:nvSpPr>
            <p:cNvPr id="21" name="Flowchart: Magnetic Disk 5"/>
            <p:cNvSpPr/>
            <p:nvPr/>
          </p:nvSpPr>
          <p:spPr>
            <a:xfrm>
              <a:off x="5362575" y="2821960"/>
              <a:ext cx="1466851" cy="1634958"/>
            </a:xfrm>
            <a:prstGeom prst="flowChartMagneticDisk">
              <a:avLst/>
            </a:prstGeom>
            <a:solidFill>
              <a:schemeClr val="accent6"/>
            </a:solidFill>
            <a:ln w="76200">
              <a:solidFill>
                <a:schemeClr val="bg1"/>
              </a:solidFill>
            </a:ln>
            <a:effectLst>
              <a:outerShdw dist="38100" dir="5400000" algn="t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2" name="Flowchart: Magnetic Disk 4"/>
            <p:cNvSpPr/>
            <p:nvPr/>
          </p:nvSpPr>
          <p:spPr>
            <a:xfrm>
              <a:off x="5362575" y="2411279"/>
              <a:ext cx="1466851" cy="607040"/>
            </a:xfrm>
            <a:prstGeom prst="flowChartMagneticDisk">
              <a:avLst/>
            </a:prstGeom>
            <a:solidFill>
              <a:schemeClr val="accent4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3" name="Flowchart: Magnetic Disk 3"/>
            <p:cNvSpPr/>
            <p:nvPr/>
          </p:nvSpPr>
          <p:spPr>
            <a:xfrm>
              <a:off x="5362575" y="2000599"/>
              <a:ext cx="1466851" cy="607040"/>
            </a:xfrm>
            <a:prstGeom prst="flowChartMagneticDisk">
              <a:avLst/>
            </a:prstGeom>
            <a:solidFill>
              <a:schemeClr val="accent2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4" name="Flowchart: Magnetic Disk 2"/>
            <p:cNvSpPr/>
            <p:nvPr/>
          </p:nvSpPr>
          <p:spPr>
            <a:xfrm>
              <a:off x="5362575" y="1589918"/>
              <a:ext cx="1466851" cy="607040"/>
            </a:xfrm>
            <a:prstGeom prst="flowChartMagneticDisk">
              <a:avLst/>
            </a:prstGeom>
            <a:solidFill>
              <a:schemeClr val="accent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269876" y="1067562"/>
            <a:ext cx="1842997" cy="1750218"/>
            <a:chOff x="6269876" y="1067562"/>
            <a:chExt cx="1842997" cy="1750218"/>
          </a:xfrm>
        </p:grpSpPr>
        <p:sp>
          <p:nvSpPr>
            <p:cNvPr id="6" name="Oval 10"/>
            <p:cNvSpPr/>
            <p:nvPr/>
          </p:nvSpPr>
          <p:spPr>
            <a:xfrm>
              <a:off x="6795920" y="1067562"/>
              <a:ext cx="801795" cy="801795"/>
            </a:xfrm>
            <a:prstGeom prst="ellipse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TextBox 15"/>
            <p:cNvSpPr txBox="1"/>
            <p:nvPr/>
          </p:nvSpPr>
          <p:spPr>
            <a:xfrm>
              <a:off x="6269876" y="2375613"/>
              <a:ext cx="1842997" cy="442167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/>
            </a:bodyPr>
            <a:lstStyle/>
            <a:p>
              <a:pPr lvl="0" algn="ctr" defTabSz="914378" rtl="1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000000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کلوئیدی و بدون سیمان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Rectangle 16"/>
            <p:cNvSpPr/>
            <p:nvPr/>
          </p:nvSpPr>
          <p:spPr>
            <a:xfrm>
              <a:off x="6269876" y="2144789"/>
              <a:ext cx="1842997" cy="184666"/>
            </a:xfrm>
            <a:prstGeom prst="rect">
              <a:avLst/>
            </a:prstGeom>
          </p:spPr>
          <p:txBody>
            <a:bodyPr wrap="none" lIns="72000" tIns="0" rIns="72000" bIns="0">
              <a:normAutofit fontScale="77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بوهمیت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838383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Freeform: Shape 21"/>
            <p:cNvSpPr>
              <a:spLocks/>
            </p:cNvSpPr>
            <p:nvPr/>
          </p:nvSpPr>
          <p:spPr bwMode="auto">
            <a:xfrm>
              <a:off x="7034964" y="1306906"/>
              <a:ext cx="323708" cy="323107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033507" y="1067562"/>
            <a:ext cx="1842997" cy="1750218"/>
            <a:chOff x="1033507" y="1067562"/>
            <a:chExt cx="1842997" cy="1750218"/>
          </a:xfrm>
        </p:grpSpPr>
        <p:sp>
          <p:nvSpPr>
            <p:cNvPr id="5" name="Oval 9"/>
            <p:cNvSpPr/>
            <p:nvPr/>
          </p:nvSpPr>
          <p:spPr>
            <a:xfrm>
              <a:off x="1546285" y="1067562"/>
              <a:ext cx="801795" cy="801795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TextBox 12"/>
            <p:cNvSpPr txBox="1"/>
            <p:nvPr/>
          </p:nvSpPr>
          <p:spPr>
            <a:xfrm>
              <a:off x="1033507" y="2375613"/>
              <a:ext cx="1842997" cy="442167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/>
            </a:bodyPr>
            <a:lstStyle/>
            <a:p>
              <a:pPr lvl="0" algn="ctr" defTabSz="914378" rtl="1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000000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همراه با CAC؛ نانوسیلیس حدود ۱۰ nm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Rectangle 14"/>
            <p:cNvSpPr/>
            <p:nvPr/>
          </p:nvSpPr>
          <p:spPr>
            <a:xfrm>
              <a:off x="1033507" y="2144789"/>
              <a:ext cx="1842997" cy="184666"/>
            </a:xfrm>
            <a:prstGeom prst="rect">
              <a:avLst/>
            </a:prstGeom>
          </p:spPr>
          <p:txBody>
            <a:bodyPr wrap="none" lIns="72000" tIns="0" rIns="72000" bIns="0">
              <a:normAutofit fontScale="77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سل سیلیس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2A465C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Freeform: Shape 22"/>
            <p:cNvSpPr>
              <a:spLocks/>
            </p:cNvSpPr>
            <p:nvPr/>
          </p:nvSpPr>
          <p:spPr bwMode="auto">
            <a:xfrm>
              <a:off x="1791600" y="1334155"/>
              <a:ext cx="326810" cy="268610"/>
            </a:xfrm>
            <a:custGeom>
              <a:avLst/>
              <a:gdLst>
                <a:gd name="T0" fmla="*/ 285 w 293"/>
                <a:gd name="T1" fmla="*/ 32 h 238"/>
                <a:gd name="T2" fmla="*/ 259 w 293"/>
                <a:gd name="T3" fmla="*/ 38 h 238"/>
                <a:gd name="T4" fmla="*/ 275 w 293"/>
                <a:gd name="T5" fmla="*/ 24 h 238"/>
                <a:gd name="T6" fmla="*/ 285 w 293"/>
                <a:gd name="T7" fmla="*/ 4 h 238"/>
                <a:gd name="T8" fmla="*/ 257 w 293"/>
                <a:gd name="T9" fmla="*/ 16 h 238"/>
                <a:gd name="T10" fmla="*/ 237 w 293"/>
                <a:gd name="T11" fmla="*/ 11 h 238"/>
                <a:gd name="T12" fmla="*/ 216 w 293"/>
                <a:gd name="T13" fmla="*/ 1 h 238"/>
                <a:gd name="T14" fmla="*/ 203 w 293"/>
                <a:gd name="T15" fmla="*/ 0 h 238"/>
                <a:gd name="T16" fmla="*/ 179 w 293"/>
                <a:gd name="T17" fmla="*/ 5 h 238"/>
                <a:gd name="T18" fmla="*/ 154 w 293"/>
                <a:gd name="T19" fmla="*/ 27 h 238"/>
                <a:gd name="T20" fmla="*/ 143 w 293"/>
                <a:gd name="T21" fmla="*/ 54 h 238"/>
                <a:gd name="T22" fmla="*/ 143 w 293"/>
                <a:gd name="T23" fmla="*/ 67 h 238"/>
                <a:gd name="T24" fmla="*/ 126 w 293"/>
                <a:gd name="T25" fmla="*/ 72 h 238"/>
                <a:gd name="T26" fmla="*/ 75 w 293"/>
                <a:gd name="T27" fmla="*/ 55 h 238"/>
                <a:gd name="T28" fmla="*/ 33 w 293"/>
                <a:gd name="T29" fmla="*/ 24 h 238"/>
                <a:gd name="T30" fmla="*/ 17 w 293"/>
                <a:gd name="T31" fmla="*/ 17 h 238"/>
                <a:gd name="T32" fmla="*/ 12 w 293"/>
                <a:gd name="T33" fmla="*/ 41 h 238"/>
                <a:gd name="T34" fmla="*/ 14 w 293"/>
                <a:gd name="T35" fmla="*/ 57 h 238"/>
                <a:gd name="T36" fmla="*/ 23 w 293"/>
                <a:gd name="T37" fmla="*/ 76 h 238"/>
                <a:gd name="T38" fmla="*/ 39 w 293"/>
                <a:gd name="T39" fmla="*/ 91 h 238"/>
                <a:gd name="T40" fmla="*/ 25 w 293"/>
                <a:gd name="T41" fmla="*/ 89 h 238"/>
                <a:gd name="T42" fmla="*/ 12 w 293"/>
                <a:gd name="T43" fmla="*/ 84 h 238"/>
                <a:gd name="T44" fmla="*/ 13 w 293"/>
                <a:gd name="T45" fmla="*/ 95 h 238"/>
                <a:gd name="T46" fmla="*/ 25 w 293"/>
                <a:gd name="T47" fmla="*/ 123 h 238"/>
                <a:gd name="T48" fmla="*/ 50 w 293"/>
                <a:gd name="T49" fmla="*/ 140 h 238"/>
                <a:gd name="T50" fmla="*/ 52 w 293"/>
                <a:gd name="T51" fmla="*/ 145 h 238"/>
                <a:gd name="T52" fmla="*/ 33 w 293"/>
                <a:gd name="T53" fmla="*/ 145 h 238"/>
                <a:gd name="T54" fmla="*/ 41 w 293"/>
                <a:gd name="T55" fmla="*/ 161 h 238"/>
                <a:gd name="T56" fmla="*/ 62 w 293"/>
                <a:gd name="T57" fmla="*/ 179 h 238"/>
                <a:gd name="T58" fmla="*/ 89 w 293"/>
                <a:gd name="T59" fmla="*/ 186 h 238"/>
                <a:gd name="T60" fmla="*/ 73 w 293"/>
                <a:gd name="T61" fmla="*/ 197 h 238"/>
                <a:gd name="T62" fmla="*/ 45 w 293"/>
                <a:gd name="T63" fmla="*/ 208 h 238"/>
                <a:gd name="T64" fmla="*/ 14 w 293"/>
                <a:gd name="T65" fmla="*/ 212 h 238"/>
                <a:gd name="T66" fmla="*/ 0 w 293"/>
                <a:gd name="T67" fmla="*/ 211 h 238"/>
                <a:gd name="T68" fmla="*/ 32 w 293"/>
                <a:gd name="T69" fmla="*/ 227 h 238"/>
                <a:gd name="T70" fmla="*/ 68 w 293"/>
                <a:gd name="T71" fmla="*/ 237 h 238"/>
                <a:gd name="T72" fmla="*/ 93 w 293"/>
                <a:gd name="T73" fmla="*/ 238 h 238"/>
                <a:gd name="T74" fmla="*/ 149 w 293"/>
                <a:gd name="T75" fmla="*/ 229 h 238"/>
                <a:gd name="T76" fmla="*/ 195 w 293"/>
                <a:gd name="T77" fmla="*/ 205 h 238"/>
                <a:gd name="T78" fmla="*/ 229 w 293"/>
                <a:gd name="T79" fmla="*/ 169 h 238"/>
                <a:gd name="T80" fmla="*/ 252 w 293"/>
                <a:gd name="T81" fmla="*/ 127 h 238"/>
                <a:gd name="T82" fmla="*/ 262 w 293"/>
                <a:gd name="T83" fmla="*/ 82 h 238"/>
                <a:gd name="T84" fmla="*/ 263 w 293"/>
                <a:gd name="T85" fmla="*/ 59 h 238"/>
                <a:gd name="T86" fmla="*/ 280 w 293"/>
                <a:gd name="T87" fmla="*/ 45 h 238"/>
                <a:gd name="T88" fmla="*/ 293 w 293"/>
                <a:gd name="T89" fmla="*/ 2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3" h="238">
                  <a:moveTo>
                    <a:pt x="293" y="28"/>
                  </a:moveTo>
                  <a:lnTo>
                    <a:pt x="293" y="28"/>
                  </a:lnTo>
                  <a:lnTo>
                    <a:pt x="285" y="32"/>
                  </a:lnTo>
                  <a:lnTo>
                    <a:pt x="277" y="34"/>
                  </a:lnTo>
                  <a:lnTo>
                    <a:pt x="267" y="36"/>
                  </a:lnTo>
                  <a:lnTo>
                    <a:pt x="259" y="38"/>
                  </a:lnTo>
                  <a:lnTo>
                    <a:pt x="259" y="38"/>
                  </a:lnTo>
                  <a:lnTo>
                    <a:pt x="267" y="31"/>
                  </a:lnTo>
                  <a:lnTo>
                    <a:pt x="275" y="24"/>
                  </a:lnTo>
                  <a:lnTo>
                    <a:pt x="281" y="14"/>
                  </a:lnTo>
                  <a:lnTo>
                    <a:pt x="285" y="4"/>
                  </a:lnTo>
                  <a:lnTo>
                    <a:pt x="285" y="4"/>
                  </a:lnTo>
                  <a:lnTo>
                    <a:pt x="277" y="9"/>
                  </a:lnTo>
                  <a:lnTo>
                    <a:pt x="266" y="13"/>
                  </a:lnTo>
                  <a:lnTo>
                    <a:pt x="257" y="16"/>
                  </a:lnTo>
                  <a:lnTo>
                    <a:pt x="247" y="18"/>
                  </a:lnTo>
                  <a:lnTo>
                    <a:pt x="247" y="18"/>
                  </a:lnTo>
                  <a:lnTo>
                    <a:pt x="237" y="11"/>
                  </a:lnTo>
                  <a:lnTo>
                    <a:pt x="227" y="5"/>
                  </a:lnTo>
                  <a:lnTo>
                    <a:pt x="222" y="3"/>
                  </a:lnTo>
                  <a:lnTo>
                    <a:pt x="216" y="1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1" y="1"/>
                  </a:lnTo>
                  <a:lnTo>
                    <a:pt x="179" y="5"/>
                  </a:lnTo>
                  <a:lnTo>
                    <a:pt x="169" y="10"/>
                  </a:lnTo>
                  <a:lnTo>
                    <a:pt x="161" y="17"/>
                  </a:lnTo>
                  <a:lnTo>
                    <a:pt x="154" y="27"/>
                  </a:lnTo>
                  <a:lnTo>
                    <a:pt x="147" y="37"/>
                  </a:lnTo>
                  <a:lnTo>
                    <a:pt x="144" y="48"/>
                  </a:lnTo>
                  <a:lnTo>
                    <a:pt x="143" y="54"/>
                  </a:lnTo>
                  <a:lnTo>
                    <a:pt x="143" y="60"/>
                  </a:lnTo>
                  <a:lnTo>
                    <a:pt x="143" y="60"/>
                  </a:lnTo>
                  <a:lnTo>
                    <a:pt x="143" y="67"/>
                  </a:lnTo>
                  <a:lnTo>
                    <a:pt x="144" y="74"/>
                  </a:lnTo>
                  <a:lnTo>
                    <a:pt x="144" y="74"/>
                  </a:lnTo>
                  <a:lnTo>
                    <a:pt x="126" y="72"/>
                  </a:lnTo>
                  <a:lnTo>
                    <a:pt x="108" y="68"/>
                  </a:lnTo>
                  <a:lnTo>
                    <a:pt x="92" y="63"/>
                  </a:lnTo>
                  <a:lnTo>
                    <a:pt x="75" y="55"/>
                  </a:lnTo>
                  <a:lnTo>
                    <a:pt x="59" y="46"/>
                  </a:lnTo>
                  <a:lnTo>
                    <a:pt x="45" y="36"/>
                  </a:lnTo>
                  <a:lnTo>
                    <a:pt x="33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7" y="17"/>
                  </a:lnTo>
                  <a:lnTo>
                    <a:pt x="15" y="26"/>
                  </a:lnTo>
                  <a:lnTo>
                    <a:pt x="13" y="3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3" y="48"/>
                  </a:lnTo>
                  <a:lnTo>
                    <a:pt x="14" y="57"/>
                  </a:lnTo>
                  <a:lnTo>
                    <a:pt x="17" y="63"/>
                  </a:lnTo>
                  <a:lnTo>
                    <a:pt x="20" y="70"/>
                  </a:lnTo>
                  <a:lnTo>
                    <a:pt x="23" y="76"/>
                  </a:lnTo>
                  <a:lnTo>
                    <a:pt x="28" y="81"/>
                  </a:lnTo>
                  <a:lnTo>
                    <a:pt x="34" y="87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2" y="91"/>
                  </a:lnTo>
                  <a:lnTo>
                    <a:pt x="25" y="89"/>
                  </a:lnTo>
                  <a:lnTo>
                    <a:pt x="18" y="87"/>
                  </a:lnTo>
                  <a:lnTo>
                    <a:pt x="12" y="84"/>
                  </a:lnTo>
                  <a:lnTo>
                    <a:pt x="12" y="84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3" y="95"/>
                  </a:lnTo>
                  <a:lnTo>
                    <a:pt x="16" y="105"/>
                  </a:lnTo>
                  <a:lnTo>
                    <a:pt x="20" y="115"/>
                  </a:lnTo>
                  <a:lnTo>
                    <a:pt x="25" y="123"/>
                  </a:lnTo>
                  <a:lnTo>
                    <a:pt x="33" y="130"/>
                  </a:lnTo>
                  <a:lnTo>
                    <a:pt x="41" y="136"/>
                  </a:lnTo>
                  <a:lnTo>
                    <a:pt x="50" y="140"/>
                  </a:lnTo>
                  <a:lnTo>
                    <a:pt x="60" y="143"/>
                  </a:lnTo>
                  <a:lnTo>
                    <a:pt x="60" y="143"/>
                  </a:lnTo>
                  <a:lnTo>
                    <a:pt x="52" y="145"/>
                  </a:lnTo>
                  <a:lnTo>
                    <a:pt x="44" y="146"/>
                  </a:lnTo>
                  <a:lnTo>
                    <a:pt x="44" y="146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41" y="161"/>
                  </a:lnTo>
                  <a:lnTo>
                    <a:pt x="47" y="168"/>
                  </a:lnTo>
                  <a:lnTo>
                    <a:pt x="54" y="175"/>
                  </a:lnTo>
                  <a:lnTo>
                    <a:pt x="62" y="179"/>
                  </a:lnTo>
                  <a:lnTo>
                    <a:pt x="71" y="183"/>
                  </a:lnTo>
                  <a:lnTo>
                    <a:pt x="79" y="185"/>
                  </a:lnTo>
                  <a:lnTo>
                    <a:pt x="89" y="186"/>
                  </a:lnTo>
                  <a:lnTo>
                    <a:pt x="89" y="186"/>
                  </a:lnTo>
                  <a:lnTo>
                    <a:pt x="81" y="192"/>
                  </a:lnTo>
                  <a:lnTo>
                    <a:pt x="73" y="197"/>
                  </a:lnTo>
                  <a:lnTo>
                    <a:pt x="64" y="201"/>
                  </a:lnTo>
                  <a:lnTo>
                    <a:pt x="54" y="206"/>
                  </a:lnTo>
                  <a:lnTo>
                    <a:pt x="45" y="208"/>
                  </a:lnTo>
                  <a:lnTo>
                    <a:pt x="35" y="210"/>
                  </a:lnTo>
                  <a:lnTo>
                    <a:pt x="25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0" y="217"/>
                  </a:lnTo>
                  <a:lnTo>
                    <a:pt x="21" y="222"/>
                  </a:lnTo>
                  <a:lnTo>
                    <a:pt x="32" y="227"/>
                  </a:lnTo>
                  <a:lnTo>
                    <a:pt x="44" y="231"/>
                  </a:lnTo>
                  <a:lnTo>
                    <a:pt x="55" y="235"/>
                  </a:lnTo>
                  <a:lnTo>
                    <a:pt x="68" y="237"/>
                  </a:lnTo>
                  <a:lnTo>
                    <a:pt x="80" y="238"/>
                  </a:lnTo>
                  <a:lnTo>
                    <a:pt x="93" y="238"/>
                  </a:lnTo>
                  <a:lnTo>
                    <a:pt x="93" y="238"/>
                  </a:lnTo>
                  <a:lnTo>
                    <a:pt x="112" y="237"/>
                  </a:lnTo>
                  <a:lnTo>
                    <a:pt x="132" y="233"/>
                  </a:lnTo>
                  <a:lnTo>
                    <a:pt x="149" y="229"/>
                  </a:lnTo>
                  <a:lnTo>
                    <a:pt x="166" y="222"/>
                  </a:lnTo>
                  <a:lnTo>
                    <a:pt x="180" y="215"/>
                  </a:lnTo>
                  <a:lnTo>
                    <a:pt x="195" y="205"/>
                  </a:lnTo>
                  <a:lnTo>
                    <a:pt x="207" y="194"/>
                  </a:lnTo>
                  <a:lnTo>
                    <a:pt x="220" y="183"/>
                  </a:lnTo>
                  <a:lnTo>
                    <a:pt x="229" y="169"/>
                  </a:lnTo>
                  <a:lnTo>
                    <a:pt x="238" y="156"/>
                  </a:lnTo>
                  <a:lnTo>
                    <a:pt x="246" y="141"/>
                  </a:lnTo>
                  <a:lnTo>
                    <a:pt x="252" y="127"/>
                  </a:lnTo>
                  <a:lnTo>
                    <a:pt x="257" y="112"/>
                  </a:lnTo>
                  <a:lnTo>
                    <a:pt x="260" y="97"/>
                  </a:lnTo>
                  <a:lnTo>
                    <a:pt x="262" y="82"/>
                  </a:lnTo>
                  <a:lnTo>
                    <a:pt x="263" y="67"/>
                  </a:lnTo>
                  <a:lnTo>
                    <a:pt x="263" y="67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71" y="52"/>
                  </a:lnTo>
                  <a:lnTo>
                    <a:pt x="280" y="45"/>
                  </a:lnTo>
                  <a:lnTo>
                    <a:pt x="287" y="37"/>
                  </a:lnTo>
                  <a:lnTo>
                    <a:pt x="293" y="28"/>
                  </a:lnTo>
                  <a:lnTo>
                    <a:pt x="293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533695" y="2667761"/>
            <a:ext cx="1842997" cy="1721644"/>
            <a:chOff x="2533695" y="2667761"/>
            <a:chExt cx="1842997" cy="1721644"/>
          </a:xfrm>
        </p:grpSpPr>
        <p:sp>
          <p:nvSpPr>
            <p:cNvPr id="7" name="Oval 11"/>
            <p:cNvSpPr/>
            <p:nvPr/>
          </p:nvSpPr>
          <p:spPr>
            <a:xfrm>
              <a:off x="3052682" y="2667761"/>
              <a:ext cx="801795" cy="801795"/>
            </a:xfrm>
            <a:prstGeom prst="ellipse">
              <a:avLst/>
            </a:prstGeom>
            <a:solidFill>
              <a:schemeClr val="accent4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TextBox 19"/>
            <p:cNvSpPr txBox="1"/>
            <p:nvPr/>
          </p:nvSpPr>
          <p:spPr>
            <a:xfrm>
              <a:off x="2533695" y="3947238"/>
              <a:ext cx="1842997" cy="442167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/>
            </a:bodyPr>
            <a:lstStyle/>
            <a:p>
              <a:pPr lvl="0" algn="ctr" defTabSz="914378" rtl="1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000000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جایگزین سیمان؛ فازهای انبساطی کمتر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Rectangle 20"/>
            <p:cNvSpPr/>
            <p:nvPr/>
          </p:nvSpPr>
          <p:spPr>
            <a:xfrm>
              <a:off x="2533695" y="3716414"/>
              <a:ext cx="1842997" cy="184666"/>
            </a:xfrm>
            <a:prstGeom prst="rect">
              <a:avLst/>
            </a:prstGeom>
          </p:spPr>
          <p:txBody>
            <a:bodyPr wrap="square" lIns="72000" tIns="0" rIns="72000" bIns="0">
              <a:normAutofit fontScale="77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آلومینای HA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838383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Freeform: Shape 23"/>
            <p:cNvSpPr>
              <a:spLocks/>
            </p:cNvSpPr>
            <p:nvPr/>
          </p:nvSpPr>
          <p:spPr bwMode="auto">
            <a:xfrm>
              <a:off x="3279372" y="2886206"/>
              <a:ext cx="348415" cy="335744"/>
            </a:xfrm>
            <a:custGeom>
              <a:avLst/>
              <a:gdLst>
                <a:gd name="T0" fmla="*/ 0 w 208"/>
                <a:gd name="T1" fmla="*/ 68 h 201"/>
                <a:gd name="T2" fmla="*/ 8 w 208"/>
                <a:gd name="T3" fmla="*/ 78 h 201"/>
                <a:gd name="T4" fmla="*/ 31 w 208"/>
                <a:gd name="T5" fmla="*/ 72 h 201"/>
                <a:gd name="T6" fmla="*/ 64 w 208"/>
                <a:gd name="T7" fmla="*/ 172 h 201"/>
                <a:gd name="T8" fmla="*/ 106 w 208"/>
                <a:gd name="T9" fmla="*/ 189 h 201"/>
                <a:gd name="T10" fmla="*/ 197 w 208"/>
                <a:gd name="T11" fmla="*/ 62 h 201"/>
                <a:gd name="T12" fmla="*/ 114 w 208"/>
                <a:gd name="T13" fmla="*/ 67 h 201"/>
                <a:gd name="T14" fmla="*/ 137 w 208"/>
                <a:gd name="T15" fmla="*/ 94 h 201"/>
                <a:gd name="T16" fmla="*/ 109 w 208"/>
                <a:gd name="T17" fmla="*/ 130 h 201"/>
                <a:gd name="T18" fmla="*/ 93 w 208"/>
                <a:gd name="T19" fmla="*/ 90 h 201"/>
                <a:gd name="T20" fmla="*/ 60 w 208"/>
                <a:gd name="T21" fmla="*/ 22 h 201"/>
                <a:gd name="T22" fmla="*/ 0 w 208"/>
                <a:gd name="T23" fmla="*/ 68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8" h="201">
                  <a:moveTo>
                    <a:pt x="0" y="68"/>
                  </a:move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25" y="65"/>
                    <a:pt x="31" y="72"/>
                  </a:cubicBezTo>
                  <a:cubicBezTo>
                    <a:pt x="36" y="78"/>
                    <a:pt x="57" y="157"/>
                    <a:pt x="64" y="172"/>
                  </a:cubicBezTo>
                  <a:cubicBezTo>
                    <a:pt x="70" y="184"/>
                    <a:pt x="87" y="201"/>
                    <a:pt x="106" y="189"/>
                  </a:cubicBezTo>
                  <a:cubicBezTo>
                    <a:pt x="125" y="177"/>
                    <a:pt x="186" y="124"/>
                    <a:pt x="197" y="62"/>
                  </a:cubicBezTo>
                  <a:cubicBezTo>
                    <a:pt x="208" y="0"/>
                    <a:pt x="123" y="13"/>
                    <a:pt x="114" y="67"/>
                  </a:cubicBezTo>
                  <a:cubicBezTo>
                    <a:pt x="137" y="54"/>
                    <a:pt x="149" y="73"/>
                    <a:pt x="137" y="94"/>
                  </a:cubicBezTo>
                  <a:cubicBezTo>
                    <a:pt x="126" y="116"/>
                    <a:pt x="115" y="130"/>
                    <a:pt x="109" y="130"/>
                  </a:cubicBezTo>
                  <a:cubicBezTo>
                    <a:pt x="104" y="130"/>
                    <a:pt x="100" y="116"/>
                    <a:pt x="93" y="90"/>
                  </a:cubicBezTo>
                  <a:cubicBezTo>
                    <a:pt x="87" y="64"/>
                    <a:pt x="87" y="17"/>
                    <a:pt x="60" y="22"/>
                  </a:cubicBezTo>
                  <a:cubicBezTo>
                    <a:pt x="34" y="27"/>
                    <a:pt x="0" y="68"/>
                    <a:pt x="0" y="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783976" y="2667761"/>
            <a:ext cx="1842997" cy="1721644"/>
            <a:chOff x="4783976" y="2667761"/>
            <a:chExt cx="1842997" cy="1721644"/>
          </a:xfrm>
        </p:grpSpPr>
        <p:sp>
          <p:nvSpPr>
            <p:cNvPr id="8" name="Oval 13"/>
            <p:cNvSpPr/>
            <p:nvPr/>
          </p:nvSpPr>
          <p:spPr>
            <a:xfrm>
              <a:off x="5289523" y="2667761"/>
              <a:ext cx="801795" cy="801795"/>
            </a:xfrm>
            <a:prstGeom prst="ellipse">
              <a:avLst/>
            </a:prstGeom>
            <a:solidFill>
              <a:schemeClr val="accent6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TextBox 17"/>
            <p:cNvSpPr txBox="1"/>
            <p:nvPr/>
          </p:nvSpPr>
          <p:spPr>
            <a:xfrm>
              <a:off x="4783976" y="3947238"/>
              <a:ext cx="1842997" cy="442167"/>
            </a:xfrm>
            <a:prstGeom prst="rect">
              <a:avLst/>
            </a:prstGeom>
            <a:noFill/>
          </p:spPr>
          <p:txBody>
            <a:bodyPr wrap="square" lIns="72000" tIns="0" rIns="72000" bIns="0" anchor="ctr" anchorCtr="0">
              <a:normAutofit/>
            </a:bodyPr>
            <a:lstStyle/>
            <a:p>
              <a:pPr lvl="0" algn="ctr" defTabSz="914378" rtl="1">
                <a:lnSpc>
                  <a:spcPct val="120000"/>
                </a:lnSpc>
                <a:defRPr/>
              </a:pPr>
              <a:r>
                <a:rPr lang="fa-IR" altLang="en-US" sz="1050" dirty="0">
                  <a:solidFill>
                    <a:srgbClr val="000000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پیوند شیمیایی؛ واکنش اسید‌باز</a:t>
              </a:r>
              <a:endParaRPr kumimoji="0" lang="fa-IR" altLang="en-US" sz="105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Rectangle 18"/>
            <p:cNvSpPr/>
            <p:nvPr/>
          </p:nvSpPr>
          <p:spPr>
            <a:xfrm>
              <a:off x="4783976" y="3716414"/>
              <a:ext cx="1842997" cy="184666"/>
            </a:xfrm>
            <a:prstGeom prst="rect">
              <a:avLst/>
            </a:prstGeom>
          </p:spPr>
          <p:txBody>
            <a:bodyPr wrap="none" lIns="72000" tIns="0" rIns="72000" bIns="0">
              <a:normAutofit fontScale="77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a-IR" altLang="en-US" b="1" dirty="0">
                  <a:solidFill>
                    <a:srgbClr val="838383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فسفاتی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838383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0" name="Freeform: Shape 24"/>
            <p:cNvSpPr>
              <a:spLocks noChangeAspect="1"/>
            </p:cNvSpPr>
            <p:nvPr/>
          </p:nvSpPr>
          <p:spPr bwMode="auto">
            <a:xfrm>
              <a:off x="5532151" y="2895519"/>
              <a:ext cx="346646" cy="346280"/>
            </a:xfrm>
            <a:custGeom>
              <a:avLst/>
              <a:gdLst>
                <a:gd name="T0" fmla="*/ 374 w 400"/>
                <a:gd name="T1" fmla="*/ 100 h 400"/>
                <a:gd name="T2" fmla="*/ 301 w 400"/>
                <a:gd name="T3" fmla="*/ 27 h 400"/>
                <a:gd name="T4" fmla="*/ 200 w 400"/>
                <a:gd name="T5" fmla="*/ 0 h 400"/>
                <a:gd name="T6" fmla="*/ 100 w 400"/>
                <a:gd name="T7" fmla="*/ 27 h 400"/>
                <a:gd name="T8" fmla="*/ 27 w 400"/>
                <a:gd name="T9" fmla="*/ 100 h 400"/>
                <a:gd name="T10" fmla="*/ 0 w 400"/>
                <a:gd name="T11" fmla="*/ 200 h 400"/>
                <a:gd name="T12" fmla="*/ 27 w 400"/>
                <a:gd name="T13" fmla="*/ 301 h 400"/>
                <a:gd name="T14" fmla="*/ 100 w 400"/>
                <a:gd name="T15" fmla="*/ 374 h 400"/>
                <a:gd name="T16" fmla="*/ 200 w 400"/>
                <a:gd name="T17" fmla="*/ 400 h 400"/>
                <a:gd name="T18" fmla="*/ 301 w 400"/>
                <a:gd name="T19" fmla="*/ 374 h 400"/>
                <a:gd name="T20" fmla="*/ 374 w 400"/>
                <a:gd name="T21" fmla="*/ 301 h 400"/>
                <a:gd name="T22" fmla="*/ 400 w 400"/>
                <a:gd name="T23" fmla="*/ 200 h 400"/>
                <a:gd name="T24" fmla="*/ 374 w 400"/>
                <a:gd name="T25" fmla="*/ 100 h 400"/>
                <a:gd name="T26" fmla="*/ 330 w 400"/>
                <a:gd name="T27" fmla="*/ 170 h 400"/>
                <a:gd name="T28" fmla="*/ 188 w 400"/>
                <a:gd name="T29" fmla="*/ 311 h 400"/>
                <a:gd name="T30" fmla="*/ 176 w 400"/>
                <a:gd name="T31" fmla="*/ 316 h 400"/>
                <a:gd name="T32" fmla="*/ 165 w 400"/>
                <a:gd name="T33" fmla="*/ 311 h 400"/>
                <a:gd name="T34" fmla="*/ 70 w 400"/>
                <a:gd name="T35" fmla="*/ 217 h 400"/>
                <a:gd name="T36" fmla="*/ 66 w 400"/>
                <a:gd name="T37" fmla="*/ 205 h 400"/>
                <a:gd name="T38" fmla="*/ 70 w 400"/>
                <a:gd name="T39" fmla="*/ 193 h 400"/>
                <a:gd name="T40" fmla="*/ 94 w 400"/>
                <a:gd name="T41" fmla="*/ 170 h 400"/>
                <a:gd name="T42" fmla="*/ 106 w 400"/>
                <a:gd name="T43" fmla="*/ 165 h 400"/>
                <a:gd name="T44" fmla="*/ 118 w 400"/>
                <a:gd name="T45" fmla="*/ 170 h 400"/>
                <a:gd name="T46" fmla="*/ 176 w 400"/>
                <a:gd name="T47" fmla="*/ 229 h 400"/>
                <a:gd name="T48" fmla="*/ 283 w 400"/>
                <a:gd name="T49" fmla="*/ 123 h 400"/>
                <a:gd name="T50" fmla="*/ 295 w 400"/>
                <a:gd name="T51" fmla="*/ 118 h 400"/>
                <a:gd name="T52" fmla="*/ 306 w 400"/>
                <a:gd name="T53" fmla="*/ 123 h 400"/>
                <a:gd name="T54" fmla="*/ 330 w 400"/>
                <a:gd name="T55" fmla="*/ 146 h 400"/>
                <a:gd name="T56" fmla="*/ 335 w 400"/>
                <a:gd name="T57" fmla="*/ 158 h 400"/>
                <a:gd name="T58" fmla="*/ 330 w 400"/>
                <a:gd name="T59" fmla="*/ 170 h 400"/>
                <a:gd name="T60" fmla="*/ 330 w 400"/>
                <a:gd name="T61" fmla="*/ 170 h 400"/>
                <a:gd name="T62" fmla="*/ 330 w 400"/>
                <a:gd name="T63" fmla="*/ 17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0">
                  <a:moveTo>
                    <a:pt x="374" y="100"/>
                  </a:moveTo>
                  <a:cubicBezTo>
                    <a:pt x="356" y="69"/>
                    <a:pt x="331" y="45"/>
                    <a:pt x="301" y="27"/>
                  </a:cubicBezTo>
                  <a:cubicBezTo>
                    <a:pt x="270" y="9"/>
                    <a:pt x="237" y="0"/>
                    <a:pt x="200" y="0"/>
                  </a:cubicBezTo>
                  <a:cubicBezTo>
                    <a:pt x="164" y="0"/>
                    <a:pt x="130" y="9"/>
                    <a:pt x="100" y="27"/>
                  </a:cubicBezTo>
                  <a:cubicBezTo>
                    <a:pt x="69" y="45"/>
                    <a:pt x="45" y="69"/>
                    <a:pt x="27" y="100"/>
                  </a:cubicBezTo>
                  <a:cubicBezTo>
                    <a:pt x="9" y="130"/>
                    <a:pt x="0" y="164"/>
                    <a:pt x="0" y="200"/>
                  </a:cubicBezTo>
                  <a:cubicBezTo>
                    <a:pt x="0" y="237"/>
                    <a:pt x="9" y="270"/>
                    <a:pt x="27" y="301"/>
                  </a:cubicBezTo>
                  <a:cubicBezTo>
                    <a:pt x="45" y="331"/>
                    <a:pt x="69" y="356"/>
                    <a:pt x="100" y="374"/>
                  </a:cubicBezTo>
                  <a:cubicBezTo>
                    <a:pt x="130" y="391"/>
                    <a:pt x="164" y="400"/>
                    <a:pt x="200" y="400"/>
                  </a:cubicBezTo>
                  <a:cubicBezTo>
                    <a:pt x="237" y="400"/>
                    <a:pt x="270" y="391"/>
                    <a:pt x="301" y="374"/>
                  </a:cubicBezTo>
                  <a:cubicBezTo>
                    <a:pt x="331" y="356"/>
                    <a:pt x="356" y="331"/>
                    <a:pt x="374" y="301"/>
                  </a:cubicBezTo>
                  <a:cubicBezTo>
                    <a:pt x="392" y="270"/>
                    <a:pt x="400" y="237"/>
                    <a:pt x="400" y="200"/>
                  </a:cubicBezTo>
                  <a:cubicBezTo>
                    <a:pt x="400" y="164"/>
                    <a:pt x="392" y="130"/>
                    <a:pt x="374" y="100"/>
                  </a:cubicBezTo>
                  <a:close/>
                  <a:moveTo>
                    <a:pt x="330" y="170"/>
                  </a:moveTo>
                  <a:cubicBezTo>
                    <a:pt x="188" y="311"/>
                    <a:pt x="188" y="311"/>
                    <a:pt x="188" y="311"/>
                  </a:cubicBezTo>
                  <a:cubicBezTo>
                    <a:pt x="185" y="315"/>
                    <a:pt x="181" y="316"/>
                    <a:pt x="176" y="316"/>
                  </a:cubicBezTo>
                  <a:cubicBezTo>
                    <a:pt x="172" y="316"/>
                    <a:pt x="168" y="315"/>
                    <a:pt x="165" y="311"/>
                  </a:cubicBezTo>
                  <a:cubicBezTo>
                    <a:pt x="70" y="217"/>
                    <a:pt x="70" y="217"/>
                    <a:pt x="70" y="217"/>
                  </a:cubicBezTo>
                  <a:cubicBezTo>
                    <a:pt x="67" y="214"/>
                    <a:pt x="66" y="210"/>
                    <a:pt x="66" y="205"/>
                  </a:cubicBezTo>
                  <a:cubicBezTo>
                    <a:pt x="66" y="200"/>
                    <a:pt x="67" y="196"/>
                    <a:pt x="70" y="193"/>
                  </a:cubicBezTo>
                  <a:cubicBezTo>
                    <a:pt x="94" y="170"/>
                    <a:pt x="94" y="170"/>
                    <a:pt x="94" y="170"/>
                  </a:cubicBezTo>
                  <a:cubicBezTo>
                    <a:pt x="97" y="166"/>
                    <a:pt x="101" y="165"/>
                    <a:pt x="106" y="165"/>
                  </a:cubicBezTo>
                  <a:cubicBezTo>
                    <a:pt x="110" y="165"/>
                    <a:pt x="114" y="166"/>
                    <a:pt x="118" y="170"/>
                  </a:cubicBezTo>
                  <a:cubicBezTo>
                    <a:pt x="176" y="229"/>
                    <a:pt x="176" y="229"/>
                    <a:pt x="176" y="229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6" y="119"/>
                    <a:pt x="290" y="118"/>
                    <a:pt x="295" y="118"/>
                  </a:cubicBezTo>
                  <a:cubicBezTo>
                    <a:pt x="299" y="118"/>
                    <a:pt x="303" y="119"/>
                    <a:pt x="306" y="123"/>
                  </a:cubicBezTo>
                  <a:cubicBezTo>
                    <a:pt x="330" y="146"/>
                    <a:pt x="330" y="146"/>
                    <a:pt x="330" y="146"/>
                  </a:cubicBezTo>
                  <a:cubicBezTo>
                    <a:pt x="333" y="149"/>
                    <a:pt x="335" y="153"/>
                    <a:pt x="335" y="158"/>
                  </a:cubicBezTo>
                  <a:cubicBezTo>
                    <a:pt x="335" y="163"/>
                    <a:pt x="333" y="167"/>
                    <a:pt x="330" y="170"/>
                  </a:cubicBezTo>
                  <a:close/>
                  <a:moveTo>
                    <a:pt x="330" y="170"/>
                  </a:moveTo>
                  <a:cubicBezTo>
                    <a:pt x="330" y="170"/>
                    <a:pt x="330" y="170"/>
                    <a:pt x="330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چسب‌های دیگر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397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"/>
          <p:cNvGrpSpPr/>
          <p:nvPr/>
        </p:nvGrpSpPr>
        <p:grpSpPr>
          <a:xfrm>
            <a:off x="4728065" y="988864"/>
            <a:ext cx="2486426" cy="3710311"/>
            <a:chOff x="6991729" y="2078801"/>
            <a:chExt cx="3315235" cy="4947081"/>
          </a:xfrm>
        </p:grpSpPr>
        <p:sp>
          <p:nvSpPr>
            <p:cNvPr id="20" name="Freeform: Shape 18"/>
            <p:cNvSpPr>
              <a:spLocks/>
            </p:cNvSpPr>
            <p:nvPr/>
          </p:nvSpPr>
          <p:spPr bwMode="auto">
            <a:xfrm>
              <a:off x="8036683" y="6313157"/>
              <a:ext cx="612664" cy="712725"/>
            </a:xfrm>
            <a:custGeom>
              <a:avLst/>
              <a:gdLst>
                <a:gd name="T0" fmla="*/ 106 w 395"/>
                <a:gd name="T1" fmla="*/ 5 h 183"/>
                <a:gd name="T2" fmla="*/ 105 w 395"/>
                <a:gd name="T3" fmla="*/ 5 h 183"/>
                <a:gd name="T4" fmla="*/ 85 w 395"/>
                <a:gd name="T5" fmla="*/ 21 h 183"/>
                <a:gd name="T6" fmla="*/ 46 w 395"/>
                <a:gd name="T7" fmla="*/ 62 h 183"/>
                <a:gd name="T8" fmla="*/ 105 w 395"/>
                <a:gd name="T9" fmla="*/ 28 h 183"/>
                <a:gd name="T10" fmla="*/ 158 w 395"/>
                <a:gd name="T11" fmla="*/ 12 h 183"/>
                <a:gd name="T12" fmla="*/ 127 w 395"/>
                <a:gd name="T13" fmla="*/ 61 h 183"/>
                <a:gd name="T14" fmla="*/ 116 w 395"/>
                <a:gd name="T15" fmla="*/ 74 h 183"/>
                <a:gd name="T16" fmla="*/ 70 w 395"/>
                <a:gd name="T17" fmla="*/ 87 h 183"/>
                <a:gd name="T18" fmla="*/ 18 w 395"/>
                <a:gd name="T19" fmla="*/ 113 h 183"/>
                <a:gd name="T20" fmla="*/ 85 w 395"/>
                <a:gd name="T21" fmla="*/ 93 h 183"/>
                <a:gd name="T22" fmla="*/ 98 w 395"/>
                <a:gd name="T23" fmla="*/ 92 h 183"/>
                <a:gd name="T24" fmla="*/ 0 w 395"/>
                <a:gd name="T25" fmla="*/ 174 h 183"/>
                <a:gd name="T26" fmla="*/ 127 w 395"/>
                <a:gd name="T27" fmla="*/ 98 h 183"/>
                <a:gd name="T28" fmla="*/ 194 w 395"/>
                <a:gd name="T29" fmla="*/ 40 h 183"/>
                <a:gd name="T30" fmla="*/ 211 w 395"/>
                <a:gd name="T31" fmla="*/ 79 h 183"/>
                <a:gd name="T32" fmla="*/ 251 w 395"/>
                <a:gd name="T33" fmla="*/ 183 h 183"/>
                <a:gd name="T34" fmla="*/ 234 w 395"/>
                <a:gd name="T35" fmla="*/ 95 h 183"/>
                <a:gd name="T36" fmla="*/ 250 w 395"/>
                <a:gd name="T37" fmla="*/ 102 h 183"/>
                <a:gd name="T38" fmla="*/ 283 w 395"/>
                <a:gd name="T39" fmla="*/ 110 h 183"/>
                <a:gd name="T40" fmla="*/ 246 w 395"/>
                <a:gd name="T41" fmla="*/ 94 h 183"/>
                <a:gd name="T42" fmla="*/ 233 w 395"/>
                <a:gd name="T43" fmla="*/ 84 h 183"/>
                <a:gd name="T44" fmla="*/ 233 w 395"/>
                <a:gd name="T45" fmla="*/ 63 h 183"/>
                <a:gd name="T46" fmla="*/ 241 w 395"/>
                <a:gd name="T47" fmla="*/ 28 h 183"/>
                <a:gd name="T48" fmla="*/ 243 w 395"/>
                <a:gd name="T49" fmla="*/ 28 h 183"/>
                <a:gd name="T50" fmla="*/ 276 w 395"/>
                <a:gd name="T51" fmla="*/ 62 h 183"/>
                <a:gd name="T52" fmla="*/ 327 w 395"/>
                <a:gd name="T53" fmla="*/ 162 h 183"/>
                <a:gd name="T54" fmla="*/ 303 w 395"/>
                <a:gd name="T55" fmla="*/ 71 h 183"/>
                <a:gd name="T56" fmla="*/ 299 w 395"/>
                <a:gd name="T57" fmla="*/ 61 h 183"/>
                <a:gd name="T58" fmla="*/ 323 w 395"/>
                <a:gd name="T59" fmla="*/ 72 h 183"/>
                <a:gd name="T60" fmla="*/ 380 w 395"/>
                <a:gd name="T61" fmla="*/ 86 h 183"/>
                <a:gd name="T62" fmla="*/ 317 w 395"/>
                <a:gd name="T63" fmla="*/ 58 h 183"/>
                <a:gd name="T64" fmla="*/ 288 w 395"/>
                <a:gd name="T65" fmla="*/ 34 h 183"/>
                <a:gd name="T66" fmla="*/ 279 w 395"/>
                <a:gd name="T67" fmla="*/ 12 h 183"/>
                <a:gd name="T68" fmla="*/ 336 w 395"/>
                <a:gd name="T69" fmla="*/ 28 h 183"/>
                <a:gd name="T70" fmla="*/ 395 w 395"/>
                <a:gd name="T71" fmla="*/ 62 h 183"/>
                <a:gd name="T72" fmla="*/ 360 w 395"/>
                <a:gd name="T73" fmla="*/ 17 h 183"/>
                <a:gd name="T74" fmla="*/ 354 w 395"/>
                <a:gd name="T75" fmla="*/ 13 h 183"/>
                <a:gd name="T76" fmla="*/ 329 w 395"/>
                <a:gd name="T77" fmla="*/ 0 h 183"/>
                <a:gd name="T78" fmla="*/ 112 w 395"/>
                <a:gd name="T79" fmla="*/ 0 h 183"/>
                <a:gd name="T80" fmla="*/ 106 w 395"/>
                <a:gd name="T81" fmla="*/ 5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5" h="183">
                  <a:moveTo>
                    <a:pt x="106" y="5"/>
                  </a:moveTo>
                  <a:cubicBezTo>
                    <a:pt x="105" y="5"/>
                    <a:pt x="105" y="5"/>
                    <a:pt x="105" y="5"/>
                  </a:cubicBezTo>
                  <a:cubicBezTo>
                    <a:pt x="99" y="10"/>
                    <a:pt x="92" y="15"/>
                    <a:pt x="85" y="21"/>
                  </a:cubicBezTo>
                  <a:cubicBezTo>
                    <a:pt x="64" y="35"/>
                    <a:pt x="46" y="62"/>
                    <a:pt x="46" y="62"/>
                  </a:cubicBezTo>
                  <a:cubicBezTo>
                    <a:pt x="46" y="62"/>
                    <a:pt x="86" y="37"/>
                    <a:pt x="105" y="28"/>
                  </a:cubicBezTo>
                  <a:cubicBezTo>
                    <a:pt x="115" y="24"/>
                    <a:pt x="138" y="17"/>
                    <a:pt x="158" y="12"/>
                  </a:cubicBezTo>
                  <a:cubicBezTo>
                    <a:pt x="149" y="29"/>
                    <a:pt x="139" y="46"/>
                    <a:pt x="127" y="61"/>
                  </a:cubicBezTo>
                  <a:cubicBezTo>
                    <a:pt x="124" y="65"/>
                    <a:pt x="120" y="69"/>
                    <a:pt x="116" y="74"/>
                  </a:cubicBezTo>
                  <a:cubicBezTo>
                    <a:pt x="102" y="77"/>
                    <a:pt x="81" y="83"/>
                    <a:pt x="70" y="87"/>
                  </a:cubicBezTo>
                  <a:cubicBezTo>
                    <a:pt x="52" y="93"/>
                    <a:pt x="18" y="113"/>
                    <a:pt x="18" y="113"/>
                  </a:cubicBezTo>
                  <a:cubicBezTo>
                    <a:pt x="18" y="113"/>
                    <a:pt x="62" y="97"/>
                    <a:pt x="85" y="93"/>
                  </a:cubicBezTo>
                  <a:cubicBezTo>
                    <a:pt x="89" y="93"/>
                    <a:pt x="94" y="92"/>
                    <a:pt x="98" y="92"/>
                  </a:cubicBezTo>
                  <a:cubicBezTo>
                    <a:pt x="56" y="131"/>
                    <a:pt x="0" y="174"/>
                    <a:pt x="0" y="174"/>
                  </a:cubicBezTo>
                  <a:cubicBezTo>
                    <a:pt x="0" y="174"/>
                    <a:pt x="91" y="128"/>
                    <a:pt x="127" y="98"/>
                  </a:cubicBezTo>
                  <a:cubicBezTo>
                    <a:pt x="145" y="84"/>
                    <a:pt x="171" y="61"/>
                    <a:pt x="194" y="40"/>
                  </a:cubicBezTo>
                  <a:cubicBezTo>
                    <a:pt x="202" y="52"/>
                    <a:pt x="209" y="66"/>
                    <a:pt x="211" y="79"/>
                  </a:cubicBezTo>
                  <a:cubicBezTo>
                    <a:pt x="218" y="112"/>
                    <a:pt x="251" y="183"/>
                    <a:pt x="251" y="183"/>
                  </a:cubicBezTo>
                  <a:cubicBezTo>
                    <a:pt x="251" y="183"/>
                    <a:pt x="239" y="135"/>
                    <a:pt x="234" y="95"/>
                  </a:cubicBezTo>
                  <a:cubicBezTo>
                    <a:pt x="240" y="98"/>
                    <a:pt x="246" y="100"/>
                    <a:pt x="250" y="102"/>
                  </a:cubicBezTo>
                  <a:cubicBezTo>
                    <a:pt x="260" y="106"/>
                    <a:pt x="283" y="110"/>
                    <a:pt x="283" y="110"/>
                  </a:cubicBezTo>
                  <a:cubicBezTo>
                    <a:pt x="283" y="110"/>
                    <a:pt x="257" y="101"/>
                    <a:pt x="246" y="94"/>
                  </a:cubicBezTo>
                  <a:cubicBezTo>
                    <a:pt x="241" y="91"/>
                    <a:pt x="237" y="87"/>
                    <a:pt x="233" y="84"/>
                  </a:cubicBezTo>
                  <a:cubicBezTo>
                    <a:pt x="233" y="76"/>
                    <a:pt x="232" y="69"/>
                    <a:pt x="233" y="63"/>
                  </a:cubicBezTo>
                  <a:cubicBezTo>
                    <a:pt x="234" y="50"/>
                    <a:pt x="237" y="38"/>
                    <a:pt x="241" y="28"/>
                  </a:cubicBezTo>
                  <a:cubicBezTo>
                    <a:pt x="242" y="28"/>
                    <a:pt x="243" y="28"/>
                    <a:pt x="243" y="28"/>
                  </a:cubicBezTo>
                  <a:cubicBezTo>
                    <a:pt x="253" y="37"/>
                    <a:pt x="265" y="49"/>
                    <a:pt x="276" y="62"/>
                  </a:cubicBezTo>
                  <a:cubicBezTo>
                    <a:pt x="298" y="92"/>
                    <a:pt x="327" y="162"/>
                    <a:pt x="327" y="162"/>
                  </a:cubicBezTo>
                  <a:cubicBezTo>
                    <a:pt x="327" y="162"/>
                    <a:pt x="315" y="99"/>
                    <a:pt x="303" y="71"/>
                  </a:cubicBezTo>
                  <a:cubicBezTo>
                    <a:pt x="302" y="68"/>
                    <a:pt x="300" y="65"/>
                    <a:pt x="299" y="61"/>
                  </a:cubicBezTo>
                  <a:cubicBezTo>
                    <a:pt x="308" y="65"/>
                    <a:pt x="317" y="69"/>
                    <a:pt x="323" y="72"/>
                  </a:cubicBezTo>
                  <a:cubicBezTo>
                    <a:pt x="341" y="79"/>
                    <a:pt x="380" y="86"/>
                    <a:pt x="380" y="86"/>
                  </a:cubicBezTo>
                  <a:cubicBezTo>
                    <a:pt x="380" y="86"/>
                    <a:pt x="336" y="70"/>
                    <a:pt x="317" y="58"/>
                  </a:cubicBezTo>
                  <a:cubicBezTo>
                    <a:pt x="304" y="49"/>
                    <a:pt x="293" y="40"/>
                    <a:pt x="288" y="34"/>
                  </a:cubicBezTo>
                  <a:cubicBezTo>
                    <a:pt x="285" y="27"/>
                    <a:pt x="282" y="20"/>
                    <a:pt x="279" y="12"/>
                  </a:cubicBezTo>
                  <a:cubicBezTo>
                    <a:pt x="298" y="17"/>
                    <a:pt x="321" y="24"/>
                    <a:pt x="336" y="28"/>
                  </a:cubicBezTo>
                  <a:cubicBezTo>
                    <a:pt x="367" y="38"/>
                    <a:pt x="395" y="62"/>
                    <a:pt x="395" y="62"/>
                  </a:cubicBezTo>
                  <a:cubicBezTo>
                    <a:pt x="395" y="62"/>
                    <a:pt x="381" y="31"/>
                    <a:pt x="360" y="17"/>
                  </a:cubicBezTo>
                  <a:cubicBezTo>
                    <a:pt x="358" y="15"/>
                    <a:pt x="356" y="14"/>
                    <a:pt x="354" y="13"/>
                  </a:cubicBezTo>
                  <a:cubicBezTo>
                    <a:pt x="347" y="8"/>
                    <a:pt x="338" y="4"/>
                    <a:pt x="329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0" y="1"/>
                    <a:pt x="108" y="3"/>
                    <a:pt x="106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1" name="Freeform: Shape 37"/>
            <p:cNvSpPr>
              <a:spLocks/>
            </p:cNvSpPr>
            <p:nvPr/>
          </p:nvSpPr>
          <p:spPr bwMode="auto">
            <a:xfrm>
              <a:off x="7948670" y="2078801"/>
              <a:ext cx="722302" cy="590386"/>
            </a:xfrm>
            <a:custGeom>
              <a:avLst/>
              <a:gdLst>
                <a:gd name="T0" fmla="*/ 442 w 501"/>
                <a:gd name="T1" fmla="*/ 374 h 409"/>
                <a:gd name="T2" fmla="*/ 168 w 501"/>
                <a:gd name="T3" fmla="*/ 264 h 409"/>
                <a:gd name="T4" fmla="*/ 0 w 501"/>
                <a:gd name="T5" fmla="*/ 7 h 409"/>
                <a:gd name="T6" fmla="*/ 451 w 501"/>
                <a:gd name="T7" fmla="*/ 171 h 409"/>
                <a:gd name="T8" fmla="*/ 463 w 501"/>
                <a:gd name="T9" fmla="*/ 357 h 409"/>
                <a:gd name="T10" fmla="*/ 442 w 501"/>
                <a:gd name="T11" fmla="*/ 374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1" h="409">
                  <a:moveTo>
                    <a:pt x="442" y="374"/>
                  </a:moveTo>
                  <a:cubicBezTo>
                    <a:pt x="324" y="409"/>
                    <a:pt x="212" y="382"/>
                    <a:pt x="168" y="264"/>
                  </a:cubicBezTo>
                  <a:cubicBezTo>
                    <a:pt x="122" y="144"/>
                    <a:pt x="81" y="59"/>
                    <a:pt x="0" y="7"/>
                  </a:cubicBezTo>
                  <a:cubicBezTo>
                    <a:pt x="181" y="0"/>
                    <a:pt x="347" y="28"/>
                    <a:pt x="451" y="171"/>
                  </a:cubicBezTo>
                  <a:cubicBezTo>
                    <a:pt x="501" y="243"/>
                    <a:pt x="495" y="305"/>
                    <a:pt x="463" y="357"/>
                  </a:cubicBezTo>
                  <a:lnTo>
                    <a:pt x="442" y="3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2" name="Freeform: Shape 38"/>
            <p:cNvSpPr>
              <a:spLocks/>
            </p:cNvSpPr>
            <p:nvPr/>
          </p:nvSpPr>
          <p:spPr bwMode="auto">
            <a:xfrm>
              <a:off x="8921831" y="2238833"/>
              <a:ext cx="615254" cy="471443"/>
            </a:xfrm>
            <a:custGeom>
              <a:avLst/>
              <a:gdLst>
                <a:gd name="T0" fmla="*/ 36 w 427"/>
                <a:gd name="T1" fmla="*/ 265 h 327"/>
                <a:gd name="T2" fmla="*/ 268 w 427"/>
                <a:gd name="T3" fmla="*/ 221 h 327"/>
                <a:gd name="T4" fmla="*/ 427 w 427"/>
                <a:gd name="T5" fmla="*/ 29 h 327"/>
                <a:gd name="T6" fmla="*/ 99 w 427"/>
                <a:gd name="T7" fmla="*/ 80 h 327"/>
                <a:gd name="T8" fmla="*/ 25 w 427"/>
                <a:gd name="T9" fmla="*/ 246 h 327"/>
                <a:gd name="T10" fmla="*/ 36 w 427"/>
                <a:gd name="T11" fmla="*/ 265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7" h="327">
                  <a:moveTo>
                    <a:pt x="36" y="265"/>
                  </a:moveTo>
                  <a:cubicBezTo>
                    <a:pt x="115" y="327"/>
                    <a:pt x="213" y="322"/>
                    <a:pt x="268" y="221"/>
                  </a:cubicBezTo>
                  <a:cubicBezTo>
                    <a:pt x="308" y="145"/>
                    <a:pt x="348" y="77"/>
                    <a:pt x="427" y="29"/>
                  </a:cubicBezTo>
                  <a:cubicBezTo>
                    <a:pt x="305" y="0"/>
                    <a:pt x="194" y="8"/>
                    <a:pt x="99" y="80"/>
                  </a:cubicBezTo>
                  <a:cubicBezTo>
                    <a:pt x="99" y="80"/>
                    <a:pt x="0" y="141"/>
                    <a:pt x="25" y="246"/>
                  </a:cubicBezTo>
                  <a:lnTo>
                    <a:pt x="36" y="2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3" name="Freeform: Shape 39"/>
            <p:cNvSpPr>
              <a:spLocks/>
            </p:cNvSpPr>
            <p:nvPr/>
          </p:nvSpPr>
          <p:spPr bwMode="auto">
            <a:xfrm>
              <a:off x="7566977" y="2514562"/>
              <a:ext cx="2186369" cy="3075189"/>
            </a:xfrm>
            <a:custGeom>
              <a:avLst/>
              <a:gdLst>
                <a:gd name="T0" fmla="*/ 243 w 1517"/>
                <a:gd name="T1" fmla="*/ 1096 h 2133"/>
                <a:gd name="T2" fmla="*/ 54 w 1517"/>
                <a:gd name="T3" fmla="*/ 868 h 2133"/>
                <a:gd name="T4" fmla="*/ 345 w 1517"/>
                <a:gd name="T5" fmla="*/ 1058 h 2133"/>
                <a:gd name="T6" fmla="*/ 521 w 1517"/>
                <a:gd name="T7" fmla="*/ 1132 h 2133"/>
                <a:gd name="T8" fmla="*/ 487 w 1517"/>
                <a:gd name="T9" fmla="*/ 1052 h 2133"/>
                <a:gd name="T10" fmla="*/ 442 w 1517"/>
                <a:gd name="T11" fmla="*/ 915 h 2133"/>
                <a:gd name="T12" fmla="*/ 0 w 1517"/>
                <a:gd name="T13" fmla="*/ 527 h 2133"/>
                <a:gd name="T14" fmla="*/ 422 w 1517"/>
                <a:gd name="T15" fmla="*/ 767 h 2133"/>
                <a:gd name="T16" fmla="*/ 439 w 1517"/>
                <a:gd name="T17" fmla="*/ 583 h 2133"/>
                <a:gd name="T18" fmla="*/ 274 w 1517"/>
                <a:gd name="T19" fmla="*/ 268 h 2133"/>
                <a:gd name="T20" fmla="*/ 465 w 1517"/>
                <a:gd name="T21" fmla="*/ 494 h 2133"/>
                <a:gd name="T22" fmla="*/ 562 w 1517"/>
                <a:gd name="T23" fmla="*/ 312 h 2133"/>
                <a:gd name="T24" fmla="*/ 533 w 1517"/>
                <a:gd name="T25" fmla="*/ 944 h 2133"/>
                <a:gd name="T26" fmla="*/ 748 w 1517"/>
                <a:gd name="T27" fmla="*/ 513 h 2133"/>
                <a:gd name="T28" fmla="*/ 647 w 1517"/>
                <a:gd name="T29" fmla="*/ 1177 h 2133"/>
                <a:gd name="T30" fmla="*/ 723 w 1517"/>
                <a:gd name="T31" fmla="*/ 1368 h 2133"/>
                <a:gd name="T32" fmla="*/ 894 w 1517"/>
                <a:gd name="T33" fmla="*/ 949 h 2133"/>
                <a:gd name="T34" fmla="*/ 672 w 1517"/>
                <a:gd name="T35" fmla="*/ 0 h 2133"/>
                <a:gd name="T36" fmla="*/ 859 w 1517"/>
                <a:gd name="T37" fmla="*/ 284 h 2133"/>
                <a:gd name="T38" fmla="*/ 1014 w 1517"/>
                <a:gd name="T39" fmla="*/ 21 h 2133"/>
                <a:gd name="T40" fmla="*/ 908 w 1517"/>
                <a:gd name="T41" fmla="*/ 399 h 2133"/>
                <a:gd name="T42" fmla="*/ 986 w 1517"/>
                <a:gd name="T43" fmla="*/ 893 h 2133"/>
                <a:gd name="T44" fmla="*/ 947 w 1517"/>
                <a:gd name="T45" fmla="*/ 1139 h 2133"/>
                <a:gd name="T46" fmla="*/ 1123 w 1517"/>
                <a:gd name="T47" fmla="*/ 297 h 2133"/>
                <a:gd name="T48" fmla="*/ 1147 w 1517"/>
                <a:gd name="T49" fmla="*/ 676 h 2133"/>
                <a:gd name="T50" fmla="*/ 1517 w 1517"/>
                <a:gd name="T51" fmla="*/ 551 h 2133"/>
                <a:gd name="T52" fmla="*/ 1141 w 1517"/>
                <a:gd name="T53" fmla="*/ 760 h 2133"/>
                <a:gd name="T54" fmla="*/ 1053 w 1517"/>
                <a:gd name="T55" fmla="*/ 1131 h 2133"/>
                <a:gd name="T56" fmla="*/ 1236 w 1517"/>
                <a:gd name="T57" fmla="*/ 1105 h 2133"/>
                <a:gd name="T58" fmla="*/ 1448 w 1517"/>
                <a:gd name="T59" fmla="*/ 831 h 2133"/>
                <a:gd name="T60" fmla="*/ 1299 w 1517"/>
                <a:gd name="T61" fmla="*/ 1117 h 2133"/>
                <a:gd name="T62" fmla="*/ 1500 w 1517"/>
                <a:gd name="T63" fmla="*/ 1218 h 2133"/>
                <a:gd name="T64" fmla="*/ 996 w 1517"/>
                <a:gd name="T65" fmla="*/ 1251 h 2133"/>
                <a:gd name="T66" fmla="*/ 929 w 1517"/>
                <a:gd name="T67" fmla="*/ 1357 h 2133"/>
                <a:gd name="T68" fmla="*/ 655 w 1517"/>
                <a:gd name="T69" fmla="*/ 2132 h 2133"/>
                <a:gd name="T70" fmla="*/ 389 w 1517"/>
                <a:gd name="T71" fmla="*/ 2133 h 2133"/>
                <a:gd name="T72" fmla="*/ 566 w 1517"/>
                <a:gd name="T73" fmla="*/ 1551 h 2133"/>
                <a:gd name="T74" fmla="*/ 587 w 1517"/>
                <a:gd name="T75" fmla="*/ 1364 h 2133"/>
                <a:gd name="T76" fmla="*/ 326 w 1517"/>
                <a:gd name="T77" fmla="*/ 1121 h 2133"/>
                <a:gd name="T78" fmla="*/ 323 w 1517"/>
                <a:gd name="T79" fmla="*/ 1121 h 2133"/>
                <a:gd name="T80" fmla="*/ 32 w 1517"/>
                <a:gd name="T81" fmla="*/ 1300 h 2133"/>
                <a:gd name="T82" fmla="*/ 243 w 1517"/>
                <a:gd name="T83" fmla="*/ 1096 h 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17" h="2133">
                  <a:moveTo>
                    <a:pt x="243" y="1096"/>
                  </a:moveTo>
                  <a:cubicBezTo>
                    <a:pt x="146" y="1058"/>
                    <a:pt x="62" y="979"/>
                    <a:pt x="54" y="868"/>
                  </a:cubicBezTo>
                  <a:cubicBezTo>
                    <a:pt x="86" y="1046"/>
                    <a:pt x="244" y="1042"/>
                    <a:pt x="345" y="1058"/>
                  </a:cubicBezTo>
                  <a:cubicBezTo>
                    <a:pt x="427" y="1070"/>
                    <a:pt x="475" y="1090"/>
                    <a:pt x="521" y="1132"/>
                  </a:cubicBezTo>
                  <a:cubicBezTo>
                    <a:pt x="511" y="1107"/>
                    <a:pt x="500" y="1081"/>
                    <a:pt x="487" y="1052"/>
                  </a:cubicBezTo>
                  <a:cubicBezTo>
                    <a:pt x="468" y="1008"/>
                    <a:pt x="453" y="962"/>
                    <a:pt x="442" y="915"/>
                  </a:cubicBezTo>
                  <a:cubicBezTo>
                    <a:pt x="369" y="736"/>
                    <a:pt x="235" y="531"/>
                    <a:pt x="0" y="527"/>
                  </a:cubicBezTo>
                  <a:cubicBezTo>
                    <a:pt x="140" y="517"/>
                    <a:pt x="304" y="621"/>
                    <a:pt x="422" y="767"/>
                  </a:cubicBezTo>
                  <a:cubicBezTo>
                    <a:pt x="420" y="706"/>
                    <a:pt x="426" y="644"/>
                    <a:pt x="439" y="583"/>
                  </a:cubicBezTo>
                  <a:cubicBezTo>
                    <a:pt x="443" y="468"/>
                    <a:pt x="409" y="341"/>
                    <a:pt x="274" y="268"/>
                  </a:cubicBezTo>
                  <a:cubicBezTo>
                    <a:pt x="358" y="306"/>
                    <a:pt x="433" y="384"/>
                    <a:pt x="465" y="494"/>
                  </a:cubicBezTo>
                  <a:cubicBezTo>
                    <a:pt x="488" y="431"/>
                    <a:pt x="520" y="370"/>
                    <a:pt x="562" y="312"/>
                  </a:cubicBezTo>
                  <a:cubicBezTo>
                    <a:pt x="412" y="562"/>
                    <a:pt x="458" y="770"/>
                    <a:pt x="533" y="944"/>
                  </a:cubicBezTo>
                  <a:cubicBezTo>
                    <a:pt x="540" y="759"/>
                    <a:pt x="630" y="606"/>
                    <a:pt x="748" y="513"/>
                  </a:cubicBezTo>
                  <a:cubicBezTo>
                    <a:pt x="562" y="709"/>
                    <a:pt x="577" y="987"/>
                    <a:pt x="647" y="1177"/>
                  </a:cubicBezTo>
                  <a:cubicBezTo>
                    <a:pt x="687" y="1254"/>
                    <a:pt x="712" y="1307"/>
                    <a:pt x="723" y="1368"/>
                  </a:cubicBezTo>
                  <a:cubicBezTo>
                    <a:pt x="802" y="1219"/>
                    <a:pt x="871" y="1054"/>
                    <a:pt x="894" y="949"/>
                  </a:cubicBezTo>
                  <a:cubicBezTo>
                    <a:pt x="946" y="713"/>
                    <a:pt x="927" y="336"/>
                    <a:pt x="672" y="0"/>
                  </a:cubicBezTo>
                  <a:cubicBezTo>
                    <a:pt x="738" y="76"/>
                    <a:pt x="805" y="175"/>
                    <a:pt x="859" y="284"/>
                  </a:cubicBezTo>
                  <a:cubicBezTo>
                    <a:pt x="872" y="168"/>
                    <a:pt x="935" y="75"/>
                    <a:pt x="1014" y="21"/>
                  </a:cubicBezTo>
                  <a:cubicBezTo>
                    <a:pt x="879" y="127"/>
                    <a:pt x="877" y="278"/>
                    <a:pt x="908" y="399"/>
                  </a:cubicBezTo>
                  <a:cubicBezTo>
                    <a:pt x="968" y="553"/>
                    <a:pt x="1003" y="725"/>
                    <a:pt x="986" y="893"/>
                  </a:cubicBezTo>
                  <a:cubicBezTo>
                    <a:pt x="982" y="933"/>
                    <a:pt x="969" y="1057"/>
                    <a:pt x="947" y="1139"/>
                  </a:cubicBezTo>
                  <a:cubicBezTo>
                    <a:pt x="1083" y="947"/>
                    <a:pt x="1170" y="665"/>
                    <a:pt x="1123" y="297"/>
                  </a:cubicBezTo>
                  <a:cubicBezTo>
                    <a:pt x="1146" y="409"/>
                    <a:pt x="1154" y="538"/>
                    <a:pt x="1147" y="676"/>
                  </a:cubicBezTo>
                  <a:cubicBezTo>
                    <a:pt x="1253" y="558"/>
                    <a:pt x="1397" y="525"/>
                    <a:pt x="1517" y="551"/>
                  </a:cubicBezTo>
                  <a:cubicBezTo>
                    <a:pt x="1320" y="524"/>
                    <a:pt x="1198" y="640"/>
                    <a:pt x="1141" y="760"/>
                  </a:cubicBezTo>
                  <a:cubicBezTo>
                    <a:pt x="1125" y="887"/>
                    <a:pt x="1100" y="1011"/>
                    <a:pt x="1053" y="1131"/>
                  </a:cubicBezTo>
                  <a:cubicBezTo>
                    <a:pt x="1115" y="1108"/>
                    <a:pt x="1177" y="1101"/>
                    <a:pt x="1236" y="1105"/>
                  </a:cubicBezTo>
                  <a:cubicBezTo>
                    <a:pt x="1336" y="1065"/>
                    <a:pt x="1433" y="985"/>
                    <a:pt x="1448" y="831"/>
                  </a:cubicBezTo>
                  <a:cubicBezTo>
                    <a:pt x="1445" y="933"/>
                    <a:pt x="1395" y="1045"/>
                    <a:pt x="1299" y="1117"/>
                  </a:cubicBezTo>
                  <a:cubicBezTo>
                    <a:pt x="1371" y="1134"/>
                    <a:pt x="1442" y="1168"/>
                    <a:pt x="1500" y="1218"/>
                  </a:cubicBezTo>
                  <a:cubicBezTo>
                    <a:pt x="1270" y="1137"/>
                    <a:pt x="1113" y="1167"/>
                    <a:pt x="996" y="1251"/>
                  </a:cubicBezTo>
                  <a:cubicBezTo>
                    <a:pt x="976" y="1286"/>
                    <a:pt x="954" y="1325"/>
                    <a:pt x="929" y="1357"/>
                  </a:cubicBezTo>
                  <a:cubicBezTo>
                    <a:pt x="725" y="1640"/>
                    <a:pt x="611" y="1861"/>
                    <a:pt x="655" y="2132"/>
                  </a:cubicBezTo>
                  <a:cubicBezTo>
                    <a:pt x="389" y="2133"/>
                    <a:pt x="389" y="2133"/>
                    <a:pt x="389" y="2133"/>
                  </a:cubicBezTo>
                  <a:cubicBezTo>
                    <a:pt x="379" y="1934"/>
                    <a:pt x="437" y="1735"/>
                    <a:pt x="566" y="1551"/>
                  </a:cubicBezTo>
                  <a:cubicBezTo>
                    <a:pt x="585" y="1482"/>
                    <a:pt x="592" y="1424"/>
                    <a:pt x="587" y="1364"/>
                  </a:cubicBezTo>
                  <a:cubicBezTo>
                    <a:pt x="540" y="1242"/>
                    <a:pt x="476" y="1149"/>
                    <a:pt x="326" y="1121"/>
                  </a:cubicBezTo>
                  <a:cubicBezTo>
                    <a:pt x="323" y="1121"/>
                    <a:pt x="323" y="1121"/>
                    <a:pt x="323" y="1121"/>
                  </a:cubicBezTo>
                  <a:cubicBezTo>
                    <a:pt x="217" y="1123"/>
                    <a:pt x="99" y="1161"/>
                    <a:pt x="32" y="1300"/>
                  </a:cubicBezTo>
                  <a:cubicBezTo>
                    <a:pt x="67" y="1213"/>
                    <a:pt x="140" y="1133"/>
                    <a:pt x="243" y="1096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4" name="Freeform: Shape 40"/>
            <p:cNvSpPr>
              <a:spLocks/>
            </p:cNvSpPr>
            <p:nvPr/>
          </p:nvSpPr>
          <p:spPr bwMode="auto">
            <a:xfrm>
              <a:off x="9086186" y="2687567"/>
              <a:ext cx="195715" cy="337363"/>
            </a:xfrm>
            <a:custGeom>
              <a:avLst/>
              <a:gdLst>
                <a:gd name="T0" fmla="*/ 83 w 136"/>
                <a:gd name="T1" fmla="*/ 230 h 234"/>
                <a:gd name="T2" fmla="*/ 85 w 136"/>
                <a:gd name="T3" fmla="*/ 229 h 234"/>
                <a:gd name="T4" fmla="*/ 85 w 136"/>
                <a:gd name="T5" fmla="*/ 229 h 234"/>
                <a:gd name="T6" fmla="*/ 120 w 136"/>
                <a:gd name="T7" fmla="*/ 143 h 234"/>
                <a:gd name="T8" fmla="*/ 112 w 136"/>
                <a:gd name="T9" fmla="*/ 0 h 234"/>
                <a:gd name="T10" fmla="*/ 4 w 136"/>
                <a:gd name="T11" fmla="*/ 159 h 234"/>
                <a:gd name="T12" fmla="*/ 70 w 136"/>
                <a:gd name="T13" fmla="*/ 230 h 234"/>
                <a:gd name="T14" fmla="*/ 83 w 136"/>
                <a:gd name="T15" fmla="*/ 229 h 234"/>
                <a:gd name="T16" fmla="*/ 83 w 136"/>
                <a:gd name="T17" fmla="*/ 230 h 234"/>
                <a:gd name="T18" fmla="*/ 87 w 136"/>
                <a:gd name="T19" fmla="*/ 44 h 234"/>
                <a:gd name="T20" fmla="*/ 87 w 136"/>
                <a:gd name="T21" fmla="*/ 44 h 234"/>
                <a:gd name="T22" fmla="*/ 87 w 136"/>
                <a:gd name="T23" fmla="*/ 4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" h="234">
                  <a:moveTo>
                    <a:pt x="83" y="230"/>
                  </a:moveTo>
                  <a:cubicBezTo>
                    <a:pt x="84" y="230"/>
                    <a:pt x="84" y="229"/>
                    <a:pt x="85" y="229"/>
                  </a:cubicBezTo>
                  <a:cubicBezTo>
                    <a:pt x="85" y="229"/>
                    <a:pt x="85" y="229"/>
                    <a:pt x="85" y="229"/>
                  </a:cubicBezTo>
                  <a:cubicBezTo>
                    <a:pt x="122" y="209"/>
                    <a:pt x="136" y="174"/>
                    <a:pt x="120" y="143"/>
                  </a:cubicBezTo>
                  <a:cubicBezTo>
                    <a:pt x="101" y="98"/>
                    <a:pt x="100" y="49"/>
                    <a:pt x="112" y="0"/>
                  </a:cubicBezTo>
                  <a:cubicBezTo>
                    <a:pt x="64" y="39"/>
                    <a:pt x="10" y="86"/>
                    <a:pt x="4" y="159"/>
                  </a:cubicBezTo>
                  <a:cubicBezTo>
                    <a:pt x="0" y="208"/>
                    <a:pt x="19" y="234"/>
                    <a:pt x="70" y="230"/>
                  </a:cubicBezTo>
                  <a:cubicBezTo>
                    <a:pt x="83" y="229"/>
                    <a:pt x="83" y="229"/>
                    <a:pt x="83" y="229"/>
                  </a:cubicBezTo>
                  <a:lnTo>
                    <a:pt x="83" y="230"/>
                  </a:lnTo>
                  <a:close/>
                  <a:moveTo>
                    <a:pt x="87" y="44"/>
                  </a:moveTo>
                  <a:cubicBezTo>
                    <a:pt x="87" y="44"/>
                    <a:pt x="87" y="44"/>
                    <a:pt x="87" y="44"/>
                  </a:cubicBezTo>
                  <a:cubicBezTo>
                    <a:pt x="87" y="44"/>
                    <a:pt x="87" y="44"/>
                    <a:pt x="87" y="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5" name="Freeform: Shape 41"/>
            <p:cNvSpPr>
              <a:spLocks/>
            </p:cNvSpPr>
            <p:nvPr/>
          </p:nvSpPr>
          <p:spPr bwMode="auto">
            <a:xfrm>
              <a:off x="9645215" y="3153604"/>
              <a:ext cx="661749" cy="434680"/>
            </a:xfrm>
            <a:custGeom>
              <a:avLst/>
              <a:gdLst>
                <a:gd name="T0" fmla="*/ 0 w 459"/>
                <a:gd name="T1" fmla="*/ 113 h 302"/>
                <a:gd name="T2" fmla="*/ 197 w 459"/>
                <a:gd name="T3" fmla="*/ 278 h 302"/>
                <a:gd name="T4" fmla="*/ 459 w 459"/>
                <a:gd name="T5" fmla="*/ 277 h 302"/>
                <a:gd name="T6" fmla="*/ 189 w 459"/>
                <a:gd name="T7" fmla="*/ 36 h 302"/>
                <a:gd name="T8" fmla="*/ 12 w 459"/>
                <a:gd name="T9" fmla="*/ 85 h 302"/>
                <a:gd name="T10" fmla="*/ 12 w 459"/>
                <a:gd name="T11" fmla="*/ 85 h 302"/>
                <a:gd name="T12" fmla="*/ 12 w 459"/>
                <a:gd name="T13" fmla="*/ 85 h 302"/>
                <a:gd name="T14" fmla="*/ 7 w 459"/>
                <a:gd name="T15" fmla="*/ 91 h 302"/>
                <a:gd name="T16" fmla="*/ 9 w 459"/>
                <a:gd name="T17" fmla="*/ 91 h 302"/>
                <a:gd name="T18" fmla="*/ 0 w 459"/>
                <a:gd name="T19" fmla="*/ 113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9" h="302">
                  <a:moveTo>
                    <a:pt x="0" y="113"/>
                  </a:moveTo>
                  <a:cubicBezTo>
                    <a:pt x="7" y="226"/>
                    <a:pt x="79" y="302"/>
                    <a:pt x="197" y="278"/>
                  </a:cubicBezTo>
                  <a:cubicBezTo>
                    <a:pt x="285" y="260"/>
                    <a:pt x="367" y="245"/>
                    <a:pt x="459" y="277"/>
                  </a:cubicBezTo>
                  <a:cubicBezTo>
                    <a:pt x="397" y="155"/>
                    <a:pt x="309" y="65"/>
                    <a:pt x="189" y="36"/>
                  </a:cubicBezTo>
                  <a:cubicBezTo>
                    <a:pt x="189" y="36"/>
                    <a:pt x="78" y="0"/>
                    <a:pt x="12" y="85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0" y="87"/>
                    <a:pt x="9" y="89"/>
                    <a:pt x="7" y="91"/>
                  </a:cubicBezTo>
                  <a:cubicBezTo>
                    <a:pt x="8" y="91"/>
                    <a:pt x="8" y="91"/>
                    <a:pt x="9" y="91"/>
                  </a:cubicBezTo>
                  <a:lnTo>
                    <a:pt x="0" y="1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6" name="Freeform: Shape 42"/>
            <p:cNvSpPr>
              <a:spLocks/>
            </p:cNvSpPr>
            <p:nvPr/>
          </p:nvSpPr>
          <p:spPr bwMode="auto">
            <a:xfrm>
              <a:off x="9565200" y="3477992"/>
              <a:ext cx="185982" cy="303842"/>
            </a:xfrm>
            <a:custGeom>
              <a:avLst/>
              <a:gdLst>
                <a:gd name="T0" fmla="*/ 50 w 129"/>
                <a:gd name="T1" fmla="*/ 211 h 211"/>
                <a:gd name="T2" fmla="*/ 44 w 129"/>
                <a:gd name="T3" fmla="*/ 209 h 211"/>
                <a:gd name="T4" fmla="*/ 44 w 129"/>
                <a:gd name="T5" fmla="*/ 209 h 211"/>
                <a:gd name="T6" fmla="*/ 44 w 129"/>
                <a:gd name="T7" fmla="*/ 209 h 211"/>
                <a:gd name="T8" fmla="*/ 9 w 129"/>
                <a:gd name="T9" fmla="*/ 134 h 211"/>
                <a:gd name="T10" fmla="*/ 1 w 129"/>
                <a:gd name="T11" fmla="*/ 0 h 211"/>
                <a:gd name="T12" fmla="*/ 121 w 129"/>
                <a:gd name="T13" fmla="*/ 134 h 211"/>
                <a:gd name="T14" fmla="*/ 57 w 129"/>
                <a:gd name="T15" fmla="*/ 211 h 211"/>
                <a:gd name="T16" fmla="*/ 50 w 129"/>
                <a:gd name="T17" fmla="*/ 210 h 211"/>
                <a:gd name="T18" fmla="*/ 50 w 129"/>
                <a:gd name="T19" fmla="*/ 21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211">
                  <a:moveTo>
                    <a:pt x="50" y="211"/>
                  </a:moveTo>
                  <a:cubicBezTo>
                    <a:pt x="48" y="211"/>
                    <a:pt x="46" y="210"/>
                    <a:pt x="44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10" y="195"/>
                    <a:pt x="0" y="165"/>
                    <a:pt x="9" y="134"/>
                  </a:cubicBezTo>
                  <a:cubicBezTo>
                    <a:pt x="21" y="88"/>
                    <a:pt x="18" y="45"/>
                    <a:pt x="1" y="0"/>
                  </a:cubicBezTo>
                  <a:cubicBezTo>
                    <a:pt x="51" y="31"/>
                    <a:pt x="106" y="67"/>
                    <a:pt x="121" y="134"/>
                  </a:cubicBezTo>
                  <a:cubicBezTo>
                    <a:pt x="129" y="180"/>
                    <a:pt x="109" y="207"/>
                    <a:pt x="57" y="211"/>
                  </a:cubicBezTo>
                  <a:cubicBezTo>
                    <a:pt x="50" y="210"/>
                    <a:pt x="50" y="210"/>
                    <a:pt x="50" y="210"/>
                  </a:cubicBezTo>
                  <a:lnTo>
                    <a:pt x="50" y="2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7" name="Freeform: Shape 43"/>
            <p:cNvSpPr>
              <a:spLocks/>
            </p:cNvSpPr>
            <p:nvPr/>
          </p:nvSpPr>
          <p:spPr bwMode="auto">
            <a:xfrm>
              <a:off x="9627913" y="4109464"/>
              <a:ext cx="522264" cy="730953"/>
            </a:xfrm>
            <a:custGeom>
              <a:avLst/>
              <a:gdLst>
                <a:gd name="T0" fmla="*/ 28 w 362"/>
                <a:gd name="T1" fmla="*/ 104 h 507"/>
                <a:gd name="T2" fmla="*/ 25 w 362"/>
                <a:gd name="T3" fmla="*/ 116 h 507"/>
                <a:gd name="T4" fmla="*/ 102 w 362"/>
                <a:gd name="T5" fmla="*/ 291 h 507"/>
                <a:gd name="T6" fmla="*/ 319 w 362"/>
                <a:gd name="T7" fmla="*/ 507 h 507"/>
                <a:gd name="T8" fmla="*/ 266 w 362"/>
                <a:gd name="T9" fmla="*/ 83 h 507"/>
                <a:gd name="T10" fmla="*/ 48 w 362"/>
                <a:gd name="T11" fmla="*/ 78 h 507"/>
                <a:gd name="T12" fmla="*/ 48 w 362"/>
                <a:gd name="T13" fmla="*/ 78 h 507"/>
                <a:gd name="T14" fmla="*/ 48 w 362"/>
                <a:gd name="T15" fmla="*/ 78 h 507"/>
                <a:gd name="T16" fmla="*/ 43 w 362"/>
                <a:gd name="T17" fmla="*/ 83 h 507"/>
                <a:gd name="T18" fmla="*/ 44 w 362"/>
                <a:gd name="T19" fmla="*/ 83 h 507"/>
                <a:gd name="T20" fmla="*/ 28 w 362"/>
                <a:gd name="T21" fmla="*/ 104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2" h="507">
                  <a:moveTo>
                    <a:pt x="28" y="104"/>
                  </a:moveTo>
                  <a:cubicBezTo>
                    <a:pt x="27" y="108"/>
                    <a:pt x="26" y="112"/>
                    <a:pt x="25" y="116"/>
                  </a:cubicBezTo>
                  <a:cubicBezTo>
                    <a:pt x="0" y="199"/>
                    <a:pt x="35" y="259"/>
                    <a:pt x="102" y="291"/>
                  </a:cubicBezTo>
                  <a:cubicBezTo>
                    <a:pt x="196" y="335"/>
                    <a:pt x="268" y="409"/>
                    <a:pt x="319" y="507"/>
                  </a:cubicBezTo>
                  <a:cubicBezTo>
                    <a:pt x="342" y="367"/>
                    <a:pt x="362" y="210"/>
                    <a:pt x="266" y="83"/>
                  </a:cubicBezTo>
                  <a:cubicBezTo>
                    <a:pt x="203" y="0"/>
                    <a:pt x="127" y="0"/>
                    <a:pt x="48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8" y="78"/>
                    <a:pt x="48" y="78"/>
                    <a:pt x="48" y="78"/>
                  </a:cubicBezTo>
                  <a:cubicBezTo>
                    <a:pt x="46" y="80"/>
                    <a:pt x="45" y="81"/>
                    <a:pt x="43" y="83"/>
                  </a:cubicBezTo>
                  <a:cubicBezTo>
                    <a:pt x="44" y="83"/>
                    <a:pt x="44" y="83"/>
                    <a:pt x="44" y="83"/>
                  </a:cubicBezTo>
                  <a:lnTo>
                    <a:pt x="28" y="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8" name="Freeform: Shape 44"/>
            <p:cNvSpPr>
              <a:spLocks/>
            </p:cNvSpPr>
            <p:nvPr/>
          </p:nvSpPr>
          <p:spPr bwMode="auto">
            <a:xfrm>
              <a:off x="8588795" y="3162256"/>
              <a:ext cx="206525" cy="165438"/>
            </a:xfrm>
            <a:custGeom>
              <a:avLst/>
              <a:gdLst>
                <a:gd name="T0" fmla="*/ 16 w 143"/>
                <a:gd name="T1" fmla="*/ 94 h 115"/>
                <a:gd name="T2" fmla="*/ 93 w 143"/>
                <a:gd name="T3" fmla="*/ 76 h 115"/>
                <a:gd name="T4" fmla="*/ 143 w 143"/>
                <a:gd name="T5" fmla="*/ 10 h 115"/>
                <a:gd name="T6" fmla="*/ 35 w 143"/>
                <a:gd name="T7" fmla="*/ 31 h 115"/>
                <a:gd name="T8" fmla="*/ 11 w 143"/>
                <a:gd name="T9" fmla="*/ 86 h 115"/>
                <a:gd name="T10" fmla="*/ 18 w 143"/>
                <a:gd name="T11" fmla="*/ 91 h 115"/>
                <a:gd name="T12" fmla="*/ 18 w 143"/>
                <a:gd name="T13" fmla="*/ 91 h 115"/>
                <a:gd name="T14" fmla="*/ 16 w 143"/>
                <a:gd name="T15" fmla="*/ 94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3" h="115">
                  <a:moveTo>
                    <a:pt x="16" y="94"/>
                  </a:moveTo>
                  <a:cubicBezTo>
                    <a:pt x="45" y="115"/>
                    <a:pt x="76" y="111"/>
                    <a:pt x="93" y="76"/>
                  </a:cubicBezTo>
                  <a:cubicBezTo>
                    <a:pt x="106" y="51"/>
                    <a:pt x="118" y="27"/>
                    <a:pt x="143" y="10"/>
                  </a:cubicBezTo>
                  <a:cubicBezTo>
                    <a:pt x="102" y="0"/>
                    <a:pt x="66" y="7"/>
                    <a:pt x="35" y="31"/>
                  </a:cubicBezTo>
                  <a:cubicBezTo>
                    <a:pt x="35" y="31"/>
                    <a:pt x="0" y="51"/>
                    <a:pt x="11" y="86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17" y="92"/>
                    <a:pt x="17" y="93"/>
                    <a:pt x="16" y="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9" name="Freeform: Shape 45"/>
            <p:cNvSpPr>
              <a:spLocks/>
            </p:cNvSpPr>
            <p:nvPr/>
          </p:nvSpPr>
          <p:spPr bwMode="auto">
            <a:xfrm>
              <a:off x="8287115" y="2779478"/>
              <a:ext cx="375209" cy="274647"/>
            </a:xfrm>
            <a:custGeom>
              <a:avLst/>
              <a:gdLst>
                <a:gd name="T0" fmla="*/ 45 w 260"/>
                <a:gd name="T1" fmla="*/ 166 h 190"/>
                <a:gd name="T2" fmla="*/ 140 w 260"/>
                <a:gd name="T3" fmla="*/ 143 h 190"/>
                <a:gd name="T4" fmla="*/ 260 w 260"/>
                <a:gd name="T5" fmla="*/ 43 h 190"/>
                <a:gd name="T6" fmla="*/ 53 w 260"/>
                <a:gd name="T7" fmla="*/ 42 h 190"/>
                <a:gd name="T8" fmla="*/ 37 w 260"/>
                <a:gd name="T9" fmla="*/ 158 h 190"/>
                <a:gd name="T10" fmla="*/ 45 w 260"/>
                <a:gd name="T11" fmla="*/ 16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0" h="190">
                  <a:moveTo>
                    <a:pt x="45" y="166"/>
                  </a:moveTo>
                  <a:cubicBezTo>
                    <a:pt x="84" y="190"/>
                    <a:pt x="120" y="175"/>
                    <a:pt x="140" y="143"/>
                  </a:cubicBezTo>
                  <a:cubicBezTo>
                    <a:pt x="168" y="96"/>
                    <a:pt x="208" y="63"/>
                    <a:pt x="260" y="43"/>
                  </a:cubicBezTo>
                  <a:cubicBezTo>
                    <a:pt x="194" y="20"/>
                    <a:pt x="119" y="0"/>
                    <a:pt x="53" y="42"/>
                  </a:cubicBezTo>
                  <a:cubicBezTo>
                    <a:pt x="7" y="67"/>
                    <a:pt x="0" y="111"/>
                    <a:pt x="37" y="158"/>
                  </a:cubicBezTo>
                  <a:lnTo>
                    <a:pt x="45" y="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0" name="Freeform: Shape 46"/>
            <p:cNvSpPr>
              <a:spLocks/>
            </p:cNvSpPr>
            <p:nvPr/>
          </p:nvSpPr>
          <p:spPr bwMode="auto">
            <a:xfrm>
              <a:off x="7519399" y="2699463"/>
              <a:ext cx="523345" cy="371964"/>
            </a:xfrm>
            <a:custGeom>
              <a:avLst/>
              <a:gdLst>
                <a:gd name="T0" fmla="*/ 355 w 363"/>
                <a:gd name="T1" fmla="*/ 179 h 258"/>
                <a:gd name="T2" fmla="*/ 161 w 363"/>
                <a:gd name="T3" fmla="*/ 186 h 258"/>
                <a:gd name="T4" fmla="*/ 0 w 363"/>
                <a:gd name="T5" fmla="*/ 58 h 258"/>
                <a:gd name="T6" fmla="*/ 274 w 363"/>
                <a:gd name="T7" fmla="*/ 41 h 258"/>
                <a:gd name="T8" fmla="*/ 362 w 363"/>
                <a:gd name="T9" fmla="*/ 163 h 258"/>
                <a:gd name="T10" fmla="*/ 355 w 363"/>
                <a:gd name="T11" fmla="*/ 17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3" h="258">
                  <a:moveTo>
                    <a:pt x="355" y="179"/>
                  </a:moveTo>
                  <a:cubicBezTo>
                    <a:pt x="299" y="248"/>
                    <a:pt x="219" y="258"/>
                    <a:pt x="161" y="186"/>
                  </a:cubicBezTo>
                  <a:cubicBezTo>
                    <a:pt x="115" y="131"/>
                    <a:pt x="70" y="80"/>
                    <a:pt x="0" y="58"/>
                  </a:cubicBezTo>
                  <a:cubicBezTo>
                    <a:pt x="92" y="13"/>
                    <a:pt x="185" y="0"/>
                    <a:pt x="274" y="41"/>
                  </a:cubicBezTo>
                  <a:cubicBezTo>
                    <a:pt x="274" y="41"/>
                    <a:pt x="363" y="74"/>
                    <a:pt x="362" y="163"/>
                  </a:cubicBezTo>
                  <a:lnTo>
                    <a:pt x="355" y="1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1" name="Freeform: Shape 47"/>
            <p:cNvSpPr>
              <a:spLocks/>
            </p:cNvSpPr>
            <p:nvPr/>
          </p:nvSpPr>
          <p:spPr bwMode="auto">
            <a:xfrm>
              <a:off x="6991729" y="3116841"/>
              <a:ext cx="728790" cy="454143"/>
            </a:xfrm>
            <a:custGeom>
              <a:avLst/>
              <a:gdLst>
                <a:gd name="T0" fmla="*/ 506 w 506"/>
                <a:gd name="T1" fmla="*/ 134 h 315"/>
                <a:gd name="T2" fmla="*/ 268 w 506"/>
                <a:gd name="T3" fmla="*/ 261 h 315"/>
                <a:gd name="T4" fmla="*/ 0 w 506"/>
                <a:gd name="T5" fmla="*/ 202 h 315"/>
                <a:gd name="T6" fmla="*/ 327 w 506"/>
                <a:gd name="T7" fmla="*/ 11 h 315"/>
                <a:gd name="T8" fmla="*/ 503 w 506"/>
                <a:gd name="T9" fmla="*/ 110 h 315"/>
                <a:gd name="T10" fmla="*/ 506 w 506"/>
                <a:gd name="T11" fmla="*/ 134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6" h="315">
                  <a:moveTo>
                    <a:pt x="506" y="134"/>
                  </a:moveTo>
                  <a:cubicBezTo>
                    <a:pt x="477" y="250"/>
                    <a:pt x="386" y="315"/>
                    <a:pt x="268" y="261"/>
                  </a:cubicBezTo>
                  <a:cubicBezTo>
                    <a:pt x="184" y="222"/>
                    <a:pt x="101" y="189"/>
                    <a:pt x="0" y="202"/>
                  </a:cubicBezTo>
                  <a:cubicBezTo>
                    <a:pt x="88" y="90"/>
                    <a:pt x="196" y="17"/>
                    <a:pt x="327" y="11"/>
                  </a:cubicBezTo>
                  <a:cubicBezTo>
                    <a:pt x="327" y="11"/>
                    <a:pt x="457" y="0"/>
                    <a:pt x="503" y="110"/>
                  </a:cubicBezTo>
                  <a:lnTo>
                    <a:pt x="506" y="1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2" name="Freeform: Shape 48"/>
            <p:cNvSpPr>
              <a:spLocks/>
            </p:cNvSpPr>
            <p:nvPr/>
          </p:nvSpPr>
          <p:spPr bwMode="auto">
            <a:xfrm>
              <a:off x="7581032" y="3590445"/>
              <a:ext cx="126510" cy="195715"/>
            </a:xfrm>
            <a:custGeom>
              <a:avLst/>
              <a:gdLst>
                <a:gd name="T0" fmla="*/ 50 w 88"/>
                <a:gd name="T1" fmla="*/ 136 h 136"/>
                <a:gd name="T2" fmla="*/ 80 w 88"/>
                <a:gd name="T3" fmla="*/ 87 h 136"/>
                <a:gd name="T4" fmla="*/ 88 w 88"/>
                <a:gd name="T5" fmla="*/ 0 h 136"/>
                <a:gd name="T6" fmla="*/ 7 w 88"/>
                <a:gd name="T7" fmla="*/ 83 h 136"/>
                <a:gd name="T8" fmla="*/ 44 w 88"/>
                <a:gd name="T9" fmla="*/ 133 h 136"/>
                <a:gd name="T10" fmla="*/ 50 w 88"/>
                <a:gd name="T11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136">
                  <a:moveTo>
                    <a:pt x="50" y="136"/>
                  </a:moveTo>
                  <a:cubicBezTo>
                    <a:pt x="73" y="127"/>
                    <a:pt x="83" y="108"/>
                    <a:pt x="80" y="87"/>
                  </a:cubicBezTo>
                  <a:cubicBezTo>
                    <a:pt x="71" y="57"/>
                    <a:pt x="76" y="27"/>
                    <a:pt x="88" y="0"/>
                  </a:cubicBezTo>
                  <a:cubicBezTo>
                    <a:pt x="55" y="17"/>
                    <a:pt x="19" y="39"/>
                    <a:pt x="7" y="83"/>
                  </a:cubicBezTo>
                  <a:cubicBezTo>
                    <a:pt x="0" y="110"/>
                    <a:pt x="11" y="129"/>
                    <a:pt x="44" y="133"/>
                  </a:cubicBezTo>
                  <a:lnTo>
                    <a:pt x="50" y="1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3" name="Freeform: Shape 49"/>
            <p:cNvSpPr>
              <a:spLocks/>
            </p:cNvSpPr>
            <p:nvPr/>
          </p:nvSpPr>
          <p:spPr bwMode="auto">
            <a:xfrm>
              <a:off x="7348555" y="4265170"/>
              <a:ext cx="447655" cy="722302"/>
            </a:xfrm>
            <a:custGeom>
              <a:avLst/>
              <a:gdLst>
                <a:gd name="T0" fmla="*/ 234 w 310"/>
                <a:gd name="T1" fmla="*/ 23 h 501"/>
                <a:gd name="T2" fmla="*/ 232 w 310"/>
                <a:gd name="T3" fmla="*/ 284 h 501"/>
                <a:gd name="T4" fmla="*/ 86 w 310"/>
                <a:gd name="T5" fmla="*/ 501 h 501"/>
                <a:gd name="T6" fmla="*/ 77 w 310"/>
                <a:gd name="T7" fmla="*/ 78 h 501"/>
                <a:gd name="T8" fmla="*/ 215 w 310"/>
                <a:gd name="T9" fmla="*/ 13 h 501"/>
                <a:gd name="T10" fmla="*/ 234 w 310"/>
                <a:gd name="T11" fmla="*/ 23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0" h="501">
                  <a:moveTo>
                    <a:pt x="234" y="23"/>
                  </a:moveTo>
                  <a:cubicBezTo>
                    <a:pt x="295" y="110"/>
                    <a:pt x="310" y="210"/>
                    <a:pt x="232" y="284"/>
                  </a:cubicBezTo>
                  <a:cubicBezTo>
                    <a:pt x="156" y="359"/>
                    <a:pt x="102" y="417"/>
                    <a:pt x="86" y="501"/>
                  </a:cubicBezTo>
                  <a:cubicBezTo>
                    <a:pt x="26" y="354"/>
                    <a:pt x="0" y="206"/>
                    <a:pt x="77" y="78"/>
                  </a:cubicBezTo>
                  <a:cubicBezTo>
                    <a:pt x="117" y="12"/>
                    <a:pt x="166" y="0"/>
                    <a:pt x="215" y="13"/>
                  </a:cubicBezTo>
                  <a:lnTo>
                    <a:pt x="234" y="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4" name="Freeform: Shape 22"/>
            <p:cNvSpPr>
              <a:spLocks/>
            </p:cNvSpPr>
            <p:nvPr/>
          </p:nvSpPr>
          <p:spPr bwMode="auto">
            <a:xfrm>
              <a:off x="7752344" y="5318119"/>
              <a:ext cx="1112224" cy="214922"/>
            </a:xfrm>
            <a:custGeom>
              <a:avLst/>
              <a:gdLst>
                <a:gd name="T0" fmla="*/ 11 w 87"/>
                <a:gd name="T1" fmla="*/ 5 h 17"/>
                <a:gd name="T2" fmla="*/ 12 w 87"/>
                <a:gd name="T3" fmla="*/ 5 h 17"/>
                <a:gd name="T4" fmla="*/ 20 w 87"/>
                <a:gd name="T5" fmla="*/ 6 h 17"/>
                <a:gd name="T6" fmla="*/ 24 w 87"/>
                <a:gd name="T7" fmla="*/ 4 h 17"/>
                <a:gd name="T8" fmla="*/ 27 w 87"/>
                <a:gd name="T9" fmla="*/ 5 h 17"/>
                <a:gd name="T10" fmla="*/ 29 w 87"/>
                <a:gd name="T11" fmla="*/ 6 h 17"/>
                <a:gd name="T12" fmla="*/ 34 w 87"/>
                <a:gd name="T13" fmla="*/ 2 h 17"/>
                <a:gd name="T14" fmla="*/ 37 w 87"/>
                <a:gd name="T15" fmla="*/ 3 h 17"/>
                <a:gd name="T16" fmla="*/ 40 w 87"/>
                <a:gd name="T17" fmla="*/ 3 h 17"/>
                <a:gd name="T18" fmla="*/ 42 w 87"/>
                <a:gd name="T19" fmla="*/ 1 h 17"/>
                <a:gd name="T20" fmla="*/ 47 w 87"/>
                <a:gd name="T21" fmla="*/ 2 h 17"/>
                <a:gd name="T22" fmla="*/ 50 w 87"/>
                <a:gd name="T23" fmla="*/ 1 h 17"/>
                <a:gd name="T24" fmla="*/ 53 w 87"/>
                <a:gd name="T25" fmla="*/ 1 h 17"/>
                <a:gd name="T26" fmla="*/ 59 w 87"/>
                <a:gd name="T27" fmla="*/ 5 h 17"/>
                <a:gd name="T28" fmla="*/ 64 w 87"/>
                <a:gd name="T29" fmla="*/ 2 h 17"/>
                <a:gd name="T30" fmla="*/ 69 w 87"/>
                <a:gd name="T31" fmla="*/ 5 h 17"/>
                <a:gd name="T32" fmla="*/ 75 w 87"/>
                <a:gd name="T33" fmla="*/ 5 h 17"/>
                <a:gd name="T34" fmla="*/ 81 w 87"/>
                <a:gd name="T35" fmla="*/ 8 h 17"/>
                <a:gd name="T36" fmla="*/ 84 w 87"/>
                <a:gd name="T37" fmla="*/ 9 h 17"/>
                <a:gd name="T38" fmla="*/ 84 w 87"/>
                <a:gd name="T39" fmla="*/ 16 h 17"/>
                <a:gd name="T40" fmla="*/ 76 w 87"/>
                <a:gd name="T41" fmla="*/ 17 h 17"/>
                <a:gd name="T42" fmla="*/ 54 w 87"/>
                <a:gd name="T43" fmla="*/ 17 h 17"/>
                <a:gd name="T44" fmla="*/ 31 w 87"/>
                <a:gd name="T45" fmla="*/ 15 h 17"/>
                <a:gd name="T46" fmla="*/ 15 w 87"/>
                <a:gd name="T47" fmla="*/ 14 h 17"/>
                <a:gd name="T48" fmla="*/ 13 w 87"/>
                <a:gd name="T49" fmla="*/ 14 h 17"/>
                <a:gd name="T50" fmla="*/ 4 w 87"/>
                <a:gd name="T51" fmla="*/ 8 h 17"/>
                <a:gd name="T52" fmla="*/ 11 w 87"/>
                <a:gd name="T53" fmla="*/ 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" h="17">
                  <a:moveTo>
                    <a:pt x="11" y="5"/>
                  </a:moveTo>
                  <a:cubicBezTo>
                    <a:pt x="12" y="5"/>
                    <a:pt x="12" y="5"/>
                    <a:pt x="12" y="5"/>
                  </a:cubicBezTo>
                  <a:cubicBezTo>
                    <a:pt x="16" y="3"/>
                    <a:pt x="17" y="3"/>
                    <a:pt x="20" y="6"/>
                  </a:cubicBezTo>
                  <a:cubicBezTo>
                    <a:pt x="20" y="7"/>
                    <a:pt x="23" y="4"/>
                    <a:pt x="24" y="4"/>
                  </a:cubicBezTo>
                  <a:cubicBezTo>
                    <a:pt x="25" y="4"/>
                    <a:pt x="26" y="5"/>
                    <a:pt x="27" y="5"/>
                  </a:cubicBezTo>
                  <a:cubicBezTo>
                    <a:pt x="28" y="5"/>
                    <a:pt x="28" y="6"/>
                    <a:pt x="29" y="6"/>
                  </a:cubicBezTo>
                  <a:cubicBezTo>
                    <a:pt x="32" y="6"/>
                    <a:pt x="32" y="3"/>
                    <a:pt x="34" y="2"/>
                  </a:cubicBezTo>
                  <a:cubicBezTo>
                    <a:pt x="35" y="2"/>
                    <a:pt x="36" y="2"/>
                    <a:pt x="37" y="3"/>
                  </a:cubicBezTo>
                  <a:cubicBezTo>
                    <a:pt x="38" y="3"/>
                    <a:pt x="39" y="4"/>
                    <a:pt x="40" y="3"/>
                  </a:cubicBezTo>
                  <a:cubicBezTo>
                    <a:pt x="41" y="3"/>
                    <a:pt x="41" y="1"/>
                    <a:pt x="42" y="1"/>
                  </a:cubicBezTo>
                  <a:cubicBezTo>
                    <a:pt x="44" y="0"/>
                    <a:pt x="45" y="2"/>
                    <a:pt x="47" y="2"/>
                  </a:cubicBezTo>
                  <a:cubicBezTo>
                    <a:pt x="48" y="2"/>
                    <a:pt x="49" y="2"/>
                    <a:pt x="50" y="1"/>
                  </a:cubicBezTo>
                  <a:cubicBezTo>
                    <a:pt x="51" y="1"/>
                    <a:pt x="52" y="0"/>
                    <a:pt x="53" y="1"/>
                  </a:cubicBezTo>
                  <a:cubicBezTo>
                    <a:pt x="56" y="1"/>
                    <a:pt x="57" y="3"/>
                    <a:pt x="59" y="5"/>
                  </a:cubicBezTo>
                  <a:cubicBezTo>
                    <a:pt x="59" y="2"/>
                    <a:pt x="62" y="2"/>
                    <a:pt x="64" y="2"/>
                  </a:cubicBezTo>
                  <a:cubicBezTo>
                    <a:pt x="67" y="1"/>
                    <a:pt x="68" y="3"/>
                    <a:pt x="69" y="5"/>
                  </a:cubicBezTo>
                  <a:cubicBezTo>
                    <a:pt x="69" y="4"/>
                    <a:pt x="74" y="4"/>
                    <a:pt x="75" y="5"/>
                  </a:cubicBezTo>
                  <a:cubicBezTo>
                    <a:pt x="77" y="5"/>
                    <a:pt x="79" y="7"/>
                    <a:pt x="81" y="8"/>
                  </a:cubicBezTo>
                  <a:cubicBezTo>
                    <a:pt x="82" y="8"/>
                    <a:pt x="83" y="8"/>
                    <a:pt x="84" y="9"/>
                  </a:cubicBezTo>
                  <a:cubicBezTo>
                    <a:pt x="86" y="11"/>
                    <a:pt x="87" y="15"/>
                    <a:pt x="84" y="16"/>
                  </a:cubicBezTo>
                  <a:cubicBezTo>
                    <a:pt x="81" y="17"/>
                    <a:pt x="78" y="17"/>
                    <a:pt x="76" y="17"/>
                  </a:cubicBezTo>
                  <a:cubicBezTo>
                    <a:pt x="68" y="17"/>
                    <a:pt x="61" y="17"/>
                    <a:pt x="54" y="17"/>
                  </a:cubicBezTo>
                  <a:cubicBezTo>
                    <a:pt x="46" y="16"/>
                    <a:pt x="39" y="15"/>
                    <a:pt x="31" y="15"/>
                  </a:cubicBezTo>
                  <a:cubicBezTo>
                    <a:pt x="26" y="15"/>
                    <a:pt x="21" y="14"/>
                    <a:pt x="15" y="14"/>
                  </a:cubicBezTo>
                  <a:cubicBezTo>
                    <a:pt x="15" y="14"/>
                    <a:pt x="14" y="14"/>
                    <a:pt x="13" y="14"/>
                  </a:cubicBezTo>
                  <a:cubicBezTo>
                    <a:pt x="9" y="14"/>
                    <a:pt x="0" y="14"/>
                    <a:pt x="4" y="8"/>
                  </a:cubicBezTo>
                  <a:cubicBezTo>
                    <a:pt x="6" y="5"/>
                    <a:pt x="9" y="6"/>
                    <a:pt x="11" y="5"/>
                  </a:cubicBez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5" name="Freeform: Shape 23"/>
            <p:cNvSpPr>
              <a:spLocks/>
            </p:cNvSpPr>
            <p:nvPr/>
          </p:nvSpPr>
          <p:spPr bwMode="auto">
            <a:xfrm>
              <a:off x="7526676" y="5613636"/>
              <a:ext cx="1552813" cy="1004810"/>
            </a:xfrm>
            <a:custGeom>
              <a:avLst/>
              <a:gdLst>
                <a:gd name="T0" fmla="*/ 234 w 289"/>
                <a:gd name="T1" fmla="*/ 234 h 234"/>
                <a:gd name="T2" fmla="*/ 54 w 289"/>
                <a:gd name="T3" fmla="*/ 234 h 234"/>
                <a:gd name="T4" fmla="*/ 0 w 289"/>
                <a:gd name="T5" fmla="*/ 0 h 234"/>
                <a:gd name="T6" fmla="*/ 289 w 289"/>
                <a:gd name="T7" fmla="*/ 0 h 234"/>
                <a:gd name="T8" fmla="*/ 234 w 289"/>
                <a:gd name="T9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234">
                  <a:moveTo>
                    <a:pt x="234" y="234"/>
                  </a:moveTo>
                  <a:lnTo>
                    <a:pt x="54" y="234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234" y="234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6" name="Freeform: Shape 24"/>
            <p:cNvSpPr>
              <a:spLocks/>
            </p:cNvSpPr>
            <p:nvPr/>
          </p:nvSpPr>
          <p:spPr bwMode="auto">
            <a:xfrm>
              <a:off x="7526676" y="5383158"/>
              <a:ext cx="1552813" cy="1257295"/>
            </a:xfrm>
            <a:custGeom>
              <a:avLst/>
              <a:gdLst>
                <a:gd name="T0" fmla="*/ 234 w 289"/>
                <a:gd name="T1" fmla="*/ 234 h 234"/>
                <a:gd name="T2" fmla="*/ 54 w 289"/>
                <a:gd name="T3" fmla="*/ 234 h 234"/>
                <a:gd name="T4" fmla="*/ 0 w 289"/>
                <a:gd name="T5" fmla="*/ 0 h 234"/>
                <a:gd name="T6" fmla="*/ 289 w 289"/>
                <a:gd name="T7" fmla="*/ 0 h 234"/>
                <a:gd name="T8" fmla="*/ 234 w 289"/>
                <a:gd name="T9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234">
                  <a:moveTo>
                    <a:pt x="234" y="234"/>
                  </a:moveTo>
                  <a:lnTo>
                    <a:pt x="54" y="234"/>
                  </a:lnTo>
                  <a:lnTo>
                    <a:pt x="0" y="0"/>
                  </a:lnTo>
                  <a:lnTo>
                    <a:pt x="289" y="0"/>
                  </a:lnTo>
                  <a:lnTo>
                    <a:pt x="23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7" name="Freeform: Shape 25"/>
            <p:cNvSpPr>
              <a:spLocks/>
            </p:cNvSpPr>
            <p:nvPr/>
          </p:nvSpPr>
          <p:spPr bwMode="auto">
            <a:xfrm>
              <a:off x="7462199" y="5447072"/>
              <a:ext cx="1681767" cy="306265"/>
            </a:xfrm>
            <a:custGeom>
              <a:avLst/>
              <a:gdLst>
                <a:gd name="T0" fmla="*/ 313 w 313"/>
                <a:gd name="T1" fmla="*/ 54 h 57"/>
                <a:gd name="T2" fmla="*/ 296 w 313"/>
                <a:gd name="T3" fmla="*/ 54 h 57"/>
                <a:gd name="T4" fmla="*/ 296 w 313"/>
                <a:gd name="T5" fmla="*/ 57 h 57"/>
                <a:gd name="T6" fmla="*/ 313 w 313"/>
                <a:gd name="T7" fmla="*/ 57 h 57"/>
                <a:gd name="T8" fmla="*/ 313 w 313"/>
                <a:gd name="T9" fmla="*/ 54 h 57"/>
                <a:gd name="T10" fmla="*/ 0 w 313"/>
                <a:gd name="T11" fmla="*/ 0 h 57"/>
                <a:gd name="T12" fmla="*/ 0 w 313"/>
                <a:gd name="T13" fmla="*/ 0 h 57"/>
                <a:gd name="T14" fmla="*/ 0 w 313"/>
                <a:gd name="T15" fmla="*/ 57 h 57"/>
                <a:gd name="T16" fmla="*/ 16 w 313"/>
                <a:gd name="T17" fmla="*/ 57 h 57"/>
                <a:gd name="T18" fmla="*/ 16 w 313"/>
                <a:gd name="T19" fmla="*/ 54 h 57"/>
                <a:gd name="T20" fmla="*/ 0 w 313"/>
                <a:gd name="T21" fmla="*/ 54 h 57"/>
                <a:gd name="T22" fmla="*/ 0 w 313"/>
                <a:gd name="T2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3" h="57">
                  <a:moveTo>
                    <a:pt x="313" y="54"/>
                  </a:moveTo>
                  <a:lnTo>
                    <a:pt x="296" y="54"/>
                  </a:lnTo>
                  <a:lnTo>
                    <a:pt x="296" y="57"/>
                  </a:lnTo>
                  <a:lnTo>
                    <a:pt x="313" y="57"/>
                  </a:lnTo>
                  <a:lnTo>
                    <a:pt x="313" y="5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57"/>
                  </a:lnTo>
                  <a:lnTo>
                    <a:pt x="16" y="57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8" name="Freeform: Shape 26"/>
            <p:cNvSpPr>
              <a:spLocks/>
            </p:cNvSpPr>
            <p:nvPr/>
          </p:nvSpPr>
          <p:spPr bwMode="auto">
            <a:xfrm>
              <a:off x="7462199" y="5447072"/>
              <a:ext cx="1681767" cy="306265"/>
            </a:xfrm>
            <a:custGeom>
              <a:avLst/>
              <a:gdLst>
                <a:gd name="T0" fmla="*/ 313 w 313"/>
                <a:gd name="T1" fmla="*/ 54 h 57"/>
                <a:gd name="T2" fmla="*/ 296 w 313"/>
                <a:gd name="T3" fmla="*/ 54 h 57"/>
                <a:gd name="T4" fmla="*/ 296 w 313"/>
                <a:gd name="T5" fmla="*/ 57 h 57"/>
                <a:gd name="T6" fmla="*/ 313 w 313"/>
                <a:gd name="T7" fmla="*/ 57 h 57"/>
                <a:gd name="T8" fmla="*/ 313 w 313"/>
                <a:gd name="T9" fmla="*/ 54 h 57"/>
                <a:gd name="T10" fmla="*/ 0 w 313"/>
                <a:gd name="T11" fmla="*/ 0 h 57"/>
                <a:gd name="T12" fmla="*/ 0 w 313"/>
                <a:gd name="T13" fmla="*/ 0 h 57"/>
                <a:gd name="T14" fmla="*/ 0 w 313"/>
                <a:gd name="T15" fmla="*/ 57 h 57"/>
                <a:gd name="T16" fmla="*/ 16 w 313"/>
                <a:gd name="T17" fmla="*/ 57 h 57"/>
                <a:gd name="T18" fmla="*/ 16 w 313"/>
                <a:gd name="T19" fmla="*/ 54 h 57"/>
                <a:gd name="T20" fmla="*/ 0 w 313"/>
                <a:gd name="T21" fmla="*/ 54 h 57"/>
                <a:gd name="T22" fmla="*/ 0 w 313"/>
                <a:gd name="T2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3" h="57">
                  <a:moveTo>
                    <a:pt x="313" y="54"/>
                  </a:moveTo>
                  <a:lnTo>
                    <a:pt x="296" y="54"/>
                  </a:lnTo>
                  <a:lnTo>
                    <a:pt x="296" y="57"/>
                  </a:lnTo>
                  <a:lnTo>
                    <a:pt x="313" y="57"/>
                  </a:lnTo>
                  <a:lnTo>
                    <a:pt x="313" y="54"/>
                  </a:lnTo>
                  <a:moveTo>
                    <a:pt x="0" y="0"/>
                  </a:moveTo>
                  <a:lnTo>
                    <a:pt x="0" y="0"/>
                  </a:lnTo>
                  <a:lnTo>
                    <a:pt x="0" y="57"/>
                  </a:lnTo>
                  <a:lnTo>
                    <a:pt x="16" y="57"/>
                  </a:lnTo>
                  <a:lnTo>
                    <a:pt x="16" y="54"/>
                  </a:lnTo>
                  <a:lnTo>
                    <a:pt x="0" y="5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39" name="Freeform: Shape 27"/>
            <p:cNvSpPr>
              <a:spLocks/>
            </p:cNvSpPr>
            <p:nvPr/>
          </p:nvSpPr>
          <p:spPr bwMode="auto">
            <a:xfrm>
              <a:off x="7548168" y="5737217"/>
              <a:ext cx="1504455" cy="16121"/>
            </a:xfrm>
            <a:custGeom>
              <a:avLst/>
              <a:gdLst>
                <a:gd name="T0" fmla="*/ 0 w 280"/>
                <a:gd name="T1" fmla="*/ 0 h 3"/>
                <a:gd name="T2" fmla="*/ 0 w 280"/>
                <a:gd name="T3" fmla="*/ 0 h 3"/>
                <a:gd name="T4" fmla="*/ 0 w 280"/>
                <a:gd name="T5" fmla="*/ 3 h 3"/>
                <a:gd name="T6" fmla="*/ 0 w 280"/>
                <a:gd name="T7" fmla="*/ 3 h 3"/>
                <a:gd name="T8" fmla="*/ 0 w 280"/>
                <a:gd name="T9" fmla="*/ 0 h 3"/>
                <a:gd name="T10" fmla="*/ 280 w 280"/>
                <a:gd name="T11" fmla="*/ 0 h 3"/>
                <a:gd name="T12" fmla="*/ 140 w 280"/>
                <a:gd name="T13" fmla="*/ 0 h 3"/>
                <a:gd name="T14" fmla="*/ 140 w 280"/>
                <a:gd name="T15" fmla="*/ 3 h 3"/>
                <a:gd name="T16" fmla="*/ 280 w 280"/>
                <a:gd name="T17" fmla="*/ 3 h 3"/>
                <a:gd name="T18" fmla="*/ 280 w 280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3">
                  <a:moveTo>
                    <a:pt x="0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close/>
                  <a:moveTo>
                    <a:pt x="280" y="0"/>
                  </a:moveTo>
                  <a:lnTo>
                    <a:pt x="140" y="0"/>
                  </a:lnTo>
                  <a:lnTo>
                    <a:pt x="140" y="3"/>
                  </a:lnTo>
                  <a:lnTo>
                    <a:pt x="280" y="3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0" name="Freeform: Shape 28"/>
            <p:cNvSpPr>
              <a:spLocks/>
            </p:cNvSpPr>
            <p:nvPr/>
          </p:nvSpPr>
          <p:spPr bwMode="auto">
            <a:xfrm>
              <a:off x="7548168" y="5737217"/>
              <a:ext cx="1504455" cy="16121"/>
            </a:xfrm>
            <a:custGeom>
              <a:avLst/>
              <a:gdLst>
                <a:gd name="T0" fmla="*/ 0 w 280"/>
                <a:gd name="T1" fmla="*/ 0 h 3"/>
                <a:gd name="T2" fmla="*/ 0 w 280"/>
                <a:gd name="T3" fmla="*/ 0 h 3"/>
                <a:gd name="T4" fmla="*/ 0 w 280"/>
                <a:gd name="T5" fmla="*/ 3 h 3"/>
                <a:gd name="T6" fmla="*/ 0 w 280"/>
                <a:gd name="T7" fmla="*/ 3 h 3"/>
                <a:gd name="T8" fmla="*/ 0 w 280"/>
                <a:gd name="T9" fmla="*/ 0 h 3"/>
                <a:gd name="T10" fmla="*/ 280 w 280"/>
                <a:gd name="T11" fmla="*/ 0 h 3"/>
                <a:gd name="T12" fmla="*/ 140 w 280"/>
                <a:gd name="T13" fmla="*/ 0 h 3"/>
                <a:gd name="T14" fmla="*/ 140 w 280"/>
                <a:gd name="T15" fmla="*/ 3 h 3"/>
                <a:gd name="T16" fmla="*/ 280 w 280"/>
                <a:gd name="T17" fmla="*/ 3 h 3"/>
                <a:gd name="T18" fmla="*/ 280 w 280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3">
                  <a:moveTo>
                    <a:pt x="0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moveTo>
                    <a:pt x="280" y="0"/>
                  </a:moveTo>
                  <a:lnTo>
                    <a:pt x="140" y="0"/>
                  </a:lnTo>
                  <a:lnTo>
                    <a:pt x="140" y="3"/>
                  </a:lnTo>
                  <a:lnTo>
                    <a:pt x="280" y="3"/>
                  </a:lnTo>
                  <a:lnTo>
                    <a:pt x="280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1" name="Rectangle 29"/>
            <p:cNvSpPr>
              <a:spLocks/>
            </p:cNvSpPr>
            <p:nvPr/>
          </p:nvSpPr>
          <p:spPr bwMode="auto">
            <a:xfrm>
              <a:off x="7462199" y="5436326"/>
              <a:ext cx="1681767" cy="3008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2" name="Rectangle 30"/>
            <p:cNvSpPr>
              <a:spLocks/>
            </p:cNvSpPr>
            <p:nvPr/>
          </p:nvSpPr>
          <p:spPr bwMode="auto">
            <a:xfrm>
              <a:off x="7462199" y="5436326"/>
              <a:ext cx="1681767" cy="300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3" name="Freeform: Shape 31"/>
            <p:cNvSpPr>
              <a:spLocks/>
            </p:cNvSpPr>
            <p:nvPr/>
          </p:nvSpPr>
          <p:spPr bwMode="auto">
            <a:xfrm>
              <a:off x="7548168" y="5753335"/>
              <a:ext cx="752227" cy="865111"/>
            </a:xfrm>
            <a:custGeom>
              <a:avLst/>
              <a:gdLst>
                <a:gd name="T0" fmla="*/ 140 w 140"/>
                <a:gd name="T1" fmla="*/ 0 h 208"/>
                <a:gd name="T2" fmla="*/ 0 w 140"/>
                <a:gd name="T3" fmla="*/ 0 h 208"/>
                <a:gd name="T4" fmla="*/ 50 w 140"/>
                <a:gd name="T5" fmla="*/ 208 h 208"/>
                <a:gd name="T6" fmla="*/ 140 w 140"/>
                <a:gd name="T7" fmla="*/ 208 h 208"/>
                <a:gd name="T8" fmla="*/ 140 w 140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208">
                  <a:moveTo>
                    <a:pt x="140" y="0"/>
                  </a:moveTo>
                  <a:lnTo>
                    <a:pt x="0" y="0"/>
                  </a:lnTo>
                  <a:lnTo>
                    <a:pt x="50" y="208"/>
                  </a:lnTo>
                  <a:lnTo>
                    <a:pt x="140" y="208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4" name="Freeform: Shape 32"/>
            <p:cNvSpPr>
              <a:spLocks/>
            </p:cNvSpPr>
            <p:nvPr/>
          </p:nvSpPr>
          <p:spPr bwMode="auto">
            <a:xfrm>
              <a:off x="7548168" y="5522858"/>
              <a:ext cx="752227" cy="1117595"/>
            </a:xfrm>
            <a:custGeom>
              <a:avLst/>
              <a:gdLst>
                <a:gd name="T0" fmla="*/ 140 w 140"/>
                <a:gd name="T1" fmla="*/ 0 h 208"/>
                <a:gd name="T2" fmla="*/ 0 w 140"/>
                <a:gd name="T3" fmla="*/ 0 h 208"/>
                <a:gd name="T4" fmla="*/ 50 w 140"/>
                <a:gd name="T5" fmla="*/ 208 h 208"/>
                <a:gd name="T6" fmla="*/ 140 w 140"/>
                <a:gd name="T7" fmla="*/ 208 h 208"/>
                <a:gd name="T8" fmla="*/ 140 w 140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208">
                  <a:moveTo>
                    <a:pt x="140" y="0"/>
                  </a:moveTo>
                  <a:lnTo>
                    <a:pt x="0" y="0"/>
                  </a:lnTo>
                  <a:lnTo>
                    <a:pt x="50" y="208"/>
                  </a:lnTo>
                  <a:lnTo>
                    <a:pt x="140" y="208"/>
                  </a:lnTo>
                  <a:lnTo>
                    <a:pt x="14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5" name="Rectangle 33"/>
            <p:cNvSpPr>
              <a:spLocks/>
            </p:cNvSpPr>
            <p:nvPr/>
          </p:nvSpPr>
          <p:spPr bwMode="auto">
            <a:xfrm>
              <a:off x="7548168" y="5737217"/>
              <a:ext cx="752227" cy="1612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6" name="Rectangle 34"/>
            <p:cNvSpPr>
              <a:spLocks/>
            </p:cNvSpPr>
            <p:nvPr/>
          </p:nvSpPr>
          <p:spPr bwMode="auto">
            <a:xfrm>
              <a:off x="7548168" y="5737217"/>
              <a:ext cx="752227" cy="1612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7" name="Freeform: Shape 35"/>
            <p:cNvSpPr>
              <a:spLocks/>
            </p:cNvSpPr>
            <p:nvPr/>
          </p:nvSpPr>
          <p:spPr bwMode="auto">
            <a:xfrm>
              <a:off x="7462199" y="5436326"/>
              <a:ext cx="838196" cy="300891"/>
            </a:xfrm>
            <a:custGeom>
              <a:avLst/>
              <a:gdLst>
                <a:gd name="T0" fmla="*/ 156 w 156"/>
                <a:gd name="T1" fmla="*/ 0 h 56"/>
                <a:gd name="T2" fmla="*/ 0 w 156"/>
                <a:gd name="T3" fmla="*/ 0 h 56"/>
                <a:gd name="T4" fmla="*/ 0 w 156"/>
                <a:gd name="T5" fmla="*/ 56 h 56"/>
                <a:gd name="T6" fmla="*/ 16 w 156"/>
                <a:gd name="T7" fmla="*/ 56 h 56"/>
                <a:gd name="T8" fmla="*/ 156 w 156"/>
                <a:gd name="T9" fmla="*/ 56 h 56"/>
                <a:gd name="T10" fmla="*/ 156 w 156"/>
                <a:gd name="T1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" h="56">
                  <a:moveTo>
                    <a:pt x="156" y="0"/>
                  </a:moveTo>
                  <a:lnTo>
                    <a:pt x="0" y="0"/>
                  </a:lnTo>
                  <a:lnTo>
                    <a:pt x="0" y="56"/>
                  </a:lnTo>
                  <a:lnTo>
                    <a:pt x="16" y="56"/>
                  </a:lnTo>
                  <a:lnTo>
                    <a:pt x="156" y="56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48" name="Freeform: Shape 36"/>
            <p:cNvSpPr>
              <a:spLocks/>
            </p:cNvSpPr>
            <p:nvPr/>
          </p:nvSpPr>
          <p:spPr bwMode="auto">
            <a:xfrm>
              <a:off x="7462199" y="5436326"/>
              <a:ext cx="838196" cy="300891"/>
            </a:xfrm>
            <a:custGeom>
              <a:avLst/>
              <a:gdLst>
                <a:gd name="T0" fmla="*/ 156 w 156"/>
                <a:gd name="T1" fmla="*/ 0 h 56"/>
                <a:gd name="T2" fmla="*/ 0 w 156"/>
                <a:gd name="T3" fmla="*/ 0 h 56"/>
                <a:gd name="T4" fmla="*/ 0 w 156"/>
                <a:gd name="T5" fmla="*/ 56 h 56"/>
                <a:gd name="T6" fmla="*/ 16 w 156"/>
                <a:gd name="T7" fmla="*/ 56 h 56"/>
                <a:gd name="T8" fmla="*/ 156 w 156"/>
                <a:gd name="T9" fmla="*/ 56 h 56"/>
                <a:gd name="T10" fmla="*/ 156 w 156"/>
                <a:gd name="T1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" h="56">
                  <a:moveTo>
                    <a:pt x="156" y="0"/>
                  </a:moveTo>
                  <a:lnTo>
                    <a:pt x="0" y="0"/>
                  </a:lnTo>
                  <a:lnTo>
                    <a:pt x="0" y="56"/>
                  </a:lnTo>
                  <a:lnTo>
                    <a:pt x="16" y="56"/>
                  </a:lnTo>
                  <a:lnTo>
                    <a:pt x="156" y="56"/>
                  </a:lnTo>
                  <a:lnTo>
                    <a:pt x="1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063282" y="1491630"/>
            <a:ext cx="2739044" cy="563303"/>
            <a:chOff x="2063282" y="1491630"/>
            <a:chExt cx="2739044" cy="563303"/>
          </a:xfrm>
        </p:grpSpPr>
        <p:grpSp>
          <p:nvGrpSpPr>
            <p:cNvPr id="4" name="Group 5"/>
            <p:cNvGrpSpPr/>
            <p:nvPr/>
          </p:nvGrpSpPr>
          <p:grpSpPr>
            <a:xfrm>
              <a:off x="2735796" y="1491630"/>
              <a:ext cx="2066530" cy="563303"/>
              <a:chOff x="8689521" y="2412324"/>
              <a:chExt cx="2755373" cy="751070"/>
            </a:xfrm>
          </p:grpSpPr>
          <p:sp>
            <p:nvSpPr>
              <p:cNvPr id="49" name="TextBox 6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اکسیدی در برابر احیایی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0" name="Rectangle 7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مقایسهٔ ماینیت دو محیط در جرم ثابت تبولار–HAC70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8" name="Rectangle 51"/>
            <p:cNvSpPr/>
            <p:nvPr/>
          </p:nvSpPr>
          <p:spPr>
            <a:xfrm>
              <a:off x="2063282" y="1505259"/>
              <a:ext cx="527599" cy="5275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Freeform: Shape 52"/>
            <p:cNvSpPr>
              <a:spLocks/>
            </p:cNvSpPr>
            <p:nvPr/>
          </p:nvSpPr>
          <p:spPr bwMode="auto">
            <a:xfrm>
              <a:off x="2143329" y="1578375"/>
              <a:ext cx="365863" cy="369683"/>
            </a:xfrm>
            <a:custGeom>
              <a:avLst/>
              <a:gdLst>
                <a:gd name="T0" fmla="*/ 138 w 306"/>
                <a:gd name="T1" fmla="*/ 226 h 309"/>
                <a:gd name="T2" fmla="*/ 149 w 306"/>
                <a:gd name="T3" fmla="*/ 229 h 309"/>
                <a:gd name="T4" fmla="*/ 198 w 306"/>
                <a:gd name="T5" fmla="*/ 216 h 309"/>
                <a:gd name="T6" fmla="*/ 226 w 306"/>
                <a:gd name="T7" fmla="*/ 169 h 309"/>
                <a:gd name="T8" fmla="*/ 215 w 306"/>
                <a:gd name="T9" fmla="*/ 147 h 309"/>
                <a:gd name="T10" fmla="*/ 171 w 306"/>
                <a:gd name="T11" fmla="*/ 209 h 309"/>
                <a:gd name="T12" fmla="*/ 138 w 306"/>
                <a:gd name="T13" fmla="*/ 226 h 309"/>
                <a:gd name="T14" fmla="*/ 80 w 306"/>
                <a:gd name="T15" fmla="*/ 107 h 309"/>
                <a:gd name="T16" fmla="*/ 142 w 306"/>
                <a:gd name="T17" fmla="*/ 15 h 309"/>
                <a:gd name="T18" fmla="*/ 164 w 306"/>
                <a:gd name="T19" fmla="*/ 16 h 309"/>
                <a:gd name="T20" fmla="*/ 225 w 306"/>
                <a:gd name="T21" fmla="*/ 107 h 309"/>
                <a:gd name="T22" fmla="*/ 241 w 306"/>
                <a:gd name="T23" fmla="*/ 153 h 309"/>
                <a:gd name="T24" fmla="*/ 193 w 306"/>
                <a:gd name="T25" fmla="*/ 237 h 309"/>
                <a:gd name="T26" fmla="*/ 112 w 306"/>
                <a:gd name="T27" fmla="*/ 237 h 309"/>
                <a:gd name="T28" fmla="*/ 65 w 306"/>
                <a:gd name="T29" fmla="*/ 153 h 309"/>
                <a:gd name="T30" fmla="*/ 80 w 306"/>
                <a:gd name="T31" fmla="*/ 107 h 309"/>
                <a:gd name="T32" fmla="*/ 153 w 306"/>
                <a:gd name="T33" fmla="*/ 277 h 309"/>
                <a:gd name="T34" fmla="*/ 238 w 306"/>
                <a:gd name="T35" fmla="*/ 257 h 309"/>
                <a:gd name="T36" fmla="*/ 237 w 306"/>
                <a:gd name="T37" fmla="*/ 226 h 309"/>
                <a:gd name="T38" fmla="*/ 234 w 306"/>
                <a:gd name="T39" fmla="*/ 224 h 309"/>
                <a:gd name="T40" fmla="*/ 246 w 306"/>
                <a:gd name="T41" fmla="*/ 205 h 309"/>
                <a:gd name="T42" fmla="*/ 295 w 306"/>
                <a:gd name="T43" fmla="*/ 260 h 309"/>
                <a:gd name="T44" fmla="*/ 252 w 306"/>
                <a:gd name="T45" fmla="*/ 294 h 309"/>
                <a:gd name="T46" fmla="*/ 153 w 306"/>
                <a:gd name="T47" fmla="*/ 309 h 309"/>
                <a:gd name="T48" fmla="*/ 53 w 306"/>
                <a:gd name="T49" fmla="*/ 294 h 309"/>
                <a:gd name="T50" fmla="*/ 10 w 306"/>
                <a:gd name="T51" fmla="*/ 260 h 309"/>
                <a:gd name="T52" fmla="*/ 60 w 306"/>
                <a:gd name="T53" fmla="*/ 205 h 309"/>
                <a:gd name="T54" fmla="*/ 71 w 306"/>
                <a:gd name="T55" fmla="*/ 224 h 309"/>
                <a:gd name="T56" fmla="*/ 69 w 306"/>
                <a:gd name="T57" fmla="*/ 226 h 309"/>
                <a:gd name="T58" fmla="*/ 67 w 306"/>
                <a:gd name="T59" fmla="*/ 257 h 309"/>
                <a:gd name="T60" fmla="*/ 153 w 306"/>
                <a:gd name="T61" fmla="*/ 277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06" h="309">
                  <a:moveTo>
                    <a:pt x="138" y="226"/>
                  </a:moveTo>
                  <a:cubicBezTo>
                    <a:pt x="141" y="227"/>
                    <a:pt x="145" y="229"/>
                    <a:pt x="149" y="229"/>
                  </a:cubicBezTo>
                  <a:cubicBezTo>
                    <a:pt x="164" y="232"/>
                    <a:pt x="182" y="227"/>
                    <a:pt x="198" y="216"/>
                  </a:cubicBezTo>
                  <a:cubicBezTo>
                    <a:pt x="215" y="204"/>
                    <a:pt x="226" y="186"/>
                    <a:pt x="226" y="169"/>
                  </a:cubicBezTo>
                  <a:cubicBezTo>
                    <a:pt x="226" y="160"/>
                    <a:pt x="220" y="151"/>
                    <a:pt x="215" y="147"/>
                  </a:cubicBezTo>
                  <a:cubicBezTo>
                    <a:pt x="210" y="170"/>
                    <a:pt x="193" y="193"/>
                    <a:pt x="171" y="209"/>
                  </a:cubicBezTo>
                  <a:cubicBezTo>
                    <a:pt x="160" y="216"/>
                    <a:pt x="149" y="222"/>
                    <a:pt x="138" y="226"/>
                  </a:cubicBezTo>
                  <a:close/>
                  <a:moveTo>
                    <a:pt x="80" y="107"/>
                  </a:moveTo>
                  <a:cubicBezTo>
                    <a:pt x="98" y="76"/>
                    <a:pt x="122" y="47"/>
                    <a:pt x="142" y="15"/>
                  </a:cubicBezTo>
                  <a:cubicBezTo>
                    <a:pt x="151" y="1"/>
                    <a:pt x="154" y="0"/>
                    <a:pt x="164" y="16"/>
                  </a:cubicBezTo>
                  <a:cubicBezTo>
                    <a:pt x="183" y="47"/>
                    <a:pt x="207" y="76"/>
                    <a:pt x="225" y="107"/>
                  </a:cubicBezTo>
                  <a:cubicBezTo>
                    <a:pt x="234" y="122"/>
                    <a:pt x="241" y="138"/>
                    <a:pt x="241" y="153"/>
                  </a:cubicBezTo>
                  <a:cubicBezTo>
                    <a:pt x="241" y="190"/>
                    <a:pt x="221" y="222"/>
                    <a:pt x="193" y="237"/>
                  </a:cubicBezTo>
                  <a:cubicBezTo>
                    <a:pt x="167" y="251"/>
                    <a:pt x="137" y="251"/>
                    <a:pt x="112" y="237"/>
                  </a:cubicBezTo>
                  <a:cubicBezTo>
                    <a:pt x="84" y="221"/>
                    <a:pt x="65" y="190"/>
                    <a:pt x="65" y="153"/>
                  </a:cubicBezTo>
                  <a:cubicBezTo>
                    <a:pt x="65" y="138"/>
                    <a:pt x="71" y="122"/>
                    <a:pt x="80" y="107"/>
                  </a:cubicBezTo>
                  <a:close/>
                  <a:moveTo>
                    <a:pt x="153" y="277"/>
                  </a:moveTo>
                  <a:cubicBezTo>
                    <a:pt x="178" y="277"/>
                    <a:pt x="218" y="273"/>
                    <a:pt x="238" y="257"/>
                  </a:cubicBezTo>
                  <a:cubicBezTo>
                    <a:pt x="251" y="247"/>
                    <a:pt x="250" y="236"/>
                    <a:pt x="237" y="226"/>
                  </a:cubicBezTo>
                  <a:cubicBezTo>
                    <a:pt x="236" y="226"/>
                    <a:pt x="235" y="225"/>
                    <a:pt x="234" y="224"/>
                  </a:cubicBezTo>
                  <a:cubicBezTo>
                    <a:pt x="239" y="218"/>
                    <a:pt x="243" y="212"/>
                    <a:pt x="246" y="205"/>
                  </a:cubicBezTo>
                  <a:cubicBezTo>
                    <a:pt x="267" y="213"/>
                    <a:pt x="306" y="232"/>
                    <a:pt x="295" y="260"/>
                  </a:cubicBezTo>
                  <a:cubicBezTo>
                    <a:pt x="289" y="277"/>
                    <a:pt x="268" y="288"/>
                    <a:pt x="252" y="294"/>
                  </a:cubicBezTo>
                  <a:cubicBezTo>
                    <a:pt x="225" y="304"/>
                    <a:pt x="189" y="309"/>
                    <a:pt x="153" y="309"/>
                  </a:cubicBezTo>
                  <a:cubicBezTo>
                    <a:pt x="116" y="309"/>
                    <a:pt x="80" y="304"/>
                    <a:pt x="53" y="294"/>
                  </a:cubicBezTo>
                  <a:cubicBezTo>
                    <a:pt x="38" y="288"/>
                    <a:pt x="16" y="277"/>
                    <a:pt x="10" y="260"/>
                  </a:cubicBezTo>
                  <a:cubicBezTo>
                    <a:pt x="0" y="232"/>
                    <a:pt x="38" y="213"/>
                    <a:pt x="60" y="205"/>
                  </a:cubicBezTo>
                  <a:cubicBezTo>
                    <a:pt x="63" y="212"/>
                    <a:pt x="67" y="218"/>
                    <a:pt x="71" y="224"/>
                  </a:cubicBezTo>
                  <a:cubicBezTo>
                    <a:pt x="70" y="225"/>
                    <a:pt x="70" y="226"/>
                    <a:pt x="69" y="226"/>
                  </a:cubicBezTo>
                  <a:cubicBezTo>
                    <a:pt x="56" y="236"/>
                    <a:pt x="54" y="247"/>
                    <a:pt x="67" y="257"/>
                  </a:cubicBezTo>
                  <a:cubicBezTo>
                    <a:pt x="88" y="273"/>
                    <a:pt x="128" y="277"/>
                    <a:pt x="153" y="2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063282" y="2457456"/>
            <a:ext cx="2739044" cy="563303"/>
            <a:chOff x="2063282" y="2457456"/>
            <a:chExt cx="2739044" cy="563303"/>
          </a:xfrm>
        </p:grpSpPr>
        <p:sp>
          <p:nvSpPr>
            <p:cNvPr id="10" name="Rectangle 54"/>
            <p:cNvSpPr/>
            <p:nvPr/>
          </p:nvSpPr>
          <p:spPr>
            <a:xfrm>
              <a:off x="2063282" y="2457456"/>
              <a:ext cx="527599" cy="5275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1" name="Group 55"/>
            <p:cNvGrpSpPr/>
            <p:nvPr/>
          </p:nvGrpSpPr>
          <p:grpSpPr>
            <a:xfrm>
              <a:off x="2169543" y="2598805"/>
              <a:ext cx="318937" cy="245215"/>
              <a:chOff x="2849564" y="3636963"/>
              <a:chExt cx="315912" cy="242888"/>
            </a:xfrm>
            <a:solidFill>
              <a:schemeClr val="bg1"/>
            </a:solidFill>
          </p:grpSpPr>
          <p:sp>
            <p:nvSpPr>
              <p:cNvPr id="18" name="Freeform: Shape 56"/>
              <p:cNvSpPr>
                <a:spLocks/>
              </p:cNvSpPr>
              <p:nvPr/>
            </p:nvSpPr>
            <p:spPr bwMode="auto">
              <a:xfrm>
                <a:off x="2849564" y="3671888"/>
                <a:ext cx="298450" cy="207963"/>
              </a:xfrm>
              <a:custGeom>
                <a:avLst/>
                <a:gdLst>
                  <a:gd name="T0" fmla="*/ 103 w 112"/>
                  <a:gd name="T1" fmla="*/ 78 h 78"/>
                  <a:gd name="T2" fmla="*/ 9 w 112"/>
                  <a:gd name="T3" fmla="*/ 78 h 78"/>
                  <a:gd name="T4" fmla="*/ 0 w 112"/>
                  <a:gd name="T5" fmla="*/ 69 h 78"/>
                  <a:gd name="T6" fmla="*/ 0 w 112"/>
                  <a:gd name="T7" fmla="*/ 8 h 78"/>
                  <a:gd name="T8" fmla="*/ 9 w 112"/>
                  <a:gd name="T9" fmla="*/ 0 h 78"/>
                  <a:gd name="T10" fmla="*/ 42 w 112"/>
                  <a:gd name="T11" fmla="*/ 0 h 78"/>
                  <a:gd name="T12" fmla="*/ 46 w 112"/>
                  <a:gd name="T13" fmla="*/ 4 h 78"/>
                  <a:gd name="T14" fmla="*/ 42 w 112"/>
                  <a:gd name="T15" fmla="*/ 8 h 78"/>
                  <a:gd name="T16" fmla="*/ 9 w 112"/>
                  <a:gd name="T17" fmla="*/ 8 h 78"/>
                  <a:gd name="T18" fmla="*/ 8 w 112"/>
                  <a:gd name="T19" fmla="*/ 8 h 78"/>
                  <a:gd name="T20" fmla="*/ 8 w 112"/>
                  <a:gd name="T21" fmla="*/ 69 h 78"/>
                  <a:gd name="T22" fmla="*/ 9 w 112"/>
                  <a:gd name="T23" fmla="*/ 70 h 78"/>
                  <a:gd name="T24" fmla="*/ 103 w 112"/>
                  <a:gd name="T25" fmla="*/ 70 h 78"/>
                  <a:gd name="T26" fmla="*/ 104 w 112"/>
                  <a:gd name="T27" fmla="*/ 69 h 78"/>
                  <a:gd name="T28" fmla="*/ 104 w 112"/>
                  <a:gd name="T29" fmla="*/ 43 h 78"/>
                  <a:gd name="T30" fmla="*/ 108 w 112"/>
                  <a:gd name="T31" fmla="*/ 39 h 78"/>
                  <a:gd name="T32" fmla="*/ 112 w 112"/>
                  <a:gd name="T33" fmla="*/ 43 h 78"/>
                  <a:gd name="T34" fmla="*/ 112 w 112"/>
                  <a:gd name="T35" fmla="*/ 69 h 78"/>
                  <a:gd name="T36" fmla="*/ 103 w 112"/>
                  <a:gd name="T37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2" h="78">
                    <a:moveTo>
                      <a:pt x="103" y="78"/>
                    </a:moveTo>
                    <a:cubicBezTo>
                      <a:pt x="9" y="78"/>
                      <a:pt x="9" y="78"/>
                      <a:pt x="9" y="78"/>
                    </a:cubicBezTo>
                    <a:cubicBezTo>
                      <a:pt x="4" y="78"/>
                      <a:pt x="0" y="74"/>
                      <a:pt x="0" y="6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6" y="1"/>
                      <a:pt x="46" y="4"/>
                    </a:cubicBezTo>
                    <a:cubicBezTo>
                      <a:pt x="46" y="6"/>
                      <a:pt x="44" y="8"/>
                      <a:pt x="42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70"/>
                      <a:pt x="8" y="70"/>
                      <a:pt x="9" y="70"/>
                    </a:cubicBezTo>
                    <a:cubicBezTo>
                      <a:pt x="103" y="70"/>
                      <a:pt x="103" y="70"/>
                      <a:pt x="103" y="70"/>
                    </a:cubicBezTo>
                    <a:cubicBezTo>
                      <a:pt x="103" y="70"/>
                      <a:pt x="104" y="70"/>
                      <a:pt x="104" y="69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1"/>
                      <a:pt x="105" y="39"/>
                      <a:pt x="108" y="39"/>
                    </a:cubicBezTo>
                    <a:cubicBezTo>
                      <a:pt x="110" y="39"/>
                      <a:pt x="112" y="41"/>
                      <a:pt x="112" y="43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74"/>
                      <a:pt x="108" y="78"/>
                      <a:pt x="103" y="7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9" name="Freeform: Shape 57"/>
              <p:cNvSpPr>
                <a:spLocks/>
              </p:cNvSpPr>
              <p:nvPr/>
            </p:nvSpPr>
            <p:spPr bwMode="auto">
              <a:xfrm>
                <a:off x="2943226" y="3636963"/>
                <a:ext cx="222250" cy="200025"/>
              </a:xfrm>
              <a:custGeom>
                <a:avLst/>
                <a:gdLst>
                  <a:gd name="T0" fmla="*/ 46 w 83"/>
                  <a:gd name="T1" fmla="*/ 58 h 75"/>
                  <a:gd name="T2" fmla="*/ 83 w 83"/>
                  <a:gd name="T3" fmla="*/ 29 h 75"/>
                  <a:gd name="T4" fmla="*/ 46 w 83"/>
                  <a:gd name="T5" fmla="*/ 0 h 75"/>
                  <a:gd name="T6" fmla="*/ 46 w 83"/>
                  <a:gd name="T7" fmla="*/ 20 h 75"/>
                  <a:gd name="T8" fmla="*/ 0 w 83"/>
                  <a:gd name="T9" fmla="*/ 75 h 75"/>
                  <a:gd name="T10" fmla="*/ 46 w 83"/>
                  <a:gd name="T11" fmla="*/ 40 h 75"/>
                  <a:gd name="T12" fmla="*/ 46 w 83"/>
                  <a:gd name="T13" fmla="*/ 5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75">
                    <a:moveTo>
                      <a:pt x="46" y="58"/>
                    </a:moveTo>
                    <a:cubicBezTo>
                      <a:pt x="83" y="29"/>
                      <a:pt x="83" y="29"/>
                      <a:pt x="83" y="29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10" y="21"/>
                      <a:pt x="0" y="38"/>
                      <a:pt x="0" y="75"/>
                    </a:cubicBezTo>
                    <a:cubicBezTo>
                      <a:pt x="15" y="43"/>
                      <a:pt x="30" y="41"/>
                      <a:pt x="46" y="40"/>
                    </a:cubicBezTo>
                    <a:cubicBezTo>
                      <a:pt x="46" y="58"/>
                      <a:pt x="46" y="58"/>
                      <a:pt x="46" y="5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12" name="Group 53"/>
            <p:cNvGrpSpPr/>
            <p:nvPr/>
          </p:nvGrpSpPr>
          <p:grpSpPr>
            <a:xfrm>
              <a:off x="2735796" y="2457456"/>
              <a:ext cx="2066530" cy="563303"/>
              <a:chOff x="8689521" y="2412324"/>
              <a:chExt cx="2755373" cy="751070"/>
            </a:xfrm>
          </p:grpSpPr>
          <p:sp>
            <p:nvSpPr>
              <p:cNvPr id="16" name="TextBox 58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اثر منفرد و ترکیبی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7" name="Rectangle 59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ماینیت، میکروسیلیس و آلومینای واکنش‌پذیر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2063282" y="3367418"/>
            <a:ext cx="2762269" cy="575980"/>
            <a:chOff x="2063282" y="3367418"/>
            <a:chExt cx="2762269" cy="575980"/>
          </a:xfrm>
        </p:grpSpPr>
        <p:sp>
          <p:nvSpPr>
            <p:cNvPr id="5" name="Rectangle 15"/>
            <p:cNvSpPr/>
            <p:nvPr/>
          </p:nvSpPr>
          <p:spPr>
            <a:xfrm>
              <a:off x="2063282" y="3367418"/>
              <a:ext cx="527599" cy="52759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Freeform: Shape 16"/>
            <p:cNvSpPr>
              <a:spLocks/>
            </p:cNvSpPr>
            <p:nvPr/>
          </p:nvSpPr>
          <p:spPr bwMode="auto">
            <a:xfrm>
              <a:off x="2194504" y="3513605"/>
              <a:ext cx="312556" cy="255099"/>
            </a:xfrm>
            <a:custGeom>
              <a:avLst/>
              <a:gdLst>
                <a:gd name="T0" fmla="*/ 307 w 382"/>
                <a:gd name="T1" fmla="*/ 135 h 312"/>
                <a:gd name="T2" fmla="*/ 362 w 382"/>
                <a:gd name="T3" fmla="*/ 71 h 312"/>
                <a:gd name="T4" fmla="*/ 238 w 382"/>
                <a:gd name="T5" fmla="*/ 25 h 312"/>
                <a:gd name="T6" fmla="*/ 229 w 382"/>
                <a:gd name="T7" fmla="*/ 19 h 312"/>
                <a:gd name="T8" fmla="*/ 229 w 382"/>
                <a:gd name="T9" fmla="*/ 134 h 312"/>
                <a:gd name="T10" fmla="*/ 180 w 382"/>
                <a:gd name="T11" fmla="*/ 214 h 312"/>
                <a:gd name="T12" fmla="*/ 86 w 382"/>
                <a:gd name="T13" fmla="*/ 189 h 312"/>
                <a:gd name="T14" fmla="*/ 129 w 382"/>
                <a:gd name="T15" fmla="*/ 97 h 312"/>
                <a:gd name="T16" fmla="*/ 190 w 382"/>
                <a:gd name="T17" fmla="*/ 93 h 312"/>
                <a:gd name="T18" fmla="*/ 190 w 382"/>
                <a:gd name="T19" fmla="*/ 4 h 312"/>
                <a:gd name="T20" fmla="*/ 154 w 382"/>
                <a:gd name="T21" fmla="*/ 0 h 312"/>
                <a:gd name="T22" fmla="*/ 0 w 382"/>
                <a:gd name="T23" fmla="*/ 156 h 312"/>
                <a:gd name="T24" fmla="*/ 154 w 382"/>
                <a:gd name="T25" fmla="*/ 312 h 312"/>
                <a:gd name="T26" fmla="*/ 308 w 382"/>
                <a:gd name="T27" fmla="*/ 156 h 312"/>
                <a:gd name="T28" fmla="*/ 307 w 382"/>
                <a:gd name="T29" fmla="*/ 135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2" h="312">
                  <a:moveTo>
                    <a:pt x="307" y="135"/>
                  </a:moveTo>
                  <a:cubicBezTo>
                    <a:pt x="354" y="122"/>
                    <a:pt x="382" y="72"/>
                    <a:pt x="362" y="71"/>
                  </a:cubicBezTo>
                  <a:cubicBezTo>
                    <a:pt x="311" y="68"/>
                    <a:pt x="267" y="43"/>
                    <a:pt x="238" y="25"/>
                  </a:cubicBezTo>
                  <a:cubicBezTo>
                    <a:pt x="235" y="23"/>
                    <a:pt x="232" y="21"/>
                    <a:pt x="229" y="19"/>
                  </a:cubicBezTo>
                  <a:cubicBezTo>
                    <a:pt x="229" y="134"/>
                    <a:pt x="229" y="134"/>
                    <a:pt x="229" y="134"/>
                  </a:cubicBezTo>
                  <a:cubicBezTo>
                    <a:pt x="229" y="172"/>
                    <a:pt x="206" y="202"/>
                    <a:pt x="180" y="214"/>
                  </a:cubicBezTo>
                  <a:cubicBezTo>
                    <a:pt x="142" y="233"/>
                    <a:pt x="100" y="221"/>
                    <a:pt x="86" y="189"/>
                  </a:cubicBezTo>
                  <a:cubicBezTo>
                    <a:pt x="72" y="157"/>
                    <a:pt x="91" y="116"/>
                    <a:pt x="129" y="97"/>
                  </a:cubicBezTo>
                  <a:cubicBezTo>
                    <a:pt x="150" y="87"/>
                    <a:pt x="172" y="86"/>
                    <a:pt x="190" y="93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78" y="1"/>
                    <a:pt x="166" y="0"/>
                    <a:pt x="154" y="0"/>
                  </a:cubicBezTo>
                  <a:cubicBezTo>
                    <a:pt x="69" y="0"/>
                    <a:pt x="0" y="70"/>
                    <a:pt x="0" y="156"/>
                  </a:cubicBezTo>
                  <a:cubicBezTo>
                    <a:pt x="0" y="242"/>
                    <a:pt x="69" y="312"/>
                    <a:pt x="154" y="312"/>
                  </a:cubicBezTo>
                  <a:cubicBezTo>
                    <a:pt x="239" y="312"/>
                    <a:pt x="308" y="242"/>
                    <a:pt x="308" y="156"/>
                  </a:cubicBezTo>
                  <a:cubicBezTo>
                    <a:pt x="308" y="149"/>
                    <a:pt x="308" y="142"/>
                    <a:pt x="307" y="1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3" name="Group 60"/>
            <p:cNvGrpSpPr/>
            <p:nvPr/>
          </p:nvGrpSpPr>
          <p:grpSpPr>
            <a:xfrm>
              <a:off x="2759021" y="3380095"/>
              <a:ext cx="2066530" cy="563303"/>
              <a:chOff x="8689521" y="2412324"/>
              <a:chExt cx="2755373" cy="751070"/>
            </a:xfrm>
          </p:grpSpPr>
          <p:sp>
            <p:nvSpPr>
              <p:cNvPr id="14" name="TextBox 61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پیوند گیرش و ریزساختار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5" name="Rectangle 62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هیدرات، تخلخل، ریزساختار و استحکام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5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شکاف پژوهشی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928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57375" y="1059581"/>
            <a:ext cx="5429251" cy="2274272"/>
            <a:chOff x="1260866" y="1641971"/>
            <a:chExt cx="9670268" cy="4050804"/>
          </a:xfrm>
        </p:grpSpPr>
        <p:sp>
          <p:nvSpPr>
            <p:cNvPr id="15" name="椭圆 14"/>
            <p:cNvSpPr/>
            <p:nvPr/>
          </p:nvSpPr>
          <p:spPr>
            <a:xfrm>
              <a:off x="1651000" y="4994274"/>
              <a:ext cx="1625600" cy="6985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泪滴形 15"/>
            <p:cNvSpPr/>
            <p:nvPr/>
          </p:nvSpPr>
          <p:spPr>
            <a:xfrm rot="8100000">
              <a:off x="1260866" y="2431847"/>
              <a:ext cx="2405870" cy="2405870"/>
            </a:xfrm>
            <a:prstGeom prst="teardrop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283200" y="4994274"/>
              <a:ext cx="1625600" cy="6985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8915399" y="4994274"/>
              <a:ext cx="1625600" cy="69850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泪滴形 18"/>
            <p:cNvSpPr/>
            <p:nvPr/>
          </p:nvSpPr>
          <p:spPr>
            <a:xfrm rot="8100000">
              <a:off x="4893065" y="2431847"/>
              <a:ext cx="2405870" cy="2405870"/>
            </a:xfrm>
            <a:prstGeom prst="teardrop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0" name="泪滴形 19"/>
            <p:cNvSpPr/>
            <p:nvPr/>
          </p:nvSpPr>
          <p:spPr>
            <a:xfrm rot="8100000">
              <a:off x="8525264" y="2431847"/>
              <a:ext cx="2405870" cy="2405870"/>
            </a:xfrm>
            <a:prstGeom prst="teardrop">
              <a:avLst/>
            </a:prstGeom>
            <a:solidFill>
              <a:schemeClr val="accent3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484076" y="3790053"/>
              <a:ext cx="2020976" cy="325409"/>
            </a:xfrm>
            <a:prstGeom prst="rect">
              <a:avLst/>
            </a:prstGeom>
          </p:spPr>
          <p:txBody>
            <a:bodyPr wrap="none" lIns="0" tIns="0" rIns="0" bIns="0" anchor="ctr" anchorCtr="1">
              <a:normAutofit fontScale="77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سنتز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2" name="任意多边形: 形状 21"/>
            <p:cNvSpPr>
              <a:spLocks/>
            </p:cNvSpPr>
            <p:nvPr/>
          </p:nvSpPr>
          <p:spPr bwMode="auto">
            <a:xfrm>
              <a:off x="2289509" y="2774835"/>
              <a:ext cx="348580" cy="627444"/>
            </a:xfrm>
            <a:custGeom>
              <a:avLst/>
              <a:gdLst>
                <a:gd name="T0" fmla="*/ 159 w 159"/>
                <a:gd name="T1" fmla="*/ 50 h 286"/>
                <a:gd name="T2" fmla="*/ 114 w 159"/>
                <a:gd name="T3" fmla="*/ 50 h 286"/>
                <a:gd name="T4" fmla="*/ 114 w 159"/>
                <a:gd name="T5" fmla="*/ 50 h 286"/>
                <a:gd name="T6" fmla="*/ 111 w 159"/>
                <a:gd name="T7" fmla="*/ 51 h 286"/>
                <a:gd name="T8" fmla="*/ 107 w 159"/>
                <a:gd name="T9" fmla="*/ 54 h 286"/>
                <a:gd name="T10" fmla="*/ 103 w 159"/>
                <a:gd name="T11" fmla="*/ 60 h 286"/>
                <a:gd name="T12" fmla="*/ 102 w 159"/>
                <a:gd name="T13" fmla="*/ 66 h 286"/>
                <a:gd name="T14" fmla="*/ 102 w 159"/>
                <a:gd name="T15" fmla="*/ 99 h 286"/>
                <a:gd name="T16" fmla="*/ 159 w 159"/>
                <a:gd name="T17" fmla="*/ 99 h 286"/>
                <a:gd name="T18" fmla="*/ 159 w 159"/>
                <a:gd name="T19" fmla="*/ 146 h 286"/>
                <a:gd name="T20" fmla="*/ 102 w 159"/>
                <a:gd name="T21" fmla="*/ 146 h 286"/>
                <a:gd name="T22" fmla="*/ 102 w 159"/>
                <a:gd name="T23" fmla="*/ 286 h 286"/>
                <a:gd name="T24" fmla="*/ 50 w 159"/>
                <a:gd name="T25" fmla="*/ 286 h 286"/>
                <a:gd name="T26" fmla="*/ 50 w 159"/>
                <a:gd name="T27" fmla="*/ 146 h 286"/>
                <a:gd name="T28" fmla="*/ 0 w 159"/>
                <a:gd name="T29" fmla="*/ 146 h 286"/>
                <a:gd name="T30" fmla="*/ 0 w 159"/>
                <a:gd name="T31" fmla="*/ 99 h 286"/>
                <a:gd name="T32" fmla="*/ 50 w 159"/>
                <a:gd name="T33" fmla="*/ 99 h 286"/>
                <a:gd name="T34" fmla="*/ 50 w 159"/>
                <a:gd name="T35" fmla="*/ 71 h 286"/>
                <a:gd name="T36" fmla="*/ 50 w 159"/>
                <a:gd name="T37" fmla="*/ 71 h 286"/>
                <a:gd name="T38" fmla="*/ 50 w 159"/>
                <a:gd name="T39" fmla="*/ 64 h 286"/>
                <a:gd name="T40" fmla="*/ 51 w 159"/>
                <a:gd name="T41" fmla="*/ 57 h 286"/>
                <a:gd name="T42" fmla="*/ 52 w 159"/>
                <a:gd name="T43" fmla="*/ 50 h 286"/>
                <a:gd name="T44" fmla="*/ 54 w 159"/>
                <a:gd name="T45" fmla="*/ 43 h 286"/>
                <a:gd name="T46" fmla="*/ 57 w 159"/>
                <a:gd name="T47" fmla="*/ 37 h 286"/>
                <a:gd name="T48" fmla="*/ 60 w 159"/>
                <a:gd name="T49" fmla="*/ 31 h 286"/>
                <a:gd name="T50" fmla="*/ 63 w 159"/>
                <a:gd name="T51" fmla="*/ 26 h 286"/>
                <a:gd name="T52" fmla="*/ 67 w 159"/>
                <a:gd name="T53" fmla="*/ 21 h 286"/>
                <a:gd name="T54" fmla="*/ 72 w 159"/>
                <a:gd name="T55" fmla="*/ 16 h 286"/>
                <a:gd name="T56" fmla="*/ 78 w 159"/>
                <a:gd name="T57" fmla="*/ 12 h 286"/>
                <a:gd name="T58" fmla="*/ 83 w 159"/>
                <a:gd name="T59" fmla="*/ 8 h 286"/>
                <a:gd name="T60" fmla="*/ 88 w 159"/>
                <a:gd name="T61" fmla="*/ 5 h 286"/>
                <a:gd name="T62" fmla="*/ 94 w 159"/>
                <a:gd name="T63" fmla="*/ 3 h 286"/>
                <a:gd name="T64" fmla="*/ 100 w 159"/>
                <a:gd name="T65" fmla="*/ 1 h 286"/>
                <a:gd name="T66" fmla="*/ 108 w 159"/>
                <a:gd name="T67" fmla="*/ 0 h 286"/>
                <a:gd name="T68" fmla="*/ 114 w 159"/>
                <a:gd name="T69" fmla="*/ 0 h 286"/>
                <a:gd name="T70" fmla="*/ 159 w 159"/>
                <a:gd name="T71" fmla="*/ 0 h 286"/>
                <a:gd name="T72" fmla="*/ 159 w 159"/>
                <a:gd name="T73" fmla="*/ 5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9" h="286">
                  <a:moveTo>
                    <a:pt x="159" y="50"/>
                  </a:moveTo>
                  <a:lnTo>
                    <a:pt x="114" y="50"/>
                  </a:lnTo>
                  <a:lnTo>
                    <a:pt x="114" y="50"/>
                  </a:lnTo>
                  <a:lnTo>
                    <a:pt x="111" y="51"/>
                  </a:lnTo>
                  <a:lnTo>
                    <a:pt x="107" y="54"/>
                  </a:lnTo>
                  <a:lnTo>
                    <a:pt x="103" y="60"/>
                  </a:lnTo>
                  <a:lnTo>
                    <a:pt x="102" y="66"/>
                  </a:lnTo>
                  <a:lnTo>
                    <a:pt x="102" y="99"/>
                  </a:lnTo>
                  <a:lnTo>
                    <a:pt x="159" y="99"/>
                  </a:lnTo>
                  <a:lnTo>
                    <a:pt x="159" y="146"/>
                  </a:lnTo>
                  <a:lnTo>
                    <a:pt x="102" y="146"/>
                  </a:lnTo>
                  <a:lnTo>
                    <a:pt x="102" y="286"/>
                  </a:lnTo>
                  <a:lnTo>
                    <a:pt x="50" y="286"/>
                  </a:lnTo>
                  <a:lnTo>
                    <a:pt x="50" y="146"/>
                  </a:lnTo>
                  <a:lnTo>
                    <a:pt x="0" y="146"/>
                  </a:lnTo>
                  <a:lnTo>
                    <a:pt x="0" y="99"/>
                  </a:lnTo>
                  <a:lnTo>
                    <a:pt x="50" y="99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50" y="64"/>
                  </a:lnTo>
                  <a:lnTo>
                    <a:pt x="51" y="57"/>
                  </a:lnTo>
                  <a:lnTo>
                    <a:pt x="52" y="50"/>
                  </a:lnTo>
                  <a:lnTo>
                    <a:pt x="54" y="43"/>
                  </a:lnTo>
                  <a:lnTo>
                    <a:pt x="57" y="37"/>
                  </a:lnTo>
                  <a:lnTo>
                    <a:pt x="60" y="31"/>
                  </a:lnTo>
                  <a:lnTo>
                    <a:pt x="63" y="26"/>
                  </a:lnTo>
                  <a:lnTo>
                    <a:pt x="67" y="21"/>
                  </a:lnTo>
                  <a:lnTo>
                    <a:pt x="72" y="16"/>
                  </a:lnTo>
                  <a:lnTo>
                    <a:pt x="78" y="12"/>
                  </a:lnTo>
                  <a:lnTo>
                    <a:pt x="83" y="8"/>
                  </a:lnTo>
                  <a:lnTo>
                    <a:pt x="88" y="5"/>
                  </a:lnTo>
                  <a:lnTo>
                    <a:pt x="94" y="3"/>
                  </a:lnTo>
                  <a:lnTo>
                    <a:pt x="100" y="1"/>
                  </a:lnTo>
                  <a:lnTo>
                    <a:pt x="108" y="0"/>
                  </a:lnTo>
                  <a:lnTo>
                    <a:pt x="114" y="0"/>
                  </a:lnTo>
                  <a:lnTo>
                    <a:pt x="159" y="0"/>
                  </a:lnTo>
                  <a:lnTo>
                    <a:pt x="159" y="5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056600" y="3790053"/>
              <a:ext cx="2020976" cy="325409"/>
            </a:xfrm>
            <a:prstGeom prst="rect">
              <a:avLst/>
            </a:prstGeom>
          </p:spPr>
          <p:txBody>
            <a:bodyPr wrap="none" lIns="0" tIns="0" rIns="0" bIns="0" anchor="ctr" anchorCtr="1">
              <a:normAutofit fontScale="77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گیرش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717710" y="3790053"/>
              <a:ext cx="2020976" cy="325409"/>
            </a:xfrm>
            <a:prstGeom prst="rect">
              <a:avLst/>
            </a:prstGeom>
          </p:spPr>
          <p:txBody>
            <a:bodyPr wrap="none" lIns="0" tIns="0" rIns="0" bIns="0" anchor="ctr" anchorCtr="1">
              <a:normAutofit fontScale="77500"/>
            </a:bodyPr>
            <a:lstStyle/>
            <a:p>
              <a:pPr marL="0" marR="0" lvl="0" indent="0" algn="ctr" defTabSz="914378" rtl="1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8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استحکام</a:t>
              </a:r>
              <a:endParaRPr kumimoji="0" lang="fa-I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5" name="任意多边形: 形状 24"/>
            <p:cNvSpPr>
              <a:spLocks/>
            </p:cNvSpPr>
            <p:nvPr/>
          </p:nvSpPr>
          <p:spPr bwMode="auto">
            <a:xfrm>
              <a:off x="9374221" y="2774835"/>
              <a:ext cx="707954" cy="706642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6" name="任意多边形: 形状 25"/>
            <p:cNvSpPr>
              <a:spLocks/>
            </p:cNvSpPr>
            <p:nvPr/>
          </p:nvSpPr>
          <p:spPr bwMode="auto">
            <a:xfrm>
              <a:off x="5738628" y="2813434"/>
              <a:ext cx="714744" cy="587458"/>
            </a:xfrm>
            <a:custGeom>
              <a:avLst/>
              <a:gdLst>
                <a:gd name="T0" fmla="*/ 285 w 293"/>
                <a:gd name="T1" fmla="*/ 32 h 238"/>
                <a:gd name="T2" fmla="*/ 259 w 293"/>
                <a:gd name="T3" fmla="*/ 38 h 238"/>
                <a:gd name="T4" fmla="*/ 275 w 293"/>
                <a:gd name="T5" fmla="*/ 24 h 238"/>
                <a:gd name="T6" fmla="*/ 285 w 293"/>
                <a:gd name="T7" fmla="*/ 4 h 238"/>
                <a:gd name="T8" fmla="*/ 257 w 293"/>
                <a:gd name="T9" fmla="*/ 16 h 238"/>
                <a:gd name="T10" fmla="*/ 237 w 293"/>
                <a:gd name="T11" fmla="*/ 11 h 238"/>
                <a:gd name="T12" fmla="*/ 216 w 293"/>
                <a:gd name="T13" fmla="*/ 1 h 238"/>
                <a:gd name="T14" fmla="*/ 203 w 293"/>
                <a:gd name="T15" fmla="*/ 0 h 238"/>
                <a:gd name="T16" fmla="*/ 179 w 293"/>
                <a:gd name="T17" fmla="*/ 5 h 238"/>
                <a:gd name="T18" fmla="*/ 154 w 293"/>
                <a:gd name="T19" fmla="*/ 27 h 238"/>
                <a:gd name="T20" fmla="*/ 143 w 293"/>
                <a:gd name="T21" fmla="*/ 54 h 238"/>
                <a:gd name="T22" fmla="*/ 143 w 293"/>
                <a:gd name="T23" fmla="*/ 67 h 238"/>
                <a:gd name="T24" fmla="*/ 126 w 293"/>
                <a:gd name="T25" fmla="*/ 72 h 238"/>
                <a:gd name="T26" fmla="*/ 75 w 293"/>
                <a:gd name="T27" fmla="*/ 55 h 238"/>
                <a:gd name="T28" fmla="*/ 33 w 293"/>
                <a:gd name="T29" fmla="*/ 24 h 238"/>
                <a:gd name="T30" fmla="*/ 17 w 293"/>
                <a:gd name="T31" fmla="*/ 17 h 238"/>
                <a:gd name="T32" fmla="*/ 12 w 293"/>
                <a:gd name="T33" fmla="*/ 41 h 238"/>
                <a:gd name="T34" fmla="*/ 14 w 293"/>
                <a:gd name="T35" fmla="*/ 57 h 238"/>
                <a:gd name="T36" fmla="*/ 23 w 293"/>
                <a:gd name="T37" fmla="*/ 76 h 238"/>
                <a:gd name="T38" fmla="*/ 39 w 293"/>
                <a:gd name="T39" fmla="*/ 91 h 238"/>
                <a:gd name="T40" fmla="*/ 25 w 293"/>
                <a:gd name="T41" fmla="*/ 89 h 238"/>
                <a:gd name="T42" fmla="*/ 12 w 293"/>
                <a:gd name="T43" fmla="*/ 84 h 238"/>
                <a:gd name="T44" fmla="*/ 13 w 293"/>
                <a:gd name="T45" fmla="*/ 95 h 238"/>
                <a:gd name="T46" fmla="*/ 25 w 293"/>
                <a:gd name="T47" fmla="*/ 123 h 238"/>
                <a:gd name="T48" fmla="*/ 50 w 293"/>
                <a:gd name="T49" fmla="*/ 140 h 238"/>
                <a:gd name="T50" fmla="*/ 52 w 293"/>
                <a:gd name="T51" fmla="*/ 145 h 238"/>
                <a:gd name="T52" fmla="*/ 33 w 293"/>
                <a:gd name="T53" fmla="*/ 145 h 238"/>
                <a:gd name="T54" fmla="*/ 41 w 293"/>
                <a:gd name="T55" fmla="*/ 161 h 238"/>
                <a:gd name="T56" fmla="*/ 62 w 293"/>
                <a:gd name="T57" fmla="*/ 179 h 238"/>
                <a:gd name="T58" fmla="*/ 89 w 293"/>
                <a:gd name="T59" fmla="*/ 186 h 238"/>
                <a:gd name="T60" fmla="*/ 73 w 293"/>
                <a:gd name="T61" fmla="*/ 197 h 238"/>
                <a:gd name="T62" fmla="*/ 45 w 293"/>
                <a:gd name="T63" fmla="*/ 208 h 238"/>
                <a:gd name="T64" fmla="*/ 14 w 293"/>
                <a:gd name="T65" fmla="*/ 212 h 238"/>
                <a:gd name="T66" fmla="*/ 0 w 293"/>
                <a:gd name="T67" fmla="*/ 211 h 238"/>
                <a:gd name="T68" fmla="*/ 32 w 293"/>
                <a:gd name="T69" fmla="*/ 227 h 238"/>
                <a:gd name="T70" fmla="*/ 68 w 293"/>
                <a:gd name="T71" fmla="*/ 237 h 238"/>
                <a:gd name="T72" fmla="*/ 93 w 293"/>
                <a:gd name="T73" fmla="*/ 238 h 238"/>
                <a:gd name="T74" fmla="*/ 149 w 293"/>
                <a:gd name="T75" fmla="*/ 229 h 238"/>
                <a:gd name="T76" fmla="*/ 195 w 293"/>
                <a:gd name="T77" fmla="*/ 205 h 238"/>
                <a:gd name="T78" fmla="*/ 229 w 293"/>
                <a:gd name="T79" fmla="*/ 169 h 238"/>
                <a:gd name="T80" fmla="*/ 252 w 293"/>
                <a:gd name="T81" fmla="*/ 127 h 238"/>
                <a:gd name="T82" fmla="*/ 262 w 293"/>
                <a:gd name="T83" fmla="*/ 82 h 238"/>
                <a:gd name="T84" fmla="*/ 263 w 293"/>
                <a:gd name="T85" fmla="*/ 59 h 238"/>
                <a:gd name="T86" fmla="*/ 280 w 293"/>
                <a:gd name="T87" fmla="*/ 45 h 238"/>
                <a:gd name="T88" fmla="*/ 293 w 293"/>
                <a:gd name="T89" fmla="*/ 2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3" h="238">
                  <a:moveTo>
                    <a:pt x="293" y="28"/>
                  </a:moveTo>
                  <a:lnTo>
                    <a:pt x="293" y="28"/>
                  </a:lnTo>
                  <a:lnTo>
                    <a:pt x="285" y="32"/>
                  </a:lnTo>
                  <a:lnTo>
                    <a:pt x="277" y="34"/>
                  </a:lnTo>
                  <a:lnTo>
                    <a:pt x="267" y="36"/>
                  </a:lnTo>
                  <a:lnTo>
                    <a:pt x="259" y="38"/>
                  </a:lnTo>
                  <a:lnTo>
                    <a:pt x="259" y="38"/>
                  </a:lnTo>
                  <a:lnTo>
                    <a:pt x="267" y="31"/>
                  </a:lnTo>
                  <a:lnTo>
                    <a:pt x="275" y="24"/>
                  </a:lnTo>
                  <a:lnTo>
                    <a:pt x="281" y="14"/>
                  </a:lnTo>
                  <a:lnTo>
                    <a:pt x="285" y="4"/>
                  </a:lnTo>
                  <a:lnTo>
                    <a:pt x="285" y="4"/>
                  </a:lnTo>
                  <a:lnTo>
                    <a:pt x="277" y="9"/>
                  </a:lnTo>
                  <a:lnTo>
                    <a:pt x="266" y="13"/>
                  </a:lnTo>
                  <a:lnTo>
                    <a:pt x="257" y="16"/>
                  </a:lnTo>
                  <a:lnTo>
                    <a:pt x="247" y="18"/>
                  </a:lnTo>
                  <a:lnTo>
                    <a:pt x="247" y="18"/>
                  </a:lnTo>
                  <a:lnTo>
                    <a:pt x="237" y="11"/>
                  </a:lnTo>
                  <a:lnTo>
                    <a:pt x="227" y="5"/>
                  </a:lnTo>
                  <a:lnTo>
                    <a:pt x="222" y="3"/>
                  </a:lnTo>
                  <a:lnTo>
                    <a:pt x="216" y="1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1" y="1"/>
                  </a:lnTo>
                  <a:lnTo>
                    <a:pt x="179" y="5"/>
                  </a:lnTo>
                  <a:lnTo>
                    <a:pt x="169" y="10"/>
                  </a:lnTo>
                  <a:lnTo>
                    <a:pt x="161" y="17"/>
                  </a:lnTo>
                  <a:lnTo>
                    <a:pt x="154" y="27"/>
                  </a:lnTo>
                  <a:lnTo>
                    <a:pt x="147" y="37"/>
                  </a:lnTo>
                  <a:lnTo>
                    <a:pt x="144" y="48"/>
                  </a:lnTo>
                  <a:lnTo>
                    <a:pt x="143" y="54"/>
                  </a:lnTo>
                  <a:lnTo>
                    <a:pt x="143" y="60"/>
                  </a:lnTo>
                  <a:lnTo>
                    <a:pt x="143" y="60"/>
                  </a:lnTo>
                  <a:lnTo>
                    <a:pt x="143" y="67"/>
                  </a:lnTo>
                  <a:lnTo>
                    <a:pt x="144" y="74"/>
                  </a:lnTo>
                  <a:lnTo>
                    <a:pt x="144" y="74"/>
                  </a:lnTo>
                  <a:lnTo>
                    <a:pt x="126" y="72"/>
                  </a:lnTo>
                  <a:lnTo>
                    <a:pt x="108" y="68"/>
                  </a:lnTo>
                  <a:lnTo>
                    <a:pt x="92" y="63"/>
                  </a:lnTo>
                  <a:lnTo>
                    <a:pt x="75" y="55"/>
                  </a:lnTo>
                  <a:lnTo>
                    <a:pt x="59" y="46"/>
                  </a:lnTo>
                  <a:lnTo>
                    <a:pt x="45" y="36"/>
                  </a:lnTo>
                  <a:lnTo>
                    <a:pt x="33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7" y="17"/>
                  </a:lnTo>
                  <a:lnTo>
                    <a:pt x="15" y="26"/>
                  </a:lnTo>
                  <a:lnTo>
                    <a:pt x="13" y="3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3" y="48"/>
                  </a:lnTo>
                  <a:lnTo>
                    <a:pt x="14" y="57"/>
                  </a:lnTo>
                  <a:lnTo>
                    <a:pt x="17" y="63"/>
                  </a:lnTo>
                  <a:lnTo>
                    <a:pt x="20" y="70"/>
                  </a:lnTo>
                  <a:lnTo>
                    <a:pt x="23" y="76"/>
                  </a:lnTo>
                  <a:lnTo>
                    <a:pt x="28" y="81"/>
                  </a:lnTo>
                  <a:lnTo>
                    <a:pt x="34" y="87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2" y="91"/>
                  </a:lnTo>
                  <a:lnTo>
                    <a:pt x="25" y="89"/>
                  </a:lnTo>
                  <a:lnTo>
                    <a:pt x="18" y="87"/>
                  </a:lnTo>
                  <a:lnTo>
                    <a:pt x="12" y="84"/>
                  </a:lnTo>
                  <a:lnTo>
                    <a:pt x="12" y="84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3" y="95"/>
                  </a:lnTo>
                  <a:lnTo>
                    <a:pt x="16" y="105"/>
                  </a:lnTo>
                  <a:lnTo>
                    <a:pt x="20" y="115"/>
                  </a:lnTo>
                  <a:lnTo>
                    <a:pt x="25" y="123"/>
                  </a:lnTo>
                  <a:lnTo>
                    <a:pt x="33" y="130"/>
                  </a:lnTo>
                  <a:lnTo>
                    <a:pt x="41" y="136"/>
                  </a:lnTo>
                  <a:lnTo>
                    <a:pt x="50" y="140"/>
                  </a:lnTo>
                  <a:lnTo>
                    <a:pt x="60" y="143"/>
                  </a:lnTo>
                  <a:lnTo>
                    <a:pt x="60" y="143"/>
                  </a:lnTo>
                  <a:lnTo>
                    <a:pt x="52" y="145"/>
                  </a:lnTo>
                  <a:lnTo>
                    <a:pt x="44" y="146"/>
                  </a:lnTo>
                  <a:lnTo>
                    <a:pt x="44" y="146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41" y="161"/>
                  </a:lnTo>
                  <a:lnTo>
                    <a:pt x="47" y="168"/>
                  </a:lnTo>
                  <a:lnTo>
                    <a:pt x="54" y="175"/>
                  </a:lnTo>
                  <a:lnTo>
                    <a:pt x="62" y="179"/>
                  </a:lnTo>
                  <a:lnTo>
                    <a:pt x="71" y="183"/>
                  </a:lnTo>
                  <a:lnTo>
                    <a:pt x="79" y="185"/>
                  </a:lnTo>
                  <a:lnTo>
                    <a:pt x="89" y="186"/>
                  </a:lnTo>
                  <a:lnTo>
                    <a:pt x="89" y="186"/>
                  </a:lnTo>
                  <a:lnTo>
                    <a:pt x="81" y="192"/>
                  </a:lnTo>
                  <a:lnTo>
                    <a:pt x="73" y="197"/>
                  </a:lnTo>
                  <a:lnTo>
                    <a:pt x="64" y="201"/>
                  </a:lnTo>
                  <a:lnTo>
                    <a:pt x="54" y="206"/>
                  </a:lnTo>
                  <a:lnTo>
                    <a:pt x="45" y="208"/>
                  </a:lnTo>
                  <a:lnTo>
                    <a:pt x="35" y="210"/>
                  </a:lnTo>
                  <a:lnTo>
                    <a:pt x="25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0" y="217"/>
                  </a:lnTo>
                  <a:lnTo>
                    <a:pt x="21" y="222"/>
                  </a:lnTo>
                  <a:lnTo>
                    <a:pt x="32" y="227"/>
                  </a:lnTo>
                  <a:lnTo>
                    <a:pt x="44" y="231"/>
                  </a:lnTo>
                  <a:lnTo>
                    <a:pt x="55" y="235"/>
                  </a:lnTo>
                  <a:lnTo>
                    <a:pt x="68" y="237"/>
                  </a:lnTo>
                  <a:lnTo>
                    <a:pt x="80" y="238"/>
                  </a:lnTo>
                  <a:lnTo>
                    <a:pt x="93" y="238"/>
                  </a:lnTo>
                  <a:lnTo>
                    <a:pt x="93" y="238"/>
                  </a:lnTo>
                  <a:lnTo>
                    <a:pt x="112" y="237"/>
                  </a:lnTo>
                  <a:lnTo>
                    <a:pt x="132" y="233"/>
                  </a:lnTo>
                  <a:lnTo>
                    <a:pt x="149" y="229"/>
                  </a:lnTo>
                  <a:lnTo>
                    <a:pt x="166" y="222"/>
                  </a:lnTo>
                  <a:lnTo>
                    <a:pt x="180" y="215"/>
                  </a:lnTo>
                  <a:lnTo>
                    <a:pt x="195" y="205"/>
                  </a:lnTo>
                  <a:lnTo>
                    <a:pt x="207" y="194"/>
                  </a:lnTo>
                  <a:lnTo>
                    <a:pt x="220" y="183"/>
                  </a:lnTo>
                  <a:lnTo>
                    <a:pt x="229" y="169"/>
                  </a:lnTo>
                  <a:lnTo>
                    <a:pt x="238" y="156"/>
                  </a:lnTo>
                  <a:lnTo>
                    <a:pt x="246" y="141"/>
                  </a:lnTo>
                  <a:lnTo>
                    <a:pt x="252" y="127"/>
                  </a:lnTo>
                  <a:lnTo>
                    <a:pt x="257" y="112"/>
                  </a:lnTo>
                  <a:lnTo>
                    <a:pt x="260" y="97"/>
                  </a:lnTo>
                  <a:lnTo>
                    <a:pt x="262" y="82"/>
                  </a:lnTo>
                  <a:lnTo>
                    <a:pt x="263" y="67"/>
                  </a:lnTo>
                  <a:lnTo>
                    <a:pt x="263" y="67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71" y="52"/>
                  </a:lnTo>
                  <a:lnTo>
                    <a:pt x="280" y="45"/>
                  </a:lnTo>
                  <a:lnTo>
                    <a:pt x="287" y="37"/>
                  </a:lnTo>
                  <a:lnTo>
                    <a:pt x="293" y="28"/>
                  </a:lnTo>
                  <a:lnTo>
                    <a:pt x="293" y="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2151308" y="1641971"/>
              <a:ext cx="589308" cy="863406"/>
            </a:xfrm>
            <a:prstGeom prst="rect">
              <a:avLst/>
            </a:prstGeom>
          </p:spPr>
          <p:txBody>
            <a:bodyPr wrap="none">
              <a:normAutofit fontScale="77500"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600" b="1" i="0" u="none" strike="noStrike" kern="1200" cap="none" normalizeH="0" baseline="0" noProof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۱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5801346" y="1641971"/>
              <a:ext cx="589308" cy="863406"/>
            </a:xfrm>
            <a:prstGeom prst="rect">
              <a:avLst/>
            </a:prstGeom>
          </p:spPr>
          <p:txBody>
            <a:bodyPr wrap="none">
              <a:normAutofit fontScale="77500"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600" b="1" i="0" u="none" strike="noStrike" kern="1200" cap="none" normalizeH="0" baseline="0" noProof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۲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9433544" y="1641971"/>
              <a:ext cx="589308" cy="863406"/>
            </a:xfrm>
            <a:prstGeom prst="rect">
              <a:avLst/>
            </a:prstGeom>
          </p:spPr>
          <p:txBody>
            <a:bodyPr wrap="none">
              <a:normAutofit fontScale="77500"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600" b="1" i="0" u="none" strike="noStrike" kern="1200" cap="none" normalizeH="0" baseline="0" noProof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۳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327743" y="3655209"/>
            <a:ext cx="6488513" cy="642945"/>
            <a:chOff x="1768931" y="4705020"/>
            <a:chExt cx="8651351" cy="857260"/>
          </a:xfrm>
        </p:grpSpPr>
        <p:grpSp>
          <p:nvGrpSpPr>
            <p:cNvPr id="6" name="组合 5"/>
            <p:cNvGrpSpPr/>
            <p:nvPr/>
          </p:nvGrpSpPr>
          <p:grpSpPr>
            <a:xfrm>
              <a:off x="1768931" y="4705020"/>
              <a:ext cx="2215122" cy="844798"/>
              <a:chOff x="1732858" y="5001250"/>
              <a:chExt cx="2215122" cy="844798"/>
            </a:xfrm>
          </p:grpSpPr>
          <p:sp>
            <p:nvSpPr>
              <p:cNvPr id="13" name="文本框 29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سنتز و شناسایی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4" name="文本框 30"/>
              <p:cNvSpPr txBox="1">
                <a:spLocks/>
              </p:cNvSpPr>
              <p:nvPr/>
            </p:nvSpPr>
            <p:spPr bwMode="auto">
              <a:xfrm>
                <a:off x="1734837" y="5271817"/>
                <a:ext cx="2213143" cy="574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ماینیت اکسیدی و احیایی؛ XRD، SEM، EDS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988035" y="4705020"/>
              <a:ext cx="2213143" cy="857260"/>
              <a:chOff x="1732858" y="5001250"/>
              <a:chExt cx="2213143" cy="857260"/>
            </a:xfrm>
          </p:grpSpPr>
          <p:sp>
            <p:nvSpPr>
              <p:cNvPr id="11" name="文本框 27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838383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گیرش و هیدراتاسیون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838383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2" name="文本框 28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روانی، کارپذیری، گیرش و فازهای هیدراته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8207139" y="4705020"/>
              <a:ext cx="2213143" cy="857260"/>
              <a:chOff x="1732858" y="5001250"/>
              <a:chExt cx="2213143" cy="857260"/>
            </a:xfrm>
          </p:grpSpPr>
          <p:sp>
            <p:nvSpPr>
              <p:cNvPr id="9" name="文本框 25"/>
              <p:cNvSpPr txBox="1">
                <a:spLocks/>
              </p:cNvSpPr>
              <p:nvPr/>
            </p:nvSpPr>
            <p:spPr bwMode="auto">
              <a:xfrm>
                <a:off x="1732858" y="5001250"/>
                <a:ext cx="2213143" cy="283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1" indent="0" algn="ct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استحکام و ریزساختار</a:t>
                </a:r>
                <a:endPara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2A465C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0" name="文本框 26"/>
              <p:cNvSpPr txBox="1">
                <a:spLocks/>
              </p:cNvSpPr>
              <p:nvPr/>
            </p:nvSpPr>
            <p:spPr bwMode="auto">
              <a:xfrm>
                <a:off x="1732858" y="5284280"/>
                <a:ext cx="2213143" cy="574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 anchorCtr="1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lvl="0" algn="ct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CCS، CMOR، تخلخل و SEM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30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محورهای پژوهش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59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572000" y="1167594"/>
            <a:ext cx="3739686" cy="3198416"/>
            <a:chOff x="646443" y="1864296"/>
            <a:chExt cx="4412590" cy="3773926"/>
          </a:xfrm>
        </p:grpSpPr>
        <p:sp>
          <p:nvSpPr>
            <p:cNvPr id="8" name="任意多边形: 形状 7"/>
            <p:cNvSpPr>
              <a:spLocks/>
            </p:cNvSpPr>
            <p:nvPr/>
          </p:nvSpPr>
          <p:spPr bwMode="auto">
            <a:xfrm>
              <a:off x="646443" y="1864296"/>
              <a:ext cx="3273714" cy="3773926"/>
            </a:xfrm>
            <a:custGeom>
              <a:avLst/>
              <a:gdLst>
                <a:gd name="T0" fmla="*/ 317 w 351"/>
                <a:gd name="T1" fmla="*/ 153 h 405"/>
                <a:gd name="T2" fmla="*/ 237 w 351"/>
                <a:gd name="T3" fmla="*/ 377 h 405"/>
                <a:gd name="T4" fmla="*/ 34 w 351"/>
                <a:gd name="T5" fmla="*/ 252 h 405"/>
                <a:gd name="T6" fmla="*/ 114 w 351"/>
                <a:gd name="T7" fmla="*/ 28 h 405"/>
                <a:gd name="T8" fmla="*/ 317 w 351"/>
                <a:gd name="T9" fmla="*/ 153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405">
                  <a:moveTo>
                    <a:pt x="317" y="153"/>
                  </a:moveTo>
                  <a:cubicBezTo>
                    <a:pt x="351" y="250"/>
                    <a:pt x="315" y="350"/>
                    <a:pt x="237" y="377"/>
                  </a:cubicBezTo>
                  <a:cubicBezTo>
                    <a:pt x="158" y="405"/>
                    <a:pt x="68" y="349"/>
                    <a:pt x="34" y="252"/>
                  </a:cubicBezTo>
                  <a:cubicBezTo>
                    <a:pt x="0" y="155"/>
                    <a:pt x="36" y="55"/>
                    <a:pt x="114" y="28"/>
                  </a:cubicBezTo>
                  <a:cubicBezTo>
                    <a:pt x="193" y="0"/>
                    <a:pt x="283" y="56"/>
                    <a:pt x="317" y="153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任意多边形: 形状 8"/>
            <p:cNvSpPr>
              <a:spLocks/>
            </p:cNvSpPr>
            <p:nvPr/>
          </p:nvSpPr>
          <p:spPr bwMode="auto">
            <a:xfrm>
              <a:off x="972476" y="1864296"/>
              <a:ext cx="2956614" cy="3622076"/>
            </a:xfrm>
            <a:custGeom>
              <a:avLst/>
              <a:gdLst>
                <a:gd name="T0" fmla="*/ 284 w 317"/>
                <a:gd name="T1" fmla="*/ 150 h 389"/>
                <a:gd name="T2" fmla="*/ 218 w 317"/>
                <a:gd name="T3" fmla="*/ 364 h 389"/>
                <a:gd name="T4" fmla="*/ 33 w 317"/>
                <a:gd name="T5" fmla="*/ 238 h 389"/>
                <a:gd name="T6" fmla="*/ 99 w 317"/>
                <a:gd name="T7" fmla="*/ 24 h 389"/>
                <a:gd name="T8" fmla="*/ 284 w 317"/>
                <a:gd name="T9" fmla="*/ 15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389">
                  <a:moveTo>
                    <a:pt x="284" y="150"/>
                  </a:moveTo>
                  <a:cubicBezTo>
                    <a:pt x="317" y="244"/>
                    <a:pt x="287" y="340"/>
                    <a:pt x="218" y="364"/>
                  </a:cubicBezTo>
                  <a:cubicBezTo>
                    <a:pt x="149" y="389"/>
                    <a:pt x="66" y="332"/>
                    <a:pt x="33" y="238"/>
                  </a:cubicBezTo>
                  <a:cubicBezTo>
                    <a:pt x="0" y="144"/>
                    <a:pt x="30" y="48"/>
                    <a:pt x="99" y="24"/>
                  </a:cubicBezTo>
                  <a:cubicBezTo>
                    <a:pt x="168" y="0"/>
                    <a:pt x="251" y="56"/>
                    <a:pt x="284" y="15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任意多边形: 形状 9"/>
            <p:cNvSpPr>
              <a:spLocks/>
            </p:cNvSpPr>
            <p:nvPr/>
          </p:nvSpPr>
          <p:spPr bwMode="auto">
            <a:xfrm>
              <a:off x="1093061" y="2002746"/>
              <a:ext cx="2724372" cy="3336240"/>
            </a:xfrm>
            <a:custGeom>
              <a:avLst/>
              <a:gdLst>
                <a:gd name="T0" fmla="*/ 261 w 292"/>
                <a:gd name="T1" fmla="*/ 139 h 358"/>
                <a:gd name="T2" fmla="*/ 200 w 292"/>
                <a:gd name="T3" fmla="*/ 336 h 358"/>
                <a:gd name="T4" fmla="*/ 30 w 292"/>
                <a:gd name="T5" fmla="*/ 220 h 358"/>
                <a:gd name="T6" fmla="*/ 91 w 292"/>
                <a:gd name="T7" fmla="*/ 22 h 358"/>
                <a:gd name="T8" fmla="*/ 261 w 292"/>
                <a:gd name="T9" fmla="*/ 139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2" h="358">
                  <a:moveTo>
                    <a:pt x="261" y="139"/>
                  </a:moveTo>
                  <a:cubicBezTo>
                    <a:pt x="292" y="225"/>
                    <a:pt x="264" y="314"/>
                    <a:pt x="200" y="336"/>
                  </a:cubicBezTo>
                  <a:cubicBezTo>
                    <a:pt x="137" y="358"/>
                    <a:pt x="60" y="306"/>
                    <a:pt x="30" y="220"/>
                  </a:cubicBezTo>
                  <a:cubicBezTo>
                    <a:pt x="0" y="133"/>
                    <a:pt x="27" y="44"/>
                    <a:pt x="91" y="22"/>
                  </a:cubicBezTo>
                  <a:cubicBezTo>
                    <a:pt x="155" y="0"/>
                    <a:pt x="231" y="52"/>
                    <a:pt x="261" y="1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任意多边形: 形状 10"/>
            <p:cNvSpPr>
              <a:spLocks/>
            </p:cNvSpPr>
            <p:nvPr/>
          </p:nvSpPr>
          <p:spPr bwMode="auto">
            <a:xfrm>
              <a:off x="2093487" y="2087605"/>
              <a:ext cx="1715015" cy="3037004"/>
            </a:xfrm>
            <a:custGeom>
              <a:avLst/>
              <a:gdLst>
                <a:gd name="T0" fmla="*/ 96 w 184"/>
                <a:gd name="T1" fmla="*/ 326 h 326"/>
                <a:gd name="T2" fmla="*/ 154 w 184"/>
                <a:gd name="T3" fmla="*/ 130 h 326"/>
                <a:gd name="T4" fmla="*/ 0 w 184"/>
                <a:gd name="T5" fmla="*/ 9 h 326"/>
                <a:gd name="T6" fmla="*/ 96 w 184"/>
                <a:gd name="T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326">
                  <a:moveTo>
                    <a:pt x="96" y="326"/>
                  </a:moveTo>
                  <a:cubicBezTo>
                    <a:pt x="158" y="303"/>
                    <a:pt x="184" y="215"/>
                    <a:pt x="154" y="130"/>
                  </a:cubicBezTo>
                  <a:cubicBezTo>
                    <a:pt x="127" y="50"/>
                    <a:pt x="60" y="0"/>
                    <a:pt x="0" y="9"/>
                  </a:cubicBezTo>
                  <a:lnTo>
                    <a:pt x="96" y="32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任意多边形: 形状 11"/>
            <p:cNvSpPr>
              <a:spLocks/>
            </p:cNvSpPr>
            <p:nvPr/>
          </p:nvSpPr>
          <p:spPr bwMode="auto">
            <a:xfrm>
              <a:off x="1410162" y="2310914"/>
              <a:ext cx="2192898" cy="2643980"/>
            </a:xfrm>
            <a:custGeom>
              <a:avLst/>
              <a:gdLst>
                <a:gd name="T0" fmla="*/ 211 w 235"/>
                <a:gd name="T1" fmla="*/ 110 h 284"/>
                <a:gd name="T2" fmla="*/ 76 w 235"/>
                <a:gd name="T3" fmla="*/ 18 h 284"/>
                <a:gd name="T4" fmla="*/ 24 w 235"/>
                <a:gd name="T5" fmla="*/ 176 h 284"/>
                <a:gd name="T6" fmla="*/ 163 w 235"/>
                <a:gd name="T7" fmla="*/ 267 h 284"/>
                <a:gd name="T8" fmla="*/ 211 w 235"/>
                <a:gd name="T9" fmla="*/ 110 h 284"/>
                <a:gd name="T10" fmla="*/ 154 w 235"/>
                <a:gd name="T11" fmla="*/ 241 h 284"/>
                <a:gd name="T12" fmla="*/ 49 w 235"/>
                <a:gd name="T13" fmla="*/ 167 h 284"/>
                <a:gd name="T14" fmla="*/ 85 w 235"/>
                <a:gd name="T15" fmla="*/ 43 h 284"/>
                <a:gd name="T16" fmla="*/ 192 w 235"/>
                <a:gd name="T17" fmla="*/ 117 h 284"/>
                <a:gd name="T18" fmla="*/ 154 w 235"/>
                <a:gd name="T19" fmla="*/ 241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5" h="284">
                  <a:moveTo>
                    <a:pt x="211" y="110"/>
                  </a:moveTo>
                  <a:cubicBezTo>
                    <a:pt x="187" y="41"/>
                    <a:pt x="126" y="0"/>
                    <a:pt x="76" y="18"/>
                  </a:cubicBezTo>
                  <a:cubicBezTo>
                    <a:pt x="25" y="35"/>
                    <a:pt x="0" y="107"/>
                    <a:pt x="24" y="176"/>
                  </a:cubicBezTo>
                  <a:cubicBezTo>
                    <a:pt x="48" y="244"/>
                    <a:pt x="112" y="284"/>
                    <a:pt x="163" y="267"/>
                  </a:cubicBezTo>
                  <a:cubicBezTo>
                    <a:pt x="213" y="249"/>
                    <a:pt x="235" y="179"/>
                    <a:pt x="211" y="110"/>
                  </a:cubicBezTo>
                  <a:close/>
                  <a:moveTo>
                    <a:pt x="154" y="241"/>
                  </a:moveTo>
                  <a:cubicBezTo>
                    <a:pt x="113" y="255"/>
                    <a:pt x="68" y="222"/>
                    <a:pt x="49" y="167"/>
                  </a:cubicBezTo>
                  <a:cubicBezTo>
                    <a:pt x="30" y="113"/>
                    <a:pt x="44" y="57"/>
                    <a:pt x="85" y="43"/>
                  </a:cubicBezTo>
                  <a:cubicBezTo>
                    <a:pt x="125" y="29"/>
                    <a:pt x="173" y="62"/>
                    <a:pt x="192" y="117"/>
                  </a:cubicBezTo>
                  <a:cubicBezTo>
                    <a:pt x="211" y="171"/>
                    <a:pt x="194" y="227"/>
                    <a:pt x="154" y="24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任意多边形: 形状 12"/>
            <p:cNvSpPr>
              <a:spLocks/>
            </p:cNvSpPr>
            <p:nvPr/>
          </p:nvSpPr>
          <p:spPr bwMode="auto">
            <a:xfrm>
              <a:off x="2187278" y="2346644"/>
              <a:ext cx="1415782" cy="2460868"/>
            </a:xfrm>
            <a:custGeom>
              <a:avLst/>
              <a:gdLst>
                <a:gd name="T0" fmla="*/ 128 w 152"/>
                <a:gd name="T1" fmla="*/ 106 h 264"/>
                <a:gd name="T2" fmla="*/ 0 w 152"/>
                <a:gd name="T3" fmla="*/ 12 h 264"/>
                <a:gd name="T4" fmla="*/ 7 w 152"/>
                <a:gd name="T5" fmla="*/ 38 h 264"/>
                <a:gd name="T6" fmla="*/ 109 w 152"/>
                <a:gd name="T7" fmla="*/ 113 h 264"/>
                <a:gd name="T8" fmla="*/ 71 w 152"/>
                <a:gd name="T9" fmla="*/ 237 h 264"/>
                <a:gd name="T10" fmla="*/ 67 w 152"/>
                <a:gd name="T11" fmla="*/ 238 h 264"/>
                <a:gd name="T12" fmla="*/ 75 w 152"/>
                <a:gd name="T13" fmla="*/ 264 h 264"/>
                <a:gd name="T14" fmla="*/ 80 w 152"/>
                <a:gd name="T15" fmla="*/ 263 h 264"/>
                <a:gd name="T16" fmla="*/ 128 w 152"/>
                <a:gd name="T17" fmla="*/ 10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264">
                  <a:moveTo>
                    <a:pt x="128" y="106"/>
                  </a:moveTo>
                  <a:cubicBezTo>
                    <a:pt x="105" y="40"/>
                    <a:pt x="49" y="0"/>
                    <a:pt x="0" y="12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46" y="28"/>
                    <a:pt x="91" y="61"/>
                    <a:pt x="109" y="113"/>
                  </a:cubicBezTo>
                  <a:cubicBezTo>
                    <a:pt x="128" y="167"/>
                    <a:pt x="111" y="223"/>
                    <a:pt x="71" y="237"/>
                  </a:cubicBezTo>
                  <a:cubicBezTo>
                    <a:pt x="70" y="237"/>
                    <a:pt x="68" y="238"/>
                    <a:pt x="67" y="238"/>
                  </a:cubicBezTo>
                  <a:cubicBezTo>
                    <a:pt x="75" y="264"/>
                    <a:pt x="75" y="264"/>
                    <a:pt x="75" y="264"/>
                  </a:cubicBezTo>
                  <a:cubicBezTo>
                    <a:pt x="77" y="264"/>
                    <a:pt x="78" y="263"/>
                    <a:pt x="80" y="263"/>
                  </a:cubicBezTo>
                  <a:cubicBezTo>
                    <a:pt x="130" y="245"/>
                    <a:pt x="152" y="175"/>
                    <a:pt x="128" y="1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任意多边形: 形状 13"/>
            <p:cNvSpPr>
              <a:spLocks/>
            </p:cNvSpPr>
            <p:nvPr/>
          </p:nvSpPr>
          <p:spPr bwMode="auto">
            <a:xfrm>
              <a:off x="1861245" y="2824524"/>
              <a:ext cx="1321991" cy="1621226"/>
            </a:xfrm>
            <a:custGeom>
              <a:avLst/>
              <a:gdLst>
                <a:gd name="T0" fmla="*/ 127 w 142"/>
                <a:gd name="T1" fmla="*/ 68 h 174"/>
                <a:gd name="T2" fmla="*/ 45 w 142"/>
                <a:gd name="T3" fmla="*/ 11 h 174"/>
                <a:gd name="T4" fmla="*/ 15 w 142"/>
                <a:gd name="T5" fmla="*/ 107 h 174"/>
                <a:gd name="T6" fmla="*/ 98 w 142"/>
                <a:gd name="T7" fmla="*/ 163 h 174"/>
                <a:gd name="T8" fmla="*/ 127 w 142"/>
                <a:gd name="T9" fmla="*/ 68 h 174"/>
                <a:gd name="T10" fmla="*/ 89 w 142"/>
                <a:gd name="T11" fmla="*/ 139 h 174"/>
                <a:gd name="T12" fmla="*/ 35 w 142"/>
                <a:gd name="T13" fmla="*/ 100 h 174"/>
                <a:gd name="T14" fmla="*/ 53 w 142"/>
                <a:gd name="T15" fmla="*/ 35 h 174"/>
                <a:gd name="T16" fmla="*/ 109 w 142"/>
                <a:gd name="T17" fmla="*/ 74 h 174"/>
                <a:gd name="T18" fmla="*/ 89 w 142"/>
                <a:gd name="T19" fmla="*/ 13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" h="174">
                  <a:moveTo>
                    <a:pt x="127" y="68"/>
                  </a:moveTo>
                  <a:cubicBezTo>
                    <a:pt x="112" y="26"/>
                    <a:pt x="75" y="0"/>
                    <a:pt x="45" y="11"/>
                  </a:cubicBezTo>
                  <a:cubicBezTo>
                    <a:pt x="14" y="22"/>
                    <a:pt x="0" y="65"/>
                    <a:pt x="15" y="107"/>
                  </a:cubicBezTo>
                  <a:cubicBezTo>
                    <a:pt x="30" y="149"/>
                    <a:pt x="67" y="174"/>
                    <a:pt x="98" y="163"/>
                  </a:cubicBezTo>
                  <a:cubicBezTo>
                    <a:pt x="129" y="152"/>
                    <a:pt x="142" y="109"/>
                    <a:pt x="127" y="68"/>
                  </a:cubicBezTo>
                  <a:close/>
                  <a:moveTo>
                    <a:pt x="89" y="139"/>
                  </a:moveTo>
                  <a:cubicBezTo>
                    <a:pt x="68" y="146"/>
                    <a:pt x="45" y="128"/>
                    <a:pt x="35" y="100"/>
                  </a:cubicBezTo>
                  <a:cubicBezTo>
                    <a:pt x="25" y="71"/>
                    <a:pt x="32" y="43"/>
                    <a:pt x="53" y="35"/>
                  </a:cubicBezTo>
                  <a:cubicBezTo>
                    <a:pt x="74" y="28"/>
                    <a:pt x="99" y="45"/>
                    <a:pt x="109" y="74"/>
                  </a:cubicBezTo>
                  <a:cubicBezTo>
                    <a:pt x="119" y="102"/>
                    <a:pt x="110" y="132"/>
                    <a:pt x="89" y="1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任意多边形: 形状 14"/>
            <p:cNvSpPr>
              <a:spLocks/>
            </p:cNvSpPr>
            <p:nvPr/>
          </p:nvSpPr>
          <p:spPr bwMode="auto">
            <a:xfrm>
              <a:off x="2316796" y="2851321"/>
              <a:ext cx="866440" cy="1500637"/>
            </a:xfrm>
            <a:custGeom>
              <a:avLst/>
              <a:gdLst>
                <a:gd name="T0" fmla="*/ 0 w 93"/>
                <a:gd name="T1" fmla="*/ 7 h 161"/>
                <a:gd name="T2" fmla="*/ 8 w 93"/>
                <a:gd name="T3" fmla="*/ 31 h 161"/>
                <a:gd name="T4" fmla="*/ 60 w 93"/>
                <a:gd name="T5" fmla="*/ 71 h 161"/>
                <a:gd name="T6" fmla="*/ 40 w 93"/>
                <a:gd name="T7" fmla="*/ 136 h 161"/>
                <a:gd name="T8" fmla="*/ 39 w 93"/>
                <a:gd name="T9" fmla="*/ 136 h 161"/>
                <a:gd name="T10" fmla="*/ 46 w 93"/>
                <a:gd name="T11" fmla="*/ 161 h 161"/>
                <a:gd name="T12" fmla="*/ 49 w 93"/>
                <a:gd name="T13" fmla="*/ 160 h 161"/>
                <a:gd name="T14" fmla="*/ 78 w 93"/>
                <a:gd name="T15" fmla="*/ 65 h 161"/>
                <a:gd name="T16" fmla="*/ 0 w 93"/>
                <a:gd name="T17" fmla="*/ 7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61">
                  <a:moveTo>
                    <a:pt x="0" y="7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28" y="27"/>
                    <a:pt x="51" y="44"/>
                    <a:pt x="60" y="71"/>
                  </a:cubicBezTo>
                  <a:cubicBezTo>
                    <a:pt x="70" y="99"/>
                    <a:pt x="61" y="129"/>
                    <a:pt x="40" y="136"/>
                  </a:cubicBezTo>
                  <a:cubicBezTo>
                    <a:pt x="40" y="136"/>
                    <a:pt x="39" y="136"/>
                    <a:pt x="39" y="136"/>
                  </a:cubicBezTo>
                  <a:cubicBezTo>
                    <a:pt x="46" y="161"/>
                    <a:pt x="46" y="161"/>
                    <a:pt x="46" y="161"/>
                  </a:cubicBezTo>
                  <a:cubicBezTo>
                    <a:pt x="47" y="160"/>
                    <a:pt x="48" y="160"/>
                    <a:pt x="49" y="160"/>
                  </a:cubicBezTo>
                  <a:cubicBezTo>
                    <a:pt x="80" y="149"/>
                    <a:pt x="93" y="106"/>
                    <a:pt x="78" y="65"/>
                  </a:cubicBezTo>
                  <a:cubicBezTo>
                    <a:pt x="64" y="25"/>
                    <a:pt x="30" y="0"/>
                    <a:pt x="0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任意多边形: 形状 15"/>
            <p:cNvSpPr>
              <a:spLocks/>
            </p:cNvSpPr>
            <p:nvPr/>
          </p:nvSpPr>
          <p:spPr bwMode="auto">
            <a:xfrm>
              <a:off x="2272134" y="3324736"/>
              <a:ext cx="500213" cy="625266"/>
            </a:xfrm>
            <a:custGeom>
              <a:avLst/>
              <a:gdLst>
                <a:gd name="T0" fmla="*/ 49 w 54"/>
                <a:gd name="T1" fmla="*/ 26 h 67"/>
                <a:gd name="T2" fmla="*/ 37 w 54"/>
                <a:gd name="T3" fmla="*/ 62 h 67"/>
                <a:gd name="T4" fmla="*/ 5 w 54"/>
                <a:gd name="T5" fmla="*/ 41 h 67"/>
                <a:gd name="T6" fmla="*/ 17 w 54"/>
                <a:gd name="T7" fmla="*/ 4 h 67"/>
                <a:gd name="T8" fmla="*/ 49 w 54"/>
                <a:gd name="T9" fmla="*/ 2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67">
                  <a:moveTo>
                    <a:pt x="49" y="26"/>
                  </a:moveTo>
                  <a:cubicBezTo>
                    <a:pt x="54" y="42"/>
                    <a:pt x="49" y="58"/>
                    <a:pt x="37" y="62"/>
                  </a:cubicBezTo>
                  <a:cubicBezTo>
                    <a:pt x="25" y="67"/>
                    <a:pt x="11" y="57"/>
                    <a:pt x="5" y="41"/>
                  </a:cubicBezTo>
                  <a:cubicBezTo>
                    <a:pt x="0" y="24"/>
                    <a:pt x="5" y="8"/>
                    <a:pt x="17" y="4"/>
                  </a:cubicBezTo>
                  <a:cubicBezTo>
                    <a:pt x="29" y="0"/>
                    <a:pt x="43" y="9"/>
                    <a:pt x="49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任意多边形: 形状 16"/>
            <p:cNvSpPr>
              <a:spLocks/>
            </p:cNvSpPr>
            <p:nvPr/>
          </p:nvSpPr>
          <p:spPr bwMode="auto">
            <a:xfrm>
              <a:off x="2446317" y="3333669"/>
              <a:ext cx="326033" cy="571671"/>
            </a:xfrm>
            <a:custGeom>
              <a:avLst/>
              <a:gdLst>
                <a:gd name="T0" fmla="*/ 0 w 35"/>
                <a:gd name="T1" fmla="*/ 2 h 61"/>
                <a:gd name="T2" fmla="*/ 18 w 35"/>
                <a:gd name="T3" fmla="*/ 61 h 61"/>
                <a:gd name="T4" fmla="*/ 18 w 35"/>
                <a:gd name="T5" fmla="*/ 61 h 61"/>
                <a:gd name="T6" fmla="*/ 30 w 35"/>
                <a:gd name="T7" fmla="*/ 25 h 61"/>
                <a:gd name="T8" fmla="*/ 0 w 35"/>
                <a:gd name="T9" fmla="*/ 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1">
                  <a:moveTo>
                    <a:pt x="0" y="2"/>
                  </a:move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30" y="57"/>
                    <a:pt x="35" y="41"/>
                    <a:pt x="30" y="25"/>
                  </a:cubicBezTo>
                  <a:cubicBezTo>
                    <a:pt x="24" y="10"/>
                    <a:pt x="12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任意多边形: 形状 17"/>
            <p:cNvSpPr>
              <a:spLocks/>
            </p:cNvSpPr>
            <p:nvPr/>
          </p:nvSpPr>
          <p:spPr bwMode="auto">
            <a:xfrm>
              <a:off x="3951419" y="2199258"/>
              <a:ext cx="826245" cy="839642"/>
            </a:xfrm>
            <a:custGeom>
              <a:avLst/>
              <a:gdLst>
                <a:gd name="T0" fmla="*/ 0 w 185"/>
                <a:gd name="T1" fmla="*/ 188 h 188"/>
                <a:gd name="T2" fmla="*/ 20 w 185"/>
                <a:gd name="T3" fmla="*/ 85 h 188"/>
                <a:gd name="T4" fmla="*/ 185 w 185"/>
                <a:gd name="T5" fmla="*/ 0 h 188"/>
                <a:gd name="T6" fmla="*/ 160 w 185"/>
                <a:gd name="T7" fmla="*/ 119 h 188"/>
                <a:gd name="T8" fmla="*/ 0 w 185"/>
                <a:gd name="T9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" h="188">
                  <a:moveTo>
                    <a:pt x="0" y="188"/>
                  </a:moveTo>
                  <a:lnTo>
                    <a:pt x="20" y="85"/>
                  </a:lnTo>
                  <a:lnTo>
                    <a:pt x="185" y="0"/>
                  </a:lnTo>
                  <a:lnTo>
                    <a:pt x="160" y="119"/>
                  </a:lnTo>
                  <a:lnTo>
                    <a:pt x="0" y="188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任意多边形: 形状 18"/>
            <p:cNvSpPr>
              <a:spLocks/>
            </p:cNvSpPr>
            <p:nvPr/>
          </p:nvSpPr>
          <p:spPr bwMode="auto">
            <a:xfrm>
              <a:off x="3951419" y="2730735"/>
              <a:ext cx="1107614" cy="540410"/>
            </a:xfrm>
            <a:custGeom>
              <a:avLst/>
              <a:gdLst>
                <a:gd name="T0" fmla="*/ 0 w 248"/>
                <a:gd name="T1" fmla="*/ 69 h 121"/>
                <a:gd name="T2" fmla="*/ 87 w 248"/>
                <a:gd name="T3" fmla="*/ 121 h 121"/>
                <a:gd name="T4" fmla="*/ 248 w 248"/>
                <a:gd name="T5" fmla="*/ 69 h 121"/>
                <a:gd name="T6" fmla="*/ 160 w 248"/>
                <a:gd name="T7" fmla="*/ 0 h 121"/>
                <a:gd name="T8" fmla="*/ 0 w 248"/>
                <a:gd name="T9" fmla="*/ 6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8" h="121">
                  <a:moveTo>
                    <a:pt x="0" y="69"/>
                  </a:moveTo>
                  <a:lnTo>
                    <a:pt x="87" y="121"/>
                  </a:lnTo>
                  <a:lnTo>
                    <a:pt x="248" y="69"/>
                  </a:lnTo>
                  <a:lnTo>
                    <a:pt x="160" y="0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0" name="任意多边形: 形状 19"/>
            <p:cNvSpPr>
              <a:spLocks/>
            </p:cNvSpPr>
            <p:nvPr/>
          </p:nvSpPr>
          <p:spPr bwMode="auto">
            <a:xfrm>
              <a:off x="2419520" y="2619080"/>
              <a:ext cx="2371545" cy="1107613"/>
            </a:xfrm>
            <a:custGeom>
              <a:avLst/>
              <a:gdLst>
                <a:gd name="T0" fmla="*/ 11 w 254"/>
                <a:gd name="T1" fmla="*/ 119 h 119"/>
                <a:gd name="T2" fmla="*/ 2 w 254"/>
                <a:gd name="T3" fmla="*/ 113 h 119"/>
                <a:gd name="T4" fmla="*/ 7 w 254"/>
                <a:gd name="T5" fmla="*/ 100 h 119"/>
                <a:gd name="T6" fmla="*/ 239 w 254"/>
                <a:gd name="T7" fmla="*/ 2 h 119"/>
                <a:gd name="T8" fmla="*/ 252 w 254"/>
                <a:gd name="T9" fmla="*/ 8 h 119"/>
                <a:gd name="T10" fmla="*/ 247 w 254"/>
                <a:gd name="T11" fmla="*/ 21 h 119"/>
                <a:gd name="T12" fmla="*/ 15 w 254"/>
                <a:gd name="T13" fmla="*/ 118 h 119"/>
                <a:gd name="T14" fmla="*/ 11 w 254"/>
                <a:gd name="T1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119">
                  <a:moveTo>
                    <a:pt x="11" y="119"/>
                  </a:moveTo>
                  <a:cubicBezTo>
                    <a:pt x="7" y="119"/>
                    <a:pt x="3" y="117"/>
                    <a:pt x="2" y="113"/>
                  </a:cubicBezTo>
                  <a:cubicBezTo>
                    <a:pt x="0" y="108"/>
                    <a:pt x="2" y="102"/>
                    <a:pt x="7" y="100"/>
                  </a:cubicBezTo>
                  <a:cubicBezTo>
                    <a:pt x="239" y="2"/>
                    <a:pt x="239" y="2"/>
                    <a:pt x="239" y="2"/>
                  </a:cubicBezTo>
                  <a:cubicBezTo>
                    <a:pt x="244" y="0"/>
                    <a:pt x="250" y="3"/>
                    <a:pt x="252" y="8"/>
                  </a:cubicBezTo>
                  <a:cubicBezTo>
                    <a:pt x="254" y="13"/>
                    <a:pt x="252" y="19"/>
                    <a:pt x="247" y="21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4" y="119"/>
                    <a:pt x="12" y="119"/>
                    <a:pt x="11" y="119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16545" y="1780145"/>
            <a:ext cx="3216266" cy="1712057"/>
            <a:chOff x="954040" y="2231039"/>
            <a:chExt cx="4288354" cy="2282742"/>
          </a:xfrm>
        </p:grpSpPr>
        <p:sp>
          <p:nvSpPr>
            <p:cNvPr id="6" name="文本框 66"/>
            <p:cNvSpPr txBox="1"/>
            <p:nvPr/>
          </p:nvSpPr>
          <p:spPr>
            <a:xfrm>
              <a:off x="954041" y="2231039"/>
              <a:ext cx="4288353" cy="1077218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2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60000"/>
                      <a:lumOff val="40000"/>
                    </a:srgbClr>
                  </a:solidFill>
                  <a:effectLst/>
                  <a:uLnTx/>
                  <a:uFillTx/>
                  <a:ea typeface="微软雅黑"/>
                  <a:cs typeface="Lucida Sans Unicode" pitchFamily="34" charset="0"/>
                  <a:sym typeface="+mn-lt"/>
                </a:rPr>
                <a:t>هدف اصلی</a:t>
              </a:r>
              <a:endParaRPr kumimoji="0" lang="fa-IR" altLang="zh-CN" sz="32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0000"/>
                    <a:lumOff val="40000"/>
                  </a:srgbClr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4040" y="3559674"/>
              <a:ext cx="4288353" cy="954107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/>
            <a:p>
              <a:pPr lvl="0" rtl="1" algn="r">
                <a:defRPr/>
              </a:pPr>
              <a:r>
                <a:rPr lang="fa-IR" altLang="en-US" sz="1400" dirty="0">
                  <a:solidFill>
                    <a:srgbClr val="000000"/>
                  </a:solidFill>
                  <a:ea typeface="微软雅黑"/>
                  <a:cs typeface="Lucida Sans Unicode" pitchFamily="34" charset="0"/>
                  <a:sym typeface="+mn-lt"/>
                </a:rPr>
                <a:t>اثر ماینیت اکسیدی و احیایی، همراه با میکروسیلیس و آلومینای واکنش‌پذیر، بر گیرش، استحکام و ریزساختار جرم تبولار–HAC70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微软雅黑"/>
                <a:cs typeface="Lucida Sans Unicode" pitchFamily="34" charset="0"/>
                <a:sym typeface="+mn-lt"/>
              </a:rPr>
              <a:t>هدف پژوهش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908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3"/>
          <p:cNvGrpSpPr/>
          <p:nvPr/>
        </p:nvGrpSpPr>
        <p:grpSpPr>
          <a:xfrm>
            <a:off x="1158094" y="1284711"/>
            <a:ext cx="3048000" cy="2942285"/>
            <a:chOff x="1544125" y="1712948"/>
            <a:chExt cx="4064000" cy="3923046"/>
          </a:xfrm>
        </p:grpSpPr>
        <p:grpSp>
          <p:nvGrpSpPr>
            <p:cNvPr id="40" name="Group 3"/>
            <p:cNvGrpSpPr/>
            <p:nvPr/>
          </p:nvGrpSpPr>
          <p:grpSpPr>
            <a:xfrm>
              <a:off x="4130979" y="2623012"/>
              <a:ext cx="315809" cy="399615"/>
              <a:chOff x="2943440" y="2191613"/>
              <a:chExt cx="236857" cy="299711"/>
            </a:xfrm>
          </p:grpSpPr>
          <p:sp>
            <p:nvSpPr>
              <p:cNvPr id="73" name="Arrow: Right 4"/>
              <p:cNvSpPr/>
              <p:nvPr/>
            </p:nvSpPr>
            <p:spPr>
              <a:xfrm rot="2160000">
                <a:off x="2943440" y="2191613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74" name="Rectangle 5"/>
              <p:cNvSpPr/>
              <p:nvPr/>
            </p:nvSpPr>
            <p:spPr>
              <a:xfrm rot="2160000">
                <a:off x="2950225" y="2230672"/>
                <a:ext cx="165800" cy="17982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Group 6"/>
            <p:cNvGrpSpPr/>
            <p:nvPr/>
          </p:nvGrpSpPr>
          <p:grpSpPr>
            <a:xfrm>
              <a:off x="4544047" y="4031171"/>
              <a:ext cx="399615" cy="315809"/>
              <a:chOff x="3253241" y="3247732"/>
              <a:chExt cx="299711" cy="236857"/>
            </a:xfrm>
          </p:grpSpPr>
          <p:sp>
            <p:nvSpPr>
              <p:cNvPr id="71" name="Arrow: Right 7"/>
              <p:cNvSpPr/>
              <p:nvPr/>
            </p:nvSpPr>
            <p:spPr>
              <a:xfrm rot="6480000">
                <a:off x="3284668" y="3216305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3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72" name="Rectangle 8"/>
              <p:cNvSpPr/>
              <p:nvPr/>
            </p:nvSpPr>
            <p:spPr>
              <a:xfrm rot="17280000">
                <a:off x="3331176" y="3242457"/>
                <a:ext cx="165800" cy="17982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Group 9"/>
            <p:cNvGrpSpPr/>
            <p:nvPr/>
          </p:nvGrpSpPr>
          <p:grpSpPr>
            <a:xfrm>
              <a:off x="3427159" y="4844165"/>
              <a:ext cx="315809" cy="399615"/>
              <a:chOff x="2415575" y="3857478"/>
              <a:chExt cx="236857" cy="299711"/>
            </a:xfrm>
          </p:grpSpPr>
          <p:sp>
            <p:nvSpPr>
              <p:cNvPr id="69" name="Arrow: Right 10"/>
              <p:cNvSpPr/>
              <p:nvPr/>
            </p:nvSpPr>
            <p:spPr>
              <a:xfrm rot="10800000">
                <a:off x="2415575" y="3857478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4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70" name="Rectangle 11"/>
              <p:cNvSpPr/>
              <p:nvPr/>
            </p:nvSpPr>
            <p:spPr>
              <a:xfrm>
                <a:off x="2486632" y="3917420"/>
                <a:ext cx="165800" cy="17982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3" name="Group 12"/>
            <p:cNvGrpSpPr/>
            <p:nvPr/>
          </p:nvGrpSpPr>
          <p:grpSpPr>
            <a:xfrm>
              <a:off x="2214113" y="4048171"/>
              <a:ext cx="399615" cy="315809"/>
              <a:chOff x="1505791" y="3260482"/>
              <a:chExt cx="299711" cy="236857"/>
            </a:xfrm>
          </p:grpSpPr>
          <p:sp>
            <p:nvSpPr>
              <p:cNvPr id="67" name="Arrow: Right 13"/>
              <p:cNvSpPr/>
              <p:nvPr/>
            </p:nvSpPr>
            <p:spPr>
              <a:xfrm rot="15120000">
                <a:off x="1537218" y="3229055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5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8" name="Rectangle 14"/>
              <p:cNvSpPr/>
              <p:nvPr/>
            </p:nvSpPr>
            <p:spPr>
              <a:xfrm rot="4320000">
                <a:off x="1583726" y="3322787"/>
                <a:ext cx="165800" cy="17982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4" name="Group 15"/>
            <p:cNvGrpSpPr/>
            <p:nvPr/>
          </p:nvGrpSpPr>
          <p:grpSpPr>
            <a:xfrm>
              <a:off x="2691002" y="2633520"/>
              <a:ext cx="315809" cy="399615"/>
              <a:chOff x="1863457" y="2199494"/>
              <a:chExt cx="236857" cy="299711"/>
            </a:xfrm>
          </p:grpSpPr>
          <p:sp>
            <p:nvSpPr>
              <p:cNvPr id="65" name="Arrow: Right 16"/>
              <p:cNvSpPr/>
              <p:nvPr/>
            </p:nvSpPr>
            <p:spPr>
              <a:xfrm rot="19440000">
                <a:off x="1863457" y="2199494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1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6" name="Rectangle 17"/>
              <p:cNvSpPr/>
              <p:nvPr/>
            </p:nvSpPr>
            <p:spPr>
              <a:xfrm rot="19440000">
                <a:off x="1870242" y="2280319"/>
                <a:ext cx="165800" cy="17982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5" name="Group 18"/>
            <p:cNvGrpSpPr/>
            <p:nvPr/>
          </p:nvGrpSpPr>
          <p:grpSpPr>
            <a:xfrm>
              <a:off x="2746391" y="2980204"/>
              <a:ext cx="1659467" cy="1659467"/>
              <a:chOff x="1016000" y="1689100"/>
              <a:chExt cx="787400" cy="787400"/>
            </a:xfrm>
          </p:grpSpPr>
          <p:grpSp>
            <p:nvGrpSpPr>
              <p:cNvPr id="61" name="Group 19"/>
              <p:cNvGrpSpPr/>
              <p:nvPr/>
            </p:nvGrpSpPr>
            <p:grpSpPr>
              <a:xfrm>
                <a:off x="1016000" y="1689100"/>
                <a:ext cx="787400" cy="787400"/>
                <a:chOff x="4343400" y="1854885"/>
                <a:chExt cx="457200" cy="457200"/>
              </a:xfrm>
            </p:grpSpPr>
            <p:sp>
              <p:nvSpPr>
                <p:cNvPr id="63" name="Oval 21"/>
                <p:cNvSpPr/>
                <p:nvPr/>
              </p:nvSpPr>
              <p:spPr>
                <a:xfrm>
                  <a:off x="4343400" y="1854885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Oval 22"/>
                <p:cNvSpPr/>
                <p:nvPr/>
              </p:nvSpPr>
              <p:spPr>
                <a:xfrm>
                  <a:off x="4408030" y="1919516"/>
                  <a:ext cx="327939" cy="32793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2" name="Freeform: Shape 20"/>
              <p:cNvSpPr>
                <a:spLocks/>
              </p:cNvSpPr>
              <p:nvPr/>
            </p:nvSpPr>
            <p:spPr bwMode="auto">
              <a:xfrm>
                <a:off x="1267654" y="1960311"/>
                <a:ext cx="284092" cy="244978"/>
              </a:xfrm>
              <a:custGeom>
                <a:avLst/>
                <a:gdLst/>
                <a:ahLst/>
                <a:cxnLst>
                  <a:cxn ang="0">
                    <a:pos x="64" y="51"/>
                  </a:cxn>
                  <a:cxn ang="0">
                    <a:pos x="60" y="55"/>
                  </a:cxn>
                  <a:cxn ang="0">
                    <a:pos x="49" y="55"/>
                  </a:cxn>
                  <a:cxn ang="0">
                    <a:pos x="45" y="51"/>
                  </a:cxn>
                  <a:cxn ang="0">
                    <a:pos x="45" y="40"/>
                  </a:cxn>
                  <a:cxn ang="0">
                    <a:pos x="49" y="36"/>
                  </a:cxn>
                  <a:cxn ang="0">
                    <a:pos x="52" y="36"/>
                  </a:cxn>
                  <a:cxn ang="0">
                    <a:pos x="52" y="30"/>
                  </a:cxn>
                  <a:cxn ang="0">
                    <a:pos x="34" y="30"/>
                  </a:cxn>
                  <a:cxn ang="0">
                    <a:pos x="34" y="36"/>
                  </a:cxn>
                  <a:cxn ang="0">
                    <a:pos x="37" y="36"/>
                  </a:cxn>
                  <a:cxn ang="0">
                    <a:pos x="41" y="40"/>
                  </a:cxn>
                  <a:cxn ang="0">
                    <a:pos x="41" y="51"/>
                  </a:cxn>
                  <a:cxn ang="0">
                    <a:pos x="37" y="55"/>
                  </a:cxn>
                  <a:cxn ang="0">
                    <a:pos x="26" y="55"/>
                  </a:cxn>
                  <a:cxn ang="0">
                    <a:pos x="23" y="51"/>
                  </a:cxn>
                  <a:cxn ang="0">
                    <a:pos x="23" y="40"/>
                  </a:cxn>
                  <a:cxn ang="0">
                    <a:pos x="26" y="36"/>
                  </a:cxn>
                  <a:cxn ang="0">
                    <a:pos x="29" y="36"/>
                  </a:cxn>
                  <a:cxn ang="0">
                    <a:pos x="29" y="30"/>
                  </a:cxn>
                  <a:cxn ang="0">
                    <a:pos x="11" y="30"/>
                  </a:cxn>
                  <a:cxn ang="0">
                    <a:pos x="11" y="36"/>
                  </a:cxn>
                  <a:cxn ang="0">
                    <a:pos x="15" y="36"/>
                  </a:cxn>
                  <a:cxn ang="0">
                    <a:pos x="18" y="40"/>
                  </a:cxn>
                  <a:cxn ang="0">
                    <a:pos x="18" y="51"/>
                  </a:cxn>
                  <a:cxn ang="0">
                    <a:pos x="15" y="55"/>
                  </a:cxn>
                  <a:cxn ang="0">
                    <a:pos x="3" y="55"/>
                  </a:cxn>
                  <a:cxn ang="0">
                    <a:pos x="0" y="51"/>
                  </a:cxn>
                  <a:cxn ang="0">
                    <a:pos x="0" y="40"/>
                  </a:cxn>
                  <a:cxn ang="0">
                    <a:pos x="3" y="36"/>
                  </a:cxn>
                  <a:cxn ang="0">
                    <a:pos x="7" y="36"/>
                  </a:cxn>
                  <a:cxn ang="0">
                    <a:pos x="7" y="30"/>
                  </a:cxn>
                  <a:cxn ang="0">
                    <a:pos x="11" y="25"/>
                  </a:cxn>
                  <a:cxn ang="0">
                    <a:pos x="29" y="25"/>
                  </a:cxn>
                  <a:cxn ang="0">
                    <a:pos x="29" y="18"/>
                  </a:cxn>
                  <a:cxn ang="0">
                    <a:pos x="26" y="18"/>
                  </a:cxn>
                  <a:cxn ang="0">
                    <a:pos x="23" y="15"/>
                  </a:cxn>
                  <a:cxn ang="0">
                    <a:pos x="23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1" y="3"/>
                  </a:cxn>
                  <a:cxn ang="0">
                    <a:pos x="41" y="15"/>
                  </a:cxn>
                  <a:cxn ang="0">
                    <a:pos x="37" y="18"/>
                  </a:cxn>
                  <a:cxn ang="0">
                    <a:pos x="34" y="18"/>
                  </a:cxn>
                  <a:cxn ang="0">
                    <a:pos x="34" y="25"/>
                  </a:cxn>
                  <a:cxn ang="0">
                    <a:pos x="52" y="25"/>
                  </a:cxn>
                  <a:cxn ang="0">
                    <a:pos x="57" y="30"/>
                  </a:cxn>
                  <a:cxn ang="0">
                    <a:pos x="57" y="36"/>
                  </a:cxn>
                  <a:cxn ang="0">
                    <a:pos x="60" y="36"/>
                  </a:cxn>
                  <a:cxn ang="0">
                    <a:pos x="64" y="40"/>
                  </a:cxn>
                  <a:cxn ang="0">
                    <a:pos x="64" y="51"/>
                  </a:cxn>
                </a:cxnLst>
                <a:rect l="0" t="0" r="r" b="b"/>
                <a:pathLst>
                  <a:path w="64" h="55">
                    <a:moveTo>
                      <a:pt x="64" y="51"/>
                    </a:moveTo>
                    <a:cubicBezTo>
                      <a:pt x="64" y="53"/>
                      <a:pt x="62" y="55"/>
                      <a:pt x="60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7" y="55"/>
                      <a:pt x="45" y="53"/>
                      <a:pt x="45" y="51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38"/>
                      <a:pt x="47" y="36"/>
                      <a:pt x="49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0"/>
                      <a:pt x="52" y="30"/>
                      <a:pt x="52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9" y="36"/>
                      <a:pt x="41" y="38"/>
                      <a:pt x="41" y="4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3"/>
                      <a:pt x="39" y="55"/>
                      <a:pt x="37" y="55"/>
                    </a:cubicBezTo>
                    <a:cubicBezTo>
                      <a:pt x="26" y="55"/>
                      <a:pt x="26" y="55"/>
                      <a:pt x="26" y="55"/>
                    </a:cubicBezTo>
                    <a:cubicBezTo>
                      <a:pt x="24" y="55"/>
                      <a:pt x="23" y="53"/>
                      <a:pt x="23" y="5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3" y="38"/>
                      <a:pt x="24" y="36"/>
                      <a:pt x="26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7" y="36"/>
                      <a:pt x="18" y="38"/>
                      <a:pt x="18" y="40"/>
                    </a:cubicBezTo>
                    <a:cubicBezTo>
                      <a:pt x="18" y="51"/>
                      <a:pt x="18" y="51"/>
                      <a:pt x="18" y="51"/>
                    </a:cubicBezTo>
                    <a:cubicBezTo>
                      <a:pt x="18" y="53"/>
                      <a:pt x="17" y="55"/>
                      <a:pt x="15" y="55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1" y="55"/>
                      <a:pt x="0" y="53"/>
                      <a:pt x="0" y="5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38"/>
                      <a:pt x="1" y="36"/>
                      <a:pt x="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27"/>
                      <a:pt x="9" y="25"/>
                      <a:pt x="11" y="25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4" y="18"/>
                      <a:pt x="23" y="17"/>
                      <a:pt x="23" y="15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1"/>
                      <a:pt x="24" y="0"/>
                      <a:pt x="26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41" y="1"/>
                      <a:pt x="41" y="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7"/>
                      <a:pt x="39" y="18"/>
                      <a:pt x="37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5" y="25"/>
                      <a:pt x="57" y="27"/>
                      <a:pt x="57" y="30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2" y="36"/>
                      <a:pt x="64" y="38"/>
                      <a:pt x="64" y="40"/>
                    </a:cubicBezTo>
                    <a:lnTo>
                      <a:pt x="64" y="5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Group 23"/>
            <p:cNvGrpSpPr/>
            <p:nvPr/>
          </p:nvGrpSpPr>
          <p:grpSpPr>
            <a:xfrm>
              <a:off x="2984103" y="1712948"/>
              <a:ext cx="1184043" cy="1184043"/>
              <a:chOff x="2083284" y="1636066"/>
              <a:chExt cx="888032" cy="888032"/>
            </a:xfrm>
          </p:grpSpPr>
          <p:sp>
            <p:nvSpPr>
              <p:cNvPr id="59" name="Oval 24"/>
              <p:cNvSpPr/>
              <p:nvPr/>
            </p:nvSpPr>
            <p:spPr>
              <a:xfrm>
                <a:off x="2083284" y="1636066"/>
                <a:ext cx="888032" cy="88803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25"/>
              <p:cNvSpPr>
                <a:spLocks/>
              </p:cNvSpPr>
              <p:nvPr/>
            </p:nvSpPr>
            <p:spPr bwMode="auto">
              <a:xfrm>
                <a:off x="2357278" y="1910060"/>
                <a:ext cx="340044" cy="340044"/>
              </a:xfrm>
              <a:custGeom>
                <a:avLst/>
                <a:gdLst/>
                <a:ahLst/>
                <a:cxnLst>
                  <a:cxn ang="0">
                    <a:pos x="55" y="31"/>
                  </a:cxn>
                  <a:cxn ang="0">
                    <a:pos x="54" y="33"/>
                  </a:cxn>
                  <a:cxn ang="0">
                    <a:pos x="47" y="34"/>
                  </a:cxn>
                  <a:cxn ang="0">
                    <a:pos x="46" y="37"/>
                  </a:cxn>
                  <a:cxn ang="0">
                    <a:pos x="49" y="42"/>
                  </a:cxn>
                  <a:cxn ang="0">
                    <a:pos x="50" y="43"/>
                  </a:cxn>
                  <a:cxn ang="0">
                    <a:pos x="49" y="44"/>
                  </a:cxn>
                  <a:cxn ang="0">
                    <a:pos x="43" y="50"/>
                  </a:cxn>
                  <a:cxn ang="0">
                    <a:pos x="42" y="50"/>
                  </a:cxn>
                  <a:cxn ang="0">
                    <a:pos x="37" y="46"/>
                  </a:cxn>
                  <a:cxn ang="0">
                    <a:pos x="33" y="47"/>
                  </a:cxn>
                  <a:cxn ang="0">
                    <a:pos x="32" y="54"/>
                  </a:cxn>
                  <a:cxn ang="0">
                    <a:pos x="31" y="55"/>
                  </a:cxn>
                  <a:cxn ang="0">
                    <a:pos x="23" y="55"/>
                  </a:cxn>
                  <a:cxn ang="0">
                    <a:pos x="22" y="54"/>
                  </a:cxn>
                  <a:cxn ang="0">
                    <a:pos x="21" y="47"/>
                  </a:cxn>
                  <a:cxn ang="0">
                    <a:pos x="18" y="46"/>
                  </a:cxn>
                  <a:cxn ang="0">
                    <a:pos x="13" y="50"/>
                  </a:cxn>
                  <a:cxn ang="0">
                    <a:pos x="12" y="50"/>
                  </a:cxn>
                  <a:cxn ang="0">
                    <a:pos x="11" y="50"/>
                  </a:cxn>
                  <a:cxn ang="0">
                    <a:pos x="5" y="44"/>
                  </a:cxn>
                  <a:cxn ang="0">
                    <a:pos x="5" y="43"/>
                  </a:cxn>
                  <a:cxn ang="0">
                    <a:pos x="5" y="42"/>
                  </a:cxn>
                  <a:cxn ang="0">
                    <a:pos x="9" y="37"/>
                  </a:cxn>
                  <a:cxn ang="0">
                    <a:pos x="7" y="33"/>
                  </a:cxn>
                  <a:cxn ang="0">
                    <a:pos x="1" y="33"/>
                  </a:cxn>
                  <a:cxn ang="0">
                    <a:pos x="0" y="31"/>
                  </a:cxn>
                  <a:cxn ang="0">
                    <a:pos x="0" y="23"/>
                  </a:cxn>
                  <a:cxn ang="0">
                    <a:pos x="1" y="22"/>
                  </a:cxn>
                  <a:cxn ang="0">
                    <a:pos x="7" y="21"/>
                  </a:cxn>
                  <a:cxn ang="0">
                    <a:pos x="9" y="18"/>
                  </a:cxn>
                  <a:cxn ang="0">
                    <a:pos x="5" y="13"/>
                  </a:cxn>
                  <a:cxn ang="0">
                    <a:pos x="5" y="12"/>
                  </a:cxn>
                  <a:cxn ang="0">
                    <a:pos x="5" y="11"/>
                  </a:cxn>
                  <a:cxn ang="0">
                    <a:pos x="12" y="5"/>
                  </a:cxn>
                  <a:cxn ang="0">
                    <a:pos x="13" y="5"/>
                  </a:cxn>
                  <a:cxn ang="0">
                    <a:pos x="18" y="9"/>
                  </a:cxn>
                  <a:cxn ang="0">
                    <a:pos x="21" y="8"/>
                  </a:cxn>
                  <a:cxn ang="0">
                    <a:pos x="22" y="1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32" y="1"/>
                  </a:cxn>
                  <a:cxn ang="0">
                    <a:pos x="33" y="8"/>
                  </a:cxn>
                  <a:cxn ang="0">
                    <a:pos x="37" y="9"/>
                  </a:cxn>
                  <a:cxn ang="0">
                    <a:pos x="42" y="5"/>
                  </a:cxn>
                  <a:cxn ang="0">
                    <a:pos x="43" y="5"/>
                  </a:cxn>
                  <a:cxn ang="0">
                    <a:pos x="43" y="5"/>
                  </a:cxn>
                  <a:cxn ang="0">
                    <a:pos x="49" y="11"/>
                  </a:cxn>
                  <a:cxn ang="0">
                    <a:pos x="50" y="12"/>
                  </a:cxn>
                  <a:cxn ang="0">
                    <a:pos x="49" y="13"/>
                  </a:cxn>
                  <a:cxn ang="0">
                    <a:pos x="46" y="18"/>
                  </a:cxn>
                  <a:cxn ang="0">
                    <a:pos x="47" y="21"/>
                  </a:cxn>
                  <a:cxn ang="0">
                    <a:pos x="54" y="22"/>
                  </a:cxn>
                  <a:cxn ang="0">
                    <a:pos x="55" y="23"/>
                  </a:cxn>
                  <a:cxn ang="0">
                    <a:pos x="55" y="31"/>
                  </a:cxn>
                  <a:cxn ang="0">
                    <a:pos x="27" y="18"/>
                  </a:cxn>
                  <a:cxn ang="0">
                    <a:pos x="18" y="27"/>
                  </a:cxn>
                  <a:cxn ang="0">
                    <a:pos x="27" y="36"/>
                  </a:cxn>
                  <a:cxn ang="0">
                    <a:pos x="36" y="27"/>
                  </a:cxn>
                  <a:cxn ang="0">
                    <a:pos x="27" y="18"/>
                  </a:cxn>
                </a:cxnLst>
                <a:rect l="0" t="0" r="r" b="b"/>
                <a:pathLst>
                  <a:path w="55" h="55">
                    <a:moveTo>
                      <a:pt x="55" y="31"/>
                    </a:moveTo>
                    <a:cubicBezTo>
                      <a:pt x="55" y="32"/>
                      <a:pt x="54" y="33"/>
                      <a:pt x="54" y="33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5"/>
                      <a:pt x="46" y="36"/>
                      <a:pt x="46" y="37"/>
                    </a:cubicBezTo>
                    <a:cubicBezTo>
                      <a:pt x="47" y="39"/>
                      <a:pt x="48" y="40"/>
                      <a:pt x="49" y="42"/>
                    </a:cubicBezTo>
                    <a:cubicBezTo>
                      <a:pt x="50" y="42"/>
                      <a:pt x="50" y="42"/>
                      <a:pt x="50" y="43"/>
                    </a:cubicBezTo>
                    <a:cubicBezTo>
                      <a:pt x="50" y="43"/>
                      <a:pt x="50" y="43"/>
                      <a:pt x="49" y="44"/>
                    </a:cubicBezTo>
                    <a:cubicBezTo>
                      <a:pt x="49" y="45"/>
                      <a:pt x="44" y="50"/>
                      <a:pt x="43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6" y="46"/>
                      <a:pt x="35" y="47"/>
                      <a:pt x="33" y="47"/>
                    </a:cubicBezTo>
                    <a:cubicBezTo>
                      <a:pt x="33" y="49"/>
                      <a:pt x="33" y="52"/>
                      <a:pt x="32" y="54"/>
                    </a:cubicBezTo>
                    <a:cubicBezTo>
                      <a:pt x="32" y="54"/>
                      <a:pt x="32" y="55"/>
                      <a:pt x="31" y="55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47"/>
                      <a:pt x="19" y="46"/>
                      <a:pt x="18" y="46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2" y="50"/>
                      <a:pt x="12" y="50"/>
                      <a:pt x="12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9" y="48"/>
                      <a:pt x="7" y="46"/>
                      <a:pt x="5" y="44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6" y="40"/>
                      <a:pt x="8" y="39"/>
                      <a:pt x="9" y="37"/>
                    </a:cubicBezTo>
                    <a:cubicBezTo>
                      <a:pt x="8" y="36"/>
                      <a:pt x="8" y="35"/>
                      <a:pt x="7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0" y="32"/>
                      <a:pt x="0" y="32"/>
                      <a:pt x="0" y="31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2"/>
                      <a:pt x="1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8" y="20"/>
                      <a:pt x="8" y="19"/>
                      <a:pt x="9" y="18"/>
                    </a:cubicBezTo>
                    <a:cubicBezTo>
                      <a:pt x="8" y="16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2"/>
                    </a:cubicBezTo>
                    <a:cubicBezTo>
                      <a:pt x="5" y="12"/>
                      <a:pt x="5" y="11"/>
                      <a:pt x="5" y="11"/>
                    </a:cubicBezTo>
                    <a:cubicBezTo>
                      <a:pt x="6" y="10"/>
                      <a:pt x="11" y="5"/>
                      <a:pt x="12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9" y="8"/>
                      <a:pt x="20" y="8"/>
                      <a:pt x="21" y="8"/>
                    </a:cubicBezTo>
                    <a:cubicBezTo>
                      <a:pt x="21" y="5"/>
                      <a:pt x="21" y="3"/>
                      <a:pt x="22" y="1"/>
                    </a:cubicBezTo>
                    <a:cubicBezTo>
                      <a:pt x="22" y="0"/>
                      <a:pt x="23" y="0"/>
                      <a:pt x="23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2" y="0"/>
                      <a:pt x="32" y="1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8"/>
                      <a:pt x="36" y="8"/>
                      <a:pt x="37" y="9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2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5" y="7"/>
                      <a:pt x="48" y="9"/>
                      <a:pt x="49" y="11"/>
                    </a:cubicBezTo>
                    <a:cubicBezTo>
                      <a:pt x="50" y="11"/>
                      <a:pt x="50" y="12"/>
                      <a:pt x="50" y="12"/>
                    </a:cubicBezTo>
                    <a:cubicBezTo>
                      <a:pt x="50" y="12"/>
                      <a:pt x="49" y="13"/>
                      <a:pt x="49" y="13"/>
                    </a:cubicBezTo>
                    <a:cubicBezTo>
                      <a:pt x="48" y="14"/>
                      <a:pt x="47" y="16"/>
                      <a:pt x="46" y="18"/>
                    </a:cubicBezTo>
                    <a:cubicBezTo>
                      <a:pt x="46" y="19"/>
                      <a:pt x="47" y="20"/>
                      <a:pt x="47" y="21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4" y="22"/>
                      <a:pt x="55" y="23"/>
                      <a:pt x="55" y="23"/>
                    </a:cubicBezTo>
                    <a:lnTo>
                      <a:pt x="55" y="31"/>
                    </a:lnTo>
                    <a:close/>
                    <a:moveTo>
                      <a:pt x="27" y="18"/>
                    </a:moveTo>
                    <a:cubicBezTo>
                      <a:pt x="22" y="18"/>
                      <a:pt x="18" y="22"/>
                      <a:pt x="18" y="27"/>
                    </a:cubicBezTo>
                    <a:cubicBezTo>
                      <a:pt x="18" y="32"/>
                      <a:pt x="22" y="36"/>
                      <a:pt x="27" y="36"/>
                    </a:cubicBezTo>
                    <a:cubicBezTo>
                      <a:pt x="32" y="36"/>
                      <a:pt x="36" y="32"/>
                      <a:pt x="36" y="27"/>
                    </a:cubicBezTo>
                    <a:cubicBezTo>
                      <a:pt x="36" y="22"/>
                      <a:pt x="32" y="18"/>
                      <a:pt x="27" y="1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7" name="Group 26"/>
            <p:cNvGrpSpPr/>
            <p:nvPr/>
          </p:nvGrpSpPr>
          <p:grpSpPr>
            <a:xfrm>
              <a:off x="4424082" y="2759154"/>
              <a:ext cx="1184043" cy="1184043"/>
              <a:chOff x="3163268" y="2420720"/>
              <a:chExt cx="888032" cy="888032"/>
            </a:xfrm>
          </p:grpSpPr>
          <p:sp>
            <p:nvSpPr>
              <p:cNvPr id="57" name="Oval 27"/>
              <p:cNvSpPr/>
              <p:nvPr/>
            </p:nvSpPr>
            <p:spPr>
              <a:xfrm>
                <a:off x="3163268" y="2420720"/>
                <a:ext cx="888032" cy="888032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28"/>
              <p:cNvSpPr>
                <a:spLocks/>
              </p:cNvSpPr>
              <p:nvPr/>
            </p:nvSpPr>
            <p:spPr bwMode="auto">
              <a:xfrm>
                <a:off x="3430119" y="2721861"/>
                <a:ext cx="354330" cy="285750"/>
              </a:xfrm>
              <a:custGeom>
                <a:avLst/>
                <a:gdLst/>
                <a:ahLst/>
                <a:cxnLst>
                  <a:cxn ang="0">
                    <a:pos x="55" y="27"/>
                  </a:cxn>
                  <a:cxn ang="0">
                    <a:pos x="54" y="27"/>
                  </a:cxn>
                  <a:cxn ang="0">
                    <a:pos x="54" y="27"/>
                  </a:cxn>
                  <a:cxn ang="0">
                    <a:pos x="53" y="27"/>
                  </a:cxn>
                  <a:cxn ang="0">
                    <a:pos x="28" y="6"/>
                  </a:cxn>
                  <a:cxn ang="0">
                    <a:pos x="4" y="27"/>
                  </a:cxn>
                  <a:cxn ang="0">
                    <a:pos x="3" y="27"/>
                  </a:cxn>
                  <a:cxn ang="0">
                    <a:pos x="2" y="27"/>
                  </a:cxn>
                  <a:cxn ang="0">
                    <a:pos x="0" y="24"/>
                  </a:cxn>
                  <a:cxn ang="0">
                    <a:pos x="0" y="23"/>
                  </a:cxn>
                  <a:cxn ang="0">
                    <a:pos x="26" y="1"/>
                  </a:cxn>
                  <a:cxn ang="0">
                    <a:pos x="31" y="1"/>
                  </a:cxn>
                  <a:cxn ang="0">
                    <a:pos x="40" y="8"/>
                  </a:cxn>
                  <a:cxn ang="0">
                    <a:pos x="40" y="1"/>
                  </a:cxn>
                  <a:cxn ang="0">
                    <a:pos x="41" y="0"/>
                  </a:cxn>
                  <a:cxn ang="0">
                    <a:pos x="48" y="0"/>
                  </a:cxn>
                  <a:cxn ang="0">
                    <a:pos x="49" y="1"/>
                  </a:cxn>
                  <a:cxn ang="0">
                    <a:pos x="49" y="16"/>
                  </a:cxn>
                  <a:cxn ang="0">
                    <a:pos x="57" y="23"/>
                  </a:cxn>
                  <a:cxn ang="0">
                    <a:pos x="57" y="24"/>
                  </a:cxn>
                  <a:cxn ang="0">
                    <a:pos x="55" y="27"/>
                  </a:cxn>
                  <a:cxn ang="0">
                    <a:pos x="49" y="44"/>
                  </a:cxn>
                  <a:cxn ang="0">
                    <a:pos x="47" y="46"/>
                  </a:cxn>
                  <a:cxn ang="0">
                    <a:pos x="33" y="46"/>
                  </a:cxn>
                  <a:cxn ang="0">
                    <a:pos x="33" y="32"/>
                  </a:cxn>
                  <a:cxn ang="0">
                    <a:pos x="24" y="32"/>
                  </a:cxn>
                  <a:cxn ang="0">
                    <a:pos x="24" y="46"/>
                  </a:cxn>
                  <a:cxn ang="0">
                    <a:pos x="10" y="46"/>
                  </a:cxn>
                  <a:cxn ang="0">
                    <a:pos x="8" y="44"/>
                  </a:cxn>
                  <a:cxn ang="0">
                    <a:pos x="8" y="27"/>
                  </a:cxn>
                  <a:cxn ang="0">
                    <a:pos x="8" y="26"/>
                  </a:cxn>
                  <a:cxn ang="0">
                    <a:pos x="28" y="9"/>
                  </a:cxn>
                  <a:cxn ang="0">
                    <a:pos x="49" y="26"/>
                  </a:cxn>
                  <a:cxn ang="0">
                    <a:pos x="49" y="27"/>
                  </a:cxn>
                  <a:cxn ang="0">
                    <a:pos x="49" y="44"/>
                  </a:cxn>
                </a:cxnLst>
                <a:rect l="0" t="0" r="r" b="b"/>
                <a:pathLst>
                  <a:path w="57" h="46">
                    <a:moveTo>
                      <a:pt x="55" y="27"/>
                    </a:moveTo>
                    <a:cubicBezTo>
                      <a:pt x="55" y="27"/>
                      <a:pt x="54" y="27"/>
                      <a:pt x="54" y="27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54" y="27"/>
                      <a:pt x="53" y="27"/>
                      <a:pt x="53" y="2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7"/>
                      <a:pt x="3" y="27"/>
                      <a:pt x="3" y="27"/>
                    </a:cubicBezTo>
                    <a:cubicBezTo>
                      <a:pt x="3" y="27"/>
                      <a:pt x="2" y="27"/>
                      <a:pt x="2" y="27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3"/>
                      <a:pt x="0" y="23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0"/>
                      <a:pt x="30" y="0"/>
                      <a:pt x="31" y="1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1"/>
                      <a:pt x="40" y="0"/>
                      <a:pt x="41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9" y="0"/>
                      <a:pt x="49" y="1"/>
                      <a:pt x="49" y="1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57" y="23"/>
                      <a:pt x="57" y="23"/>
                      <a:pt x="57" y="23"/>
                    </a:cubicBezTo>
                    <a:cubicBezTo>
                      <a:pt x="57" y="23"/>
                      <a:pt x="57" y="24"/>
                      <a:pt x="57" y="24"/>
                    </a:cubicBezTo>
                    <a:lnTo>
                      <a:pt x="55" y="27"/>
                    </a:lnTo>
                    <a:close/>
                    <a:moveTo>
                      <a:pt x="49" y="44"/>
                    </a:moveTo>
                    <a:cubicBezTo>
                      <a:pt x="49" y="45"/>
                      <a:pt x="48" y="46"/>
                      <a:pt x="47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9" y="46"/>
                      <a:pt x="8" y="45"/>
                      <a:pt x="8" y="44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8" y="27"/>
                      <a:pt x="8" y="26"/>
                      <a:pt x="8" y="26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9" y="26"/>
                      <a:pt x="49" y="27"/>
                      <a:pt x="49" y="27"/>
                    </a:cubicBezTo>
                    <a:lnTo>
                      <a:pt x="49" y="4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Group 29"/>
            <p:cNvGrpSpPr/>
            <p:nvPr/>
          </p:nvGrpSpPr>
          <p:grpSpPr>
            <a:xfrm>
              <a:off x="3874059" y="4451951"/>
              <a:ext cx="1184043" cy="1184043"/>
              <a:chOff x="2750751" y="3690318"/>
              <a:chExt cx="888032" cy="888032"/>
            </a:xfrm>
          </p:grpSpPr>
          <p:sp>
            <p:nvSpPr>
              <p:cNvPr id="55" name="Oval 30"/>
              <p:cNvSpPr/>
              <p:nvPr/>
            </p:nvSpPr>
            <p:spPr>
              <a:xfrm>
                <a:off x="2750751" y="3690318"/>
                <a:ext cx="888032" cy="8880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31"/>
              <p:cNvSpPr>
                <a:spLocks/>
              </p:cNvSpPr>
              <p:nvPr/>
            </p:nvSpPr>
            <p:spPr bwMode="auto">
              <a:xfrm>
                <a:off x="2996170" y="3978600"/>
                <a:ext cx="397194" cy="311468"/>
              </a:xfrm>
              <a:custGeom>
                <a:avLst/>
                <a:gdLst/>
                <a:ahLst/>
                <a:cxnLst>
                  <a:cxn ang="0">
                    <a:pos x="45" y="14"/>
                  </a:cxn>
                  <a:cxn ang="0">
                    <a:pos x="32" y="10"/>
                  </a:cxn>
                  <a:cxn ang="0">
                    <a:pos x="18" y="14"/>
                  </a:cxn>
                  <a:cxn ang="0">
                    <a:pos x="0" y="14"/>
                  </a:cxn>
                  <a:cxn ang="0">
                    <a:pos x="64" y="14"/>
                  </a:cxn>
                  <a:cxn ang="0">
                    <a:pos x="0" y="15"/>
                  </a:cxn>
                  <a:cxn ang="0">
                    <a:pos x="18" y="20"/>
                  </a:cxn>
                  <a:cxn ang="0">
                    <a:pos x="2" y="22"/>
                  </a:cxn>
                  <a:cxn ang="0">
                    <a:pos x="9" y="35"/>
                  </a:cxn>
                  <a:cxn ang="0">
                    <a:pos x="1" y="36"/>
                  </a:cxn>
                  <a:cxn ang="0">
                    <a:pos x="0" y="28"/>
                  </a:cxn>
                  <a:cxn ang="0">
                    <a:pos x="8" y="27"/>
                  </a:cxn>
                  <a:cxn ang="0">
                    <a:pos x="9" y="35"/>
                  </a:cxn>
                  <a:cxn ang="0">
                    <a:pos x="15" y="50"/>
                  </a:cxn>
                  <a:cxn ang="0">
                    <a:pos x="7" y="49"/>
                  </a:cxn>
                  <a:cxn ang="0">
                    <a:pos x="8" y="41"/>
                  </a:cxn>
                  <a:cxn ang="0">
                    <a:pos x="16" y="42"/>
                  </a:cxn>
                  <a:cxn ang="0">
                    <a:pos x="23" y="35"/>
                  </a:cxn>
                  <a:cxn ang="0">
                    <a:pos x="15" y="36"/>
                  </a:cxn>
                  <a:cxn ang="0">
                    <a:pos x="13" y="28"/>
                  </a:cxn>
                  <a:cxn ang="0">
                    <a:pos x="21" y="27"/>
                  </a:cxn>
                  <a:cxn ang="0">
                    <a:pos x="23" y="35"/>
                  </a:cxn>
                  <a:cxn ang="0">
                    <a:pos x="28" y="50"/>
                  </a:cxn>
                  <a:cxn ang="0">
                    <a:pos x="20" y="49"/>
                  </a:cxn>
                  <a:cxn ang="0">
                    <a:pos x="21" y="41"/>
                  </a:cxn>
                  <a:cxn ang="0">
                    <a:pos x="29" y="42"/>
                  </a:cxn>
                  <a:cxn ang="0">
                    <a:pos x="36" y="35"/>
                  </a:cxn>
                  <a:cxn ang="0">
                    <a:pos x="28" y="36"/>
                  </a:cxn>
                  <a:cxn ang="0">
                    <a:pos x="27" y="28"/>
                  </a:cxn>
                  <a:cxn ang="0">
                    <a:pos x="35" y="27"/>
                  </a:cxn>
                  <a:cxn ang="0">
                    <a:pos x="36" y="35"/>
                  </a:cxn>
                  <a:cxn ang="0">
                    <a:pos x="42" y="50"/>
                  </a:cxn>
                  <a:cxn ang="0">
                    <a:pos x="34" y="49"/>
                  </a:cxn>
                  <a:cxn ang="0">
                    <a:pos x="35" y="41"/>
                  </a:cxn>
                  <a:cxn ang="0">
                    <a:pos x="43" y="42"/>
                  </a:cxn>
                  <a:cxn ang="0">
                    <a:pos x="50" y="35"/>
                  </a:cxn>
                  <a:cxn ang="0">
                    <a:pos x="42" y="36"/>
                  </a:cxn>
                  <a:cxn ang="0">
                    <a:pos x="41" y="28"/>
                  </a:cxn>
                  <a:cxn ang="0">
                    <a:pos x="49" y="27"/>
                  </a:cxn>
                  <a:cxn ang="0">
                    <a:pos x="50" y="35"/>
                  </a:cxn>
                  <a:cxn ang="0">
                    <a:pos x="61" y="22"/>
                  </a:cxn>
                  <a:cxn ang="0">
                    <a:pos x="45" y="20"/>
                  </a:cxn>
                  <a:cxn ang="0">
                    <a:pos x="64" y="15"/>
                  </a:cxn>
                  <a:cxn ang="0">
                    <a:pos x="57" y="49"/>
                  </a:cxn>
                  <a:cxn ang="0">
                    <a:pos x="49" y="50"/>
                  </a:cxn>
                  <a:cxn ang="0">
                    <a:pos x="48" y="42"/>
                  </a:cxn>
                  <a:cxn ang="0">
                    <a:pos x="56" y="41"/>
                  </a:cxn>
                  <a:cxn ang="0">
                    <a:pos x="57" y="49"/>
                  </a:cxn>
                  <a:cxn ang="0">
                    <a:pos x="63" y="36"/>
                  </a:cxn>
                  <a:cxn ang="0">
                    <a:pos x="55" y="35"/>
                  </a:cxn>
                  <a:cxn ang="0">
                    <a:pos x="56" y="27"/>
                  </a:cxn>
                  <a:cxn ang="0">
                    <a:pos x="64" y="28"/>
                  </a:cxn>
                </a:cxnLst>
                <a:rect l="0" t="0" r="r" b="b"/>
                <a:pathLst>
                  <a:path w="64" h="50">
                    <a:moveTo>
                      <a:pt x="64" y="14"/>
                    </a:move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4" y="10"/>
                      <a:pt x="32" y="10"/>
                    </a:cubicBezTo>
                    <a:cubicBezTo>
                      <a:pt x="19" y="10"/>
                      <a:pt x="18" y="12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4" y="0"/>
                      <a:pt x="32" y="0"/>
                    </a:cubicBezTo>
                    <a:cubicBezTo>
                      <a:pt x="59" y="0"/>
                      <a:pt x="64" y="11"/>
                      <a:pt x="64" y="14"/>
                    </a:cubicBezTo>
                    <a:close/>
                    <a:moveTo>
                      <a:pt x="0" y="2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7" y="22"/>
                      <a:pt x="16" y="22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1" y="22"/>
                      <a:pt x="0" y="21"/>
                      <a:pt x="0" y="20"/>
                    </a:cubicBezTo>
                    <a:close/>
                    <a:moveTo>
                      <a:pt x="9" y="35"/>
                    </a:moveTo>
                    <a:cubicBezTo>
                      <a:pt x="9" y="36"/>
                      <a:pt x="8" y="36"/>
                      <a:pt x="8" y="36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0" y="36"/>
                      <a:pt x="0" y="36"/>
                      <a:pt x="0" y="35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7"/>
                      <a:pt x="0" y="27"/>
                      <a:pt x="1" y="27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8" y="27"/>
                      <a:pt x="9" y="27"/>
                      <a:pt x="9" y="28"/>
                    </a:cubicBezTo>
                    <a:lnTo>
                      <a:pt x="9" y="35"/>
                    </a:lnTo>
                    <a:close/>
                    <a:moveTo>
                      <a:pt x="16" y="49"/>
                    </a:moveTo>
                    <a:cubicBezTo>
                      <a:pt x="16" y="49"/>
                      <a:pt x="15" y="50"/>
                      <a:pt x="15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7" y="50"/>
                      <a:pt x="7" y="49"/>
                      <a:pt x="7" y="49"/>
                    </a:cubicBezTo>
                    <a:cubicBezTo>
                      <a:pt x="7" y="42"/>
                      <a:pt x="7" y="42"/>
                      <a:pt x="7" y="42"/>
                    </a:cubicBezTo>
                    <a:cubicBezTo>
                      <a:pt x="7" y="41"/>
                      <a:pt x="7" y="41"/>
                      <a:pt x="8" y="41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15" y="41"/>
                      <a:pt x="16" y="41"/>
                      <a:pt x="16" y="42"/>
                    </a:cubicBezTo>
                    <a:lnTo>
                      <a:pt x="16" y="49"/>
                    </a:lnTo>
                    <a:close/>
                    <a:moveTo>
                      <a:pt x="23" y="35"/>
                    </a:moveTo>
                    <a:cubicBezTo>
                      <a:pt x="23" y="36"/>
                      <a:pt x="22" y="36"/>
                      <a:pt x="21" y="36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4" y="36"/>
                      <a:pt x="13" y="36"/>
                      <a:pt x="13" y="35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7"/>
                      <a:pt x="14" y="27"/>
                      <a:pt x="15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7"/>
                      <a:pt x="23" y="27"/>
                      <a:pt x="23" y="28"/>
                    </a:cubicBezTo>
                    <a:lnTo>
                      <a:pt x="23" y="35"/>
                    </a:lnTo>
                    <a:close/>
                    <a:moveTo>
                      <a:pt x="29" y="49"/>
                    </a:moveTo>
                    <a:cubicBezTo>
                      <a:pt x="29" y="49"/>
                      <a:pt x="29" y="50"/>
                      <a:pt x="28" y="50"/>
                    </a:cubicBezTo>
                    <a:cubicBezTo>
                      <a:pt x="21" y="50"/>
                      <a:pt x="21" y="50"/>
                      <a:pt x="21" y="50"/>
                    </a:cubicBezTo>
                    <a:cubicBezTo>
                      <a:pt x="21" y="50"/>
                      <a:pt x="20" y="49"/>
                      <a:pt x="20" y="49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1"/>
                      <a:pt x="21" y="41"/>
                      <a:pt x="21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2"/>
                    </a:cubicBezTo>
                    <a:lnTo>
                      <a:pt x="29" y="49"/>
                    </a:lnTo>
                    <a:close/>
                    <a:moveTo>
                      <a:pt x="36" y="35"/>
                    </a:moveTo>
                    <a:cubicBezTo>
                      <a:pt x="36" y="36"/>
                      <a:pt x="36" y="36"/>
                      <a:pt x="35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7" y="36"/>
                      <a:pt x="27" y="3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8" y="27"/>
                      <a:pt x="28" y="27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6" y="27"/>
                      <a:pt x="36" y="27"/>
                      <a:pt x="36" y="28"/>
                    </a:cubicBezTo>
                    <a:lnTo>
                      <a:pt x="36" y="35"/>
                    </a:lnTo>
                    <a:close/>
                    <a:moveTo>
                      <a:pt x="43" y="49"/>
                    </a:moveTo>
                    <a:cubicBezTo>
                      <a:pt x="43" y="49"/>
                      <a:pt x="43" y="50"/>
                      <a:pt x="42" y="50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5" y="50"/>
                      <a:pt x="34" y="49"/>
                      <a:pt x="34" y="49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1"/>
                      <a:pt x="35" y="41"/>
                      <a:pt x="35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2"/>
                    </a:cubicBezTo>
                    <a:lnTo>
                      <a:pt x="43" y="49"/>
                    </a:lnTo>
                    <a:close/>
                    <a:moveTo>
                      <a:pt x="50" y="35"/>
                    </a:moveTo>
                    <a:cubicBezTo>
                      <a:pt x="50" y="36"/>
                      <a:pt x="50" y="36"/>
                      <a:pt x="49" y="36"/>
                    </a:cubicBezTo>
                    <a:cubicBezTo>
                      <a:pt x="42" y="36"/>
                      <a:pt x="42" y="36"/>
                      <a:pt x="42" y="36"/>
                    </a:cubicBezTo>
                    <a:cubicBezTo>
                      <a:pt x="41" y="36"/>
                      <a:pt x="41" y="36"/>
                      <a:pt x="41" y="35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7"/>
                      <a:pt x="41" y="27"/>
                      <a:pt x="42" y="27"/>
                    </a:cubicBezTo>
                    <a:cubicBezTo>
                      <a:pt x="49" y="27"/>
                      <a:pt x="49" y="27"/>
                      <a:pt x="49" y="27"/>
                    </a:cubicBezTo>
                    <a:cubicBezTo>
                      <a:pt x="50" y="27"/>
                      <a:pt x="50" y="27"/>
                      <a:pt x="50" y="28"/>
                    </a:cubicBezTo>
                    <a:lnTo>
                      <a:pt x="50" y="35"/>
                    </a:lnTo>
                    <a:close/>
                    <a:moveTo>
                      <a:pt x="64" y="20"/>
                    </a:moveTo>
                    <a:cubicBezTo>
                      <a:pt x="64" y="21"/>
                      <a:pt x="63" y="22"/>
                      <a:pt x="61" y="22"/>
                    </a:cubicBezTo>
                    <a:cubicBezTo>
                      <a:pt x="48" y="22"/>
                      <a:pt x="48" y="22"/>
                      <a:pt x="48" y="22"/>
                    </a:cubicBezTo>
                    <a:cubicBezTo>
                      <a:pt x="46" y="22"/>
                      <a:pt x="45" y="21"/>
                      <a:pt x="45" y="20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64" y="15"/>
                      <a:pt x="64" y="15"/>
                      <a:pt x="64" y="15"/>
                    </a:cubicBezTo>
                    <a:lnTo>
                      <a:pt x="64" y="20"/>
                    </a:lnTo>
                    <a:close/>
                    <a:moveTo>
                      <a:pt x="57" y="49"/>
                    </a:moveTo>
                    <a:cubicBezTo>
                      <a:pt x="57" y="49"/>
                      <a:pt x="56" y="50"/>
                      <a:pt x="56" y="50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8" y="50"/>
                      <a:pt x="48" y="49"/>
                      <a:pt x="48" y="49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1"/>
                      <a:pt x="48" y="41"/>
                      <a:pt x="49" y="41"/>
                    </a:cubicBezTo>
                    <a:cubicBezTo>
                      <a:pt x="56" y="41"/>
                      <a:pt x="56" y="41"/>
                      <a:pt x="56" y="41"/>
                    </a:cubicBezTo>
                    <a:cubicBezTo>
                      <a:pt x="56" y="41"/>
                      <a:pt x="57" y="41"/>
                      <a:pt x="57" y="42"/>
                    </a:cubicBezTo>
                    <a:lnTo>
                      <a:pt x="57" y="49"/>
                    </a:lnTo>
                    <a:close/>
                    <a:moveTo>
                      <a:pt x="64" y="35"/>
                    </a:moveTo>
                    <a:cubicBezTo>
                      <a:pt x="64" y="36"/>
                      <a:pt x="63" y="36"/>
                      <a:pt x="63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5" y="36"/>
                      <a:pt x="55" y="36"/>
                      <a:pt x="55" y="35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55" y="27"/>
                      <a:pt x="55" y="27"/>
                      <a:pt x="56" y="27"/>
                    </a:cubicBezTo>
                    <a:cubicBezTo>
                      <a:pt x="63" y="27"/>
                      <a:pt x="63" y="27"/>
                      <a:pt x="63" y="27"/>
                    </a:cubicBezTo>
                    <a:cubicBezTo>
                      <a:pt x="63" y="27"/>
                      <a:pt x="64" y="27"/>
                      <a:pt x="64" y="28"/>
                    </a:cubicBezTo>
                    <a:lnTo>
                      <a:pt x="64" y="35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9" name="Group 32"/>
            <p:cNvGrpSpPr/>
            <p:nvPr/>
          </p:nvGrpSpPr>
          <p:grpSpPr>
            <a:xfrm>
              <a:off x="2094147" y="4451951"/>
              <a:ext cx="1184043" cy="1184043"/>
              <a:chOff x="1415817" y="3690318"/>
              <a:chExt cx="888032" cy="888032"/>
            </a:xfrm>
          </p:grpSpPr>
          <p:sp>
            <p:nvSpPr>
              <p:cNvPr id="53" name="Oval 33"/>
              <p:cNvSpPr/>
              <p:nvPr/>
            </p:nvSpPr>
            <p:spPr>
              <a:xfrm>
                <a:off x="1415817" y="3690318"/>
                <a:ext cx="888032" cy="888032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34"/>
              <p:cNvSpPr>
                <a:spLocks/>
              </p:cNvSpPr>
              <p:nvPr/>
            </p:nvSpPr>
            <p:spPr bwMode="auto">
              <a:xfrm>
                <a:off x="1662665" y="3991459"/>
                <a:ext cx="394336" cy="285750"/>
              </a:xfrm>
              <a:custGeom>
                <a:avLst/>
                <a:gdLst/>
                <a:ahLst/>
                <a:cxnLst>
                  <a:cxn ang="0">
                    <a:pos x="64" y="42"/>
                  </a:cxn>
                  <a:cxn ang="0">
                    <a:pos x="62" y="44"/>
                  </a:cxn>
                  <a:cxn ang="0">
                    <a:pos x="61" y="45"/>
                  </a:cxn>
                  <a:cxn ang="0">
                    <a:pos x="60" y="44"/>
                  </a:cxn>
                  <a:cxn ang="0">
                    <a:pos x="45" y="30"/>
                  </a:cxn>
                  <a:cxn ang="0">
                    <a:pos x="45" y="36"/>
                  </a:cxn>
                  <a:cxn ang="0">
                    <a:pos x="35" y="46"/>
                  </a:cxn>
                  <a:cxn ang="0">
                    <a:pos x="10" y="46"/>
                  </a:cxn>
                  <a:cxn ang="0">
                    <a:pos x="0" y="36"/>
                  </a:cxn>
                  <a:cxn ang="0">
                    <a:pos x="0" y="10"/>
                  </a:cxn>
                  <a:cxn ang="0">
                    <a:pos x="10" y="0"/>
                  </a:cxn>
                  <a:cxn ang="0">
                    <a:pos x="35" y="0"/>
                  </a:cxn>
                  <a:cxn ang="0">
                    <a:pos x="45" y="10"/>
                  </a:cxn>
                  <a:cxn ang="0">
                    <a:pos x="45" y="16"/>
                  </a:cxn>
                  <a:cxn ang="0">
                    <a:pos x="60" y="2"/>
                  </a:cxn>
                  <a:cxn ang="0">
                    <a:pos x="61" y="1"/>
                  </a:cxn>
                  <a:cxn ang="0">
                    <a:pos x="62" y="1"/>
                  </a:cxn>
                  <a:cxn ang="0">
                    <a:pos x="64" y="4"/>
                  </a:cxn>
                  <a:cxn ang="0">
                    <a:pos x="64" y="42"/>
                  </a:cxn>
                </a:cxnLst>
                <a:rect l="0" t="0" r="r" b="b"/>
                <a:pathLst>
                  <a:path w="64" h="46">
                    <a:moveTo>
                      <a:pt x="64" y="42"/>
                    </a:moveTo>
                    <a:cubicBezTo>
                      <a:pt x="64" y="43"/>
                      <a:pt x="63" y="44"/>
                      <a:pt x="62" y="44"/>
                    </a:cubicBezTo>
                    <a:cubicBezTo>
                      <a:pt x="62" y="45"/>
                      <a:pt x="62" y="45"/>
                      <a:pt x="61" y="45"/>
                    </a:cubicBezTo>
                    <a:cubicBezTo>
                      <a:pt x="61" y="45"/>
                      <a:pt x="60" y="44"/>
                      <a:pt x="60" y="44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5" y="41"/>
                      <a:pt x="41" y="46"/>
                      <a:pt x="35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4" y="46"/>
                      <a:pt x="0" y="41"/>
                      <a:pt x="0" y="3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41" y="0"/>
                      <a:pt x="45" y="5"/>
                      <a:pt x="45" y="10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60" y="2"/>
                      <a:pt x="60" y="2"/>
                      <a:pt x="60" y="2"/>
                    </a:cubicBezTo>
                    <a:cubicBezTo>
                      <a:pt x="60" y="1"/>
                      <a:pt x="61" y="1"/>
                      <a:pt x="61" y="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3" y="2"/>
                      <a:pt x="64" y="3"/>
                      <a:pt x="64" y="4"/>
                    </a:cubicBezTo>
                    <a:lnTo>
                      <a:pt x="64" y="4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50" name="Group 35"/>
            <p:cNvGrpSpPr/>
            <p:nvPr/>
          </p:nvGrpSpPr>
          <p:grpSpPr>
            <a:xfrm>
              <a:off x="1544125" y="2759154"/>
              <a:ext cx="1184043" cy="1184043"/>
              <a:chOff x="1003300" y="2420720"/>
              <a:chExt cx="888032" cy="888032"/>
            </a:xfrm>
          </p:grpSpPr>
          <p:sp>
            <p:nvSpPr>
              <p:cNvPr id="51" name="Oval 36"/>
              <p:cNvSpPr/>
              <p:nvPr/>
            </p:nvSpPr>
            <p:spPr>
              <a:xfrm>
                <a:off x="1003300" y="2420720"/>
                <a:ext cx="888032" cy="888032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37"/>
              <p:cNvSpPr>
                <a:spLocks/>
              </p:cNvSpPr>
              <p:nvPr/>
            </p:nvSpPr>
            <p:spPr bwMode="auto">
              <a:xfrm>
                <a:off x="1264437" y="2694714"/>
                <a:ext cx="365758" cy="340044"/>
              </a:xfrm>
              <a:custGeom>
                <a:avLst/>
                <a:gdLst/>
                <a:ahLst/>
                <a:cxnLst>
                  <a:cxn ang="0">
                    <a:pos x="10" y="37"/>
                  </a:cxn>
                  <a:cxn ang="0">
                    <a:pos x="0" y="25"/>
                  </a:cxn>
                  <a:cxn ang="0">
                    <a:pos x="6" y="18"/>
                  </a:cxn>
                  <a:cxn ang="0">
                    <a:pos x="15" y="30"/>
                  </a:cxn>
                  <a:cxn ang="0">
                    <a:pos x="10" y="37"/>
                  </a:cxn>
                  <a:cxn ang="0">
                    <a:pos x="50" y="50"/>
                  </a:cxn>
                  <a:cxn ang="0">
                    <a:pos x="43" y="55"/>
                  </a:cxn>
                  <a:cxn ang="0">
                    <a:pos x="29" y="52"/>
                  </a:cxn>
                  <a:cxn ang="0">
                    <a:pos x="15" y="55"/>
                  </a:cxn>
                  <a:cxn ang="0">
                    <a:pos x="9" y="50"/>
                  </a:cxn>
                  <a:cxn ang="0">
                    <a:pos x="29" y="29"/>
                  </a:cxn>
                  <a:cxn ang="0">
                    <a:pos x="50" y="50"/>
                  </a:cxn>
                  <a:cxn ang="0">
                    <a:pos x="21" y="21"/>
                  </a:cxn>
                  <a:cxn ang="0">
                    <a:pos x="12" y="9"/>
                  </a:cxn>
                  <a:cxn ang="0">
                    <a:pos x="18" y="0"/>
                  </a:cxn>
                  <a:cxn ang="0">
                    <a:pos x="28" y="13"/>
                  </a:cxn>
                  <a:cxn ang="0">
                    <a:pos x="21" y="21"/>
                  </a:cxn>
                  <a:cxn ang="0">
                    <a:pos x="31" y="13"/>
                  </a:cxn>
                  <a:cxn ang="0">
                    <a:pos x="41" y="0"/>
                  </a:cxn>
                  <a:cxn ang="0">
                    <a:pos x="47" y="9"/>
                  </a:cxn>
                  <a:cxn ang="0">
                    <a:pos x="38" y="21"/>
                  </a:cxn>
                  <a:cxn ang="0">
                    <a:pos x="31" y="13"/>
                  </a:cxn>
                  <a:cxn ang="0">
                    <a:pos x="59" y="25"/>
                  </a:cxn>
                  <a:cxn ang="0">
                    <a:pos x="49" y="37"/>
                  </a:cxn>
                  <a:cxn ang="0">
                    <a:pos x="44" y="30"/>
                  </a:cxn>
                  <a:cxn ang="0">
                    <a:pos x="53" y="18"/>
                  </a:cxn>
                  <a:cxn ang="0">
                    <a:pos x="59" y="25"/>
                  </a:cxn>
                </a:cxnLst>
                <a:rect l="0" t="0" r="r" b="b"/>
                <a:pathLst>
                  <a:path w="59" h="55">
                    <a:moveTo>
                      <a:pt x="10" y="37"/>
                    </a:moveTo>
                    <a:cubicBezTo>
                      <a:pt x="4" y="37"/>
                      <a:pt x="0" y="30"/>
                      <a:pt x="0" y="25"/>
                    </a:cubicBezTo>
                    <a:cubicBezTo>
                      <a:pt x="0" y="21"/>
                      <a:pt x="2" y="18"/>
                      <a:pt x="6" y="18"/>
                    </a:cubicBezTo>
                    <a:cubicBezTo>
                      <a:pt x="11" y="18"/>
                      <a:pt x="15" y="25"/>
                      <a:pt x="15" y="30"/>
                    </a:cubicBezTo>
                    <a:cubicBezTo>
                      <a:pt x="15" y="33"/>
                      <a:pt x="14" y="37"/>
                      <a:pt x="10" y="37"/>
                    </a:cubicBezTo>
                    <a:close/>
                    <a:moveTo>
                      <a:pt x="50" y="50"/>
                    </a:moveTo>
                    <a:cubicBezTo>
                      <a:pt x="50" y="54"/>
                      <a:pt x="46" y="55"/>
                      <a:pt x="43" y="55"/>
                    </a:cubicBezTo>
                    <a:cubicBezTo>
                      <a:pt x="38" y="55"/>
                      <a:pt x="34" y="52"/>
                      <a:pt x="29" y="52"/>
                    </a:cubicBezTo>
                    <a:cubicBezTo>
                      <a:pt x="25" y="52"/>
                      <a:pt x="21" y="55"/>
                      <a:pt x="15" y="55"/>
                    </a:cubicBezTo>
                    <a:cubicBezTo>
                      <a:pt x="12" y="55"/>
                      <a:pt x="9" y="54"/>
                      <a:pt x="9" y="50"/>
                    </a:cubicBezTo>
                    <a:cubicBezTo>
                      <a:pt x="9" y="41"/>
                      <a:pt x="21" y="29"/>
                      <a:pt x="29" y="29"/>
                    </a:cubicBezTo>
                    <a:cubicBezTo>
                      <a:pt x="38" y="29"/>
                      <a:pt x="50" y="41"/>
                      <a:pt x="50" y="50"/>
                    </a:cubicBezTo>
                    <a:close/>
                    <a:moveTo>
                      <a:pt x="21" y="21"/>
                    </a:moveTo>
                    <a:cubicBezTo>
                      <a:pt x="15" y="21"/>
                      <a:pt x="12" y="14"/>
                      <a:pt x="12" y="9"/>
                    </a:cubicBezTo>
                    <a:cubicBezTo>
                      <a:pt x="12" y="5"/>
                      <a:pt x="14" y="0"/>
                      <a:pt x="18" y="0"/>
                    </a:cubicBezTo>
                    <a:cubicBezTo>
                      <a:pt x="24" y="0"/>
                      <a:pt x="28" y="8"/>
                      <a:pt x="28" y="13"/>
                    </a:cubicBezTo>
                    <a:cubicBezTo>
                      <a:pt x="28" y="17"/>
                      <a:pt x="26" y="21"/>
                      <a:pt x="21" y="21"/>
                    </a:cubicBezTo>
                    <a:close/>
                    <a:moveTo>
                      <a:pt x="31" y="13"/>
                    </a:moveTo>
                    <a:cubicBezTo>
                      <a:pt x="31" y="8"/>
                      <a:pt x="35" y="0"/>
                      <a:pt x="41" y="0"/>
                    </a:cubicBezTo>
                    <a:cubicBezTo>
                      <a:pt x="45" y="0"/>
                      <a:pt x="47" y="5"/>
                      <a:pt x="47" y="9"/>
                    </a:cubicBezTo>
                    <a:cubicBezTo>
                      <a:pt x="47" y="14"/>
                      <a:pt x="44" y="21"/>
                      <a:pt x="38" y="21"/>
                    </a:cubicBezTo>
                    <a:cubicBezTo>
                      <a:pt x="33" y="21"/>
                      <a:pt x="31" y="17"/>
                      <a:pt x="31" y="13"/>
                    </a:cubicBezTo>
                    <a:close/>
                    <a:moveTo>
                      <a:pt x="59" y="25"/>
                    </a:moveTo>
                    <a:cubicBezTo>
                      <a:pt x="59" y="30"/>
                      <a:pt x="55" y="37"/>
                      <a:pt x="49" y="37"/>
                    </a:cubicBezTo>
                    <a:cubicBezTo>
                      <a:pt x="45" y="37"/>
                      <a:pt x="44" y="33"/>
                      <a:pt x="44" y="30"/>
                    </a:cubicBezTo>
                    <a:cubicBezTo>
                      <a:pt x="44" y="25"/>
                      <a:pt x="48" y="18"/>
                      <a:pt x="53" y="18"/>
                    </a:cubicBezTo>
                    <a:cubicBezTo>
                      <a:pt x="57" y="18"/>
                      <a:pt x="59" y="21"/>
                      <a:pt x="59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" name="Group 89"/>
          <p:cNvGrpSpPr/>
          <p:nvPr/>
        </p:nvGrpSpPr>
        <p:grpSpPr>
          <a:xfrm>
            <a:off x="4575005" y="3194623"/>
            <a:ext cx="3627928" cy="481859"/>
            <a:chOff x="5831273" y="4278292"/>
            <a:chExt cx="4837237" cy="642478"/>
          </a:xfrm>
        </p:grpSpPr>
        <p:grpSp>
          <p:nvGrpSpPr>
            <p:cNvPr id="34" name="Group 67"/>
            <p:cNvGrpSpPr/>
            <p:nvPr/>
          </p:nvGrpSpPr>
          <p:grpSpPr>
            <a:xfrm>
              <a:off x="5831273" y="4294731"/>
              <a:ext cx="609600" cy="609600"/>
              <a:chOff x="5831273" y="5140838"/>
              <a:chExt cx="609600" cy="609600"/>
            </a:xfrm>
          </p:grpSpPr>
          <p:sp>
            <p:nvSpPr>
              <p:cNvPr id="38" name="Oval 68"/>
              <p:cNvSpPr/>
              <p:nvPr/>
            </p:nvSpPr>
            <p:spPr>
              <a:xfrm>
                <a:off x="5831273" y="5140838"/>
                <a:ext cx="609600" cy="609600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4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9" name="Oval 69"/>
              <p:cNvSpPr/>
              <p:nvPr/>
            </p:nvSpPr>
            <p:spPr>
              <a:xfrm>
                <a:off x="5917446" y="5227013"/>
                <a:ext cx="437252" cy="437252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70"/>
            <p:cNvGrpSpPr/>
            <p:nvPr/>
          </p:nvGrpSpPr>
          <p:grpSpPr>
            <a:xfrm>
              <a:off x="6440873" y="4278292"/>
              <a:ext cx="4227637" cy="642478"/>
              <a:chOff x="7284132" y="5074715"/>
              <a:chExt cx="2262955" cy="642478"/>
            </a:xfrm>
          </p:grpSpPr>
          <p:sp>
            <p:nvSpPr>
              <p:cNvPr id="36" name="TextBox 71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میکروسیلیس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7" name="TextBox 72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تخلخل را کم می‌کند؛ گیرش را هم تغییر می‌دهد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" name="Group 90"/>
          <p:cNvGrpSpPr/>
          <p:nvPr/>
        </p:nvGrpSpPr>
        <p:grpSpPr>
          <a:xfrm>
            <a:off x="4575005" y="2523838"/>
            <a:ext cx="3627928" cy="481859"/>
            <a:chOff x="5831273" y="3477735"/>
            <a:chExt cx="4837237" cy="642478"/>
          </a:xfrm>
        </p:grpSpPr>
        <p:grpSp>
          <p:nvGrpSpPr>
            <p:cNvPr id="28" name="Group 64"/>
            <p:cNvGrpSpPr/>
            <p:nvPr/>
          </p:nvGrpSpPr>
          <p:grpSpPr>
            <a:xfrm>
              <a:off x="5831273" y="3494174"/>
              <a:ext cx="609600" cy="609600"/>
              <a:chOff x="5831273" y="4138950"/>
              <a:chExt cx="609600" cy="609600"/>
            </a:xfrm>
          </p:grpSpPr>
          <p:sp>
            <p:nvSpPr>
              <p:cNvPr id="32" name="Oval 65"/>
              <p:cNvSpPr/>
              <p:nvPr/>
            </p:nvSpPr>
            <p:spPr>
              <a:xfrm>
                <a:off x="5831273" y="4138950"/>
                <a:ext cx="609600" cy="609600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3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3" name="Oval 66"/>
              <p:cNvSpPr/>
              <p:nvPr/>
            </p:nvSpPr>
            <p:spPr>
              <a:xfrm>
                <a:off x="5917446" y="4225125"/>
                <a:ext cx="437252" cy="43725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9" name="Group 73"/>
            <p:cNvGrpSpPr/>
            <p:nvPr/>
          </p:nvGrpSpPr>
          <p:grpSpPr>
            <a:xfrm>
              <a:off x="6440873" y="3477735"/>
              <a:ext cx="4227637" cy="642478"/>
              <a:chOff x="7284132" y="5074715"/>
              <a:chExt cx="2262955" cy="642478"/>
            </a:xfrm>
          </p:grpSpPr>
          <p:sp>
            <p:nvSpPr>
              <p:cNvPr id="30" name="TextBox 74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آلومینای فعال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1" name="TextBox 75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جوانه‌زنی و استحکام اولیه را افزایش می‌دهد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Group 91"/>
          <p:cNvGrpSpPr/>
          <p:nvPr/>
        </p:nvGrpSpPr>
        <p:grpSpPr>
          <a:xfrm>
            <a:off x="4575005" y="1853053"/>
            <a:ext cx="3627928" cy="481859"/>
            <a:chOff x="5831273" y="2307867"/>
            <a:chExt cx="4837237" cy="642478"/>
          </a:xfrm>
        </p:grpSpPr>
        <p:grpSp>
          <p:nvGrpSpPr>
            <p:cNvPr id="22" name="Group 61"/>
            <p:cNvGrpSpPr/>
            <p:nvPr/>
          </p:nvGrpSpPr>
          <p:grpSpPr>
            <a:xfrm>
              <a:off x="5831273" y="2324306"/>
              <a:ext cx="609600" cy="609600"/>
              <a:chOff x="5831273" y="3137061"/>
              <a:chExt cx="609600" cy="609600"/>
            </a:xfrm>
          </p:grpSpPr>
          <p:sp>
            <p:nvSpPr>
              <p:cNvPr id="26" name="Oval 62"/>
              <p:cNvSpPr/>
              <p:nvPr/>
            </p:nvSpPr>
            <p:spPr>
              <a:xfrm>
                <a:off x="5831273" y="3137061"/>
                <a:ext cx="609600" cy="609600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accent2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7" name="Oval 63"/>
              <p:cNvSpPr/>
              <p:nvPr/>
            </p:nvSpPr>
            <p:spPr>
              <a:xfrm>
                <a:off x="5917446" y="3223236"/>
                <a:ext cx="437252" cy="43725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Group 76"/>
            <p:cNvGrpSpPr/>
            <p:nvPr/>
          </p:nvGrpSpPr>
          <p:grpSpPr>
            <a:xfrm>
              <a:off x="6440873" y="2307867"/>
              <a:ext cx="4227637" cy="642478"/>
              <a:chOff x="7284132" y="5074715"/>
              <a:chExt cx="2262955" cy="642478"/>
            </a:xfrm>
          </p:grpSpPr>
          <p:sp>
            <p:nvSpPr>
              <p:cNvPr id="24" name="TextBox 77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دو محیط سنتز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5" name="TextBox 78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ماینیت اکسیدی و احیایی، هیدراتاسیون متفاوتی دارند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" name="Group 92"/>
          <p:cNvGrpSpPr/>
          <p:nvPr/>
        </p:nvGrpSpPr>
        <p:grpSpPr>
          <a:xfrm>
            <a:off x="4575005" y="1182268"/>
            <a:ext cx="3627928" cy="481859"/>
            <a:chOff x="5831273" y="1576357"/>
            <a:chExt cx="4837237" cy="642478"/>
          </a:xfrm>
        </p:grpSpPr>
        <p:grpSp>
          <p:nvGrpSpPr>
            <p:cNvPr id="16" name="Group 58"/>
            <p:cNvGrpSpPr/>
            <p:nvPr/>
          </p:nvGrpSpPr>
          <p:grpSpPr>
            <a:xfrm>
              <a:off x="5831273" y="1592796"/>
              <a:ext cx="609600" cy="609600"/>
              <a:chOff x="5831273" y="2135171"/>
              <a:chExt cx="609600" cy="609600"/>
            </a:xfrm>
          </p:grpSpPr>
          <p:sp>
            <p:nvSpPr>
              <p:cNvPr id="20" name="Oval 59"/>
              <p:cNvSpPr/>
              <p:nvPr/>
            </p:nvSpPr>
            <p:spPr>
              <a:xfrm>
                <a:off x="5831273" y="2135171"/>
                <a:ext cx="609600" cy="609600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1" name="Oval 60"/>
              <p:cNvSpPr/>
              <p:nvPr/>
            </p:nvSpPr>
            <p:spPr>
              <a:xfrm>
                <a:off x="5917446" y="2221346"/>
                <a:ext cx="437252" cy="43725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Group 79"/>
            <p:cNvGrpSpPr/>
            <p:nvPr/>
          </p:nvGrpSpPr>
          <p:grpSpPr>
            <a:xfrm>
              <a:off x="6440873" y="1576357"/>
              <a:ext cx="4227637" cy="642478"/>
              <a:chOff x="7284132" y="5074715"/>
              <a:chExt cx="2262955" cy="642478"/>
            </a:xfrm>
          </p:grpSpPr>
          <p:sp>
            <p:nvSpPr>
              <p:cNvPr id="18" name="TextBox 80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ماینیت و گیرش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9" name="TextBox 81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ماینیت، زمان گیرش جرم HAC70 را کاهش می‌دهد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" name="Group 88"/>
          <p:cNvGrpSpPr/>
          <p:nvPr/>
        </p:nvGrpSpPr>
        <p:grpSpPr>
          <a:xfrm>
            <a:off x="4575005" y="3865407"/>
            <a:ext cx="3627928" cy="481859"/>
            <a:chOff x="5831273" y="5153876"/>
            <a:chExt cx="4837237" cy="642478"/>
          </a:xfrm>
        </p:grpSpPr>
        <p:grpSp>
          <p:nvGrpSpPr>
            <p:cNvPr id="10" name="Group 82"/>
            <p:cNvGrpSpPr/>
            <p:nvPr/>
          </p:nvGrpSpPr>
          <p:grpSpPr>
            <a:xfrm>
              <a:off x="5831273" y="5170315"/>
              <a:ext cx="609600" cy="609600"/>
              <a:chOff x="5831273" y="5140838"/>
              <a:chExt cx="609600" cy="609600"/>
            </a:xfrm>
          </p:grpSpPr>
          <p:sp>
            <p:nvSpPr>
              <p:cNvPr id="14" name="Oval 83"/>
              <p:cNvSpPr/>
              <p:nvPr/>
            </p:nvSpPr>
            <p:spPr>
              <a:xfrm>
                <a:off x="5831273" y="5140838"/>
                <a:ext cx="609600" cy="609600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accent5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5">
                        <a:lumMod val="100000"/>
                      </a:schemeClr>
                    </a:solidFill>
                  </a14:hiddenFill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5" name="Oval 84"/>
              <p:cNvSpPr/>
              <p:nvPr/>
            </p:nvSpPr>
            <p:spPr>
              <a:xfrm>
                <a:off x="5917446" y="5227013"/>
                <a:ext cx="437252" cy="437252"/>
              </a:xfrm>
              <a:prstGeom prst="ellipse">
                <a:avLst/>
              </a:prstGeom>
              <a:solidFill>
                <a:schemeClr val="accent5">
                  <a:lumMod val="100000"/>
                </a:schemeClr>
              </a:solidFill>
              <a:ln w="1270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5">
                        <a:lumMod val="10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85"/>
            <p:cNvGrpSpPr/>
            <p:nvPr/>
          </p:nvGrpSpPr>
          <p:grpSpPr>
            <a:xfrm>
              <a:off x="6440873" y="5153876"/>
              <a:ext cx="4227637" cy="642478"/>
              <a:chOff x="7284132" y="5074715"/>
              <a:chExt cx="2262955" cy="642478"/>
            </a:xfrm>
          </p:grpSpPr>
          <p:sp>
            <p:nvSpPr>
              <p:cNvPr id="12" name="TextBox 86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اثر ترکیبی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TextBox 87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لزوماً برابر جمع اثرهای منفرد نیست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sp>
        <p:nvSpPr>
          <p:cNvPr id="7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rPr>
              <a:t>فرضیه‌های پژوهش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j-lt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21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29124" y="1320718"/>
            <a:ext cx="2200912" cy="2853883"/>
            <a:chOff x="3529124" y="1320718"/>
            <a:chExt cx="2200912" cy="2853883"/>
          </a:xfrm>
        </p:grpSpPr>
        <p:grpSp>
          <p:nvGrpSpPr>
            <p:cNvPr id="4" name="Group 1"/>
            <p:cNvGrpSpPr/>
            <p:nvPr/>
          </p:nvGrpSpPr>
          <p:grpSpPr>
            <a:xfrm rot="20615408">
              <a:off x="3529124" y="1320718"/>
              <a:ext cx="2200912" cy="2853883"/>
              <a:chOff x="4722996" y="2167445"/>
              <a:chExt cx="2934549" cy="3805177"/>
            </a:xfrm>
          </p:grpSpPr>
          <p:sp>
            <p:nvSpPr>
              <p:cNvPr id="24" name="Freeform: Shape 3"/>
              <p:cNvSpPr>
                <a:spLocks/>
              </p:cNvSpPr>
              <p:nvPr/>
            </p:nvSpPr>
            <p:spPr bwMode="gray">
              <a:xfrm flipH="1">
                <a:off x="4722996" y="4779331"/>
                <a:ext cx="2161276" cy="675920"/>
              </a:xfrm>
              <a:custGeom>
                <a:avLst/>
                <a:gdLst>
                  <a:gd name="T0" fmla="*/ 1405 w 1717"/>
                  <a:gd name="T1" fmla="*/ 102 h 484"/>
                  <a:gd name="T2" fmla="*/ 1540 w 1717"/>
                  <a:gd name="T3" fmla="*/ 395 h 484"/>
                  <a:gd name="T4" fmla="*/ 1472 w 1717"/>
                  <a:gd name="T5" fmla="*/ 369 h 484"/>
                  <a:gd name="T6" fmla="*/ 1373 w 1717"/>
                  <a:gd name="T7" fmla="*/ 403 h 484"/>
                  <a:gd name="T8" fmla="*/ 1274 w 1717"/>
                  <a:gd name="T9" fmla="*/ 433 h 484"/>
                  <a:gd name="T10" fmla="*/ 1160 w 1717"/>
                  <a:gd name="T11" fmla="*/ 458 h 484"/>
                  <a:gd name="T12" fmla="*/ 1062 w 1717"/>
                  <a:gd name="T13" fmla="*/ 472 h 484"/>
                  <a:gd name="T14" fmla="*/ 968 w 1717"/>
                  <a:gd name="T15" fmla="*/ 479 h 484"/>
                  <a:gd name="T16" fmla="*/ 872 w 1717"/>
                  <a:gd name="T17" fmla="*/ 479 h 484"/>
                  <a:gd name="T18" fmla="*/ 766 w 1717"/>
                  <a:gd name="T19" fmla="*/ 468 h 484"/>
                  <a:gd name="T20" fmla="*/ 634 w 1717"/>
                  <a:gd name="T21" fmla="*/ 439 h 484"/>
                  <a:gd name="T22" fmla="*/ 524 w 1717"/>
                  <a:gd name="T23" fmla="*/ 407 h 484"/>
                  <a:gd name="T24" fmla="*/ 435 w 1717"/>
                  <a:gd name="T25" fmla="*/ 373 h 484"/>
                  <a:gd name="T26" fmla="*/ 344 w 1717"/>
                  <a:gd name="T27" fmla="*/ 326 h 484"/>
                  <a:gd name="T28" fmla="*/ 242 w 1717"/>
                  <a:gd name="T29" fmla="*/ 256 h 484"/>
                  <a:gd name="T30" fmla="*/ 157 w 1717"/>
                  <a:gd name="T31" fmla="*/ 186 h 484"/>
                  <a:gd name="T32" fmla="*/ 102 w 1717"/>
                  <a:gd name="T33" fmla="*/ 132 h 484"/>
                  <a:gd name="T34" fmla="*/ 0 w 1717"/>
                  <a:gd name="T35" fmla="*/ 0 h 484"/>
                  <a:gd name="T36" fmla="*/ 135 w 1717"/>
                  <a:gd name="T37" fmla="*/ 124 h 484"/>
                  <a:gd name="T38" fmla="*/ 219 w 1717"/>
                  <a:gd name="T39" fmla="*/ 186 h 484"/>
                  <a:gd name="T40" fmla="*/ 307 w 1717"/>
                  <a:gd name="T41" fmla="*/ 231 h 484"/>
                  <a:gd name="T42" fmla="*/ 395 w 1717"/>
                  <a:gd name="T43" fmla="*/ 267 h 484"/>
                  <a:gd name="T44" fmla="*/ 487 w 1717"/>
                  <a:gd name="T45" fmla="*/ 293 h 484"/>
                  <a:gd name="T46" fmla="*/ 571 w 1717"/>
                  <a:gd name="T47" fmla="*/ 309 h 484"/>
                  <a:gd name="T48" fmla="*/ 673 w 1717"/>
                  <a:gd name="T49" fmla="*/ 318 h 484"/>
                  <a:gd name="T50" fmla="*/ 766 w 1717"/>
                  <a:gd name="T51" fmla="*/ 318 h 484"/>
                  <a:gd name="T52" fmla="*/ 890 w 1717"/>
                  <a:gd name="T53" fmla="*/ 311 h 484"/>
                  <a:gd name="T54" fmla="*/ 1000 w 1717"/>
                  <a:gd name="T55" fmla="*/ 296 h 484"/>
                  <a:gd name="T56" fmla="*/ 1106 w 1717"/>
                  <a:gd name="T57" fmla="*/ 274 h 484"/>
                  <a:gd name="T58" fmla="*/ 1212 w 1717"/>
                  <a:gd name="T59" fmla="*/ 245 h 484"/>
                  <a:gd name="T60" fmla="*/ 1318 w 1717"/>
                  <a:gd name="T61" fmla="*/ 209 h 484"/>
                  <a:gd name="T62" fmla="*/ 1427 w 1717"/>
                  <a:gd name="T63" fmla="*/ 153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17" h="484">
                    <a:moveTo>
                      <a:pt x="1427" y="153"/>
                    </a:moveTo>
                    <a:lnTo>
                      <a:pt x="1405" y="102"/>
                    </a:lnTo>
                    <a:lnTo>
                      <a:pt x="1716" y="132"/>
                    </a:lnTo>
                    <a:lnTo>
                      <a:pt x="1540" y="395"/>
                    </a:lnTo>
                    <a:lnTo>
                      <a:pt x="1519" y="344"/>
                    </a:lnTo>
                    <a:lnTo>
                      <a:pt x="1472" y="369"/>
                    </a:lnTo>
                    <a:lnTo>
                      <a:pt x="1413" y="391"/>
                    </a:lnTo>
                    <a:lnTo>
                      <a:pt x="1373" y="403"/>
                    </a:lnTo>
                    <a:lnTo>
                      <a:pt x="1328" y="418"/>
                    </a:lnTo>
                    <a:lnTo>
                      <a:pt x="1274" y="433"/>
                    </a:lnTo>
                    <a:lnTo>
                      <a:pt x="1219" y="447"/>
                    </a:lnTo>
                    <a:lnTo>
                      <a:pt x="1160" y="458"/>
                    </a:lnTo>
                    <a:lnTo>
                      <a:pt x="1117" y="464"/>
                    </a:lnTo>
                    <a:lnTo>
                      <a:pt x="1062" y="472"/>
                    </a:lnTo>
                    <a:lnTo>
                      <a:pt x="1007" y="479"/>
                    </a:lnTo>
                    <a:lnTo>
                      <a:pt x="968" y="479"/>
                    </a:lnTo>
                    <a:lnTo>
                      <a:pt x="916" y="483"/>
                    </a:lnTo>
                    <a:lnTo>
                      <a:pt x="872" y="479"/>
                    </a:lnTo>
                    <a:lnTo>
                      <a:pt x="817" y="475"/>
                    </a:lnTo>
                    <a:lnTo>
                      <a:pt x="766" y="468"/>
                    </a:lnTo>
                    <a:lnTo>
                      <a:pt x="701" y="453"/>
                    </a:lnTo>
                    <a:lnTo>
                      <a:pt x="634" y="439"/>
                    </a:lnTo>
                    <a:lnTo>
                      <a:pt x="576" y="424"/>
                    </a:lnTo>
                    <a:lnTo>
                      <a:pt x="524" y="407"/>
                    </a:lnTo>
                    <a:lnTo>
                      <a:pt x="476" y="391"/>
                    </a:lnTo>
                    <a:lnTo>
                      <a:pt x="435" y="373"/>
                    </a:lnTo>
                    <a:lnTo>
                      <a:pt x="384" y="349"/>
                    </a:lnTo>
                    <a:lnTo>
                      <a:pt x="344" y="326"/>
                    </a:lnTo>
                    <a:lnTo>
                      <a:pt x="293" y="293"/>
                    </a:lnTo>
                    <a:lnTo>
                      <a:pt x="242" y="256"/>
                    </a:lnTo>
                    <a:lnTo>
                      <a:pt x="205" y="226"/>
                    </a:lnTo>
                    <a:lnTo>
                      <a:pt x="157" y="186"/>
                    </a:lnTo>
                    <a:lnTo>
                      <a:pt x="124" y="158"/>
                    </a:lnTo>
                    <a:lnTo>
                      <a:pt x="102" y="132"/>
                    </a:lnTo>
                    <a:lnTo>
                      <a:pt x="62" y="88"/>
                    </a:lnTo>
                    <a:lnTo>
                      <a:pt x="0" y="0"/>
                    </a:lnTo>
                    <a:lnTo>
                      <a:pt x="91" y="88"/>
                    </a:lnTo>
                    <a:lnTo>
                      <a:pt x="135" y="124"/>
                    </a:lnTo>
                    <a:lnTo>
                      <a:pt x="175" y="158"/>
                    </a:lnTo>
                    <a:lnTo>
                      <a:pt x="219" y="186"/>
                    </a:lnTo>
                    <a:lnTo>
                      <a:pt x="263" y="209"/>
                    </a:lnTo>
                    <a:lnTo>
                      <a:pt x="307" y="231"/>
                    </a:lnTo>
                    <a:lnTo>
                      <a:pt x="355" y="253"/>
                    </a:lnTo>
                    <a:lnTo>
                      <a:pt x="395" y="267"/>
                    </a:lnTo>
                    <a:lnTo>
                      <a:pt x="439" y="282"/>
                    </a:lnTo>
                    <a:lnTo>
                      <a:pt x="487" y="293"/>
                    </a:lnTo>
                    <a:lnTo>
                      <a:pt x="534" y="301"/>
                    </a:lnTo>
                    <a:lnTo>
                      <a:pt x="571" y="309"/>
                    </a:lnTo>
                    <a:lnTo>
                      <a:pt x="622" y="312"/>
                    </a:lnTo>
                    <a:lnTo>
                      <a:pt x="673" y="318"/>
                    </a:lnTo>
                    <a:lnTo>
                      <a:pt x="718" y="318"/>
                    </a:lnTo>
                    <a:lnTo>
                      <a:pt x="766" y="318"/>
                    </a:lnTo>
                    <a:lnTo>
                      <a:pt x="828" y="318"/>
                    </a:lnTo>
                    <a:lnTo>
                      <a:pt x="890" y="311"/>
                    </a:lnTo>
                    <a:lnTo>
                      <a:pt x="949" y="304"/>
                    </a:lnTo>
                    <a:lnTo>
                      <a:pt x="1000" y="296"/>
                    </a:lnTo>
                    <a:lnTo>
                      <a:pt x="1058" y="285"/>
                    </a:lnTo>
                    <a:lnTo>
                      <a:pt x="1106" y="274"/>
                    </a:lnTo>
                    <a:lnTo>
                      <a:pt x="1156" y="260"/>
                    </a:lnTo>
                    <a:lnTo>
                      <a:pt x="1212" y="245"/>
                    </a:lnTo>
                    <a:lnTo>
                      <a:pt x="1259" y="231"/>
                    </a:lnTo>
                    <a:lnTo>
                      <a:pt x="1318" y="209"/>
                    </a:lnTo>
                    <a:lnTo>
                      <a:pt x="1362" y="190"/>
                    </a:lnTo>
                    <a:lnTo>
                      <a:pt x="1427" y="153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5" name="Freeform: Shape 4"/>
              <p:cNvSpPr>
                <a:spLocks/>
              </p:cNvSpPr>
              <p:nvPr/>
            </p:nvSpPr>
            <p:spPr bwMode="gray">
              <a:xfrm rot="18000000" flipH="1">
                <a:off x="5756352" y="4555415"/>
                <a:ext cx="2159883" cy="674531"/>
              </a:xfrm>
              <a:custGeom>
                <a:avLst/>
                <a:gdLst>
                  <a:gd name="T0" fmla="*/ 1405 w 1717"/>
                  <a:gd name="T1" fmla="*/ 102 h 484"/>
                  <a:gd name="T2" fmla="*/ 1540 w 1717"/>
                  <a:gd name="T3" fmla="*/ 395 h 484"/>
                  <a:gd name="T4" fmla="*/ 1472 w 1717"/>
                  <a:gd name="T5" fmla="*/ 369 h 484"/>
                  <a:gd name="T6" fmla="*/ 1373 w 1717"/>
                  <a:gd name="T7" fmla="*/ 403 h 484"/>
                  <a:gd name="T8" fmla="*/ 1274 w 1717"/>
                  <a:gd name="T9" fmla="*/ 433 h 484"/>
                  <a:gd name="T10" fmla="*/ 1160 w 1717"/>
                  <a:gd name="T11" fmla="*/ 458 h 484"/>
                  <a:gd name="T12" fmla="*/ 1062 w 1717"/>
                  <a:gd name="T13" fmla="*/ 472 h 484"/>
                  <a:gd name="T14" fmla="*/ 968 w 1717"/>
                  <a:gd name="T15" fmla="*/ 479 h 484"/>
                  <a:gd name="T16" fmla="*/ 872 w 1717"/>
                  <a:gd name="T17" fmla="*/ 479 h 484"/>
                  <a:gd name="T18" fmla="*/ 766 w 1717"/>
                  <a:gd name="T19" fmla="*/ 468 h 484"/>
                  <a:gd name="T20" fmla="*/ 634 w 1717"/>
                  <a:gd name="T21" fmla="*/ 439 h 484"/>
                  <a:gd name="T22" fmla="*/ 524 w 1717"/>
                  <a:gd name="T23" fmla="*/ 407 h 484"/>
                  <a:gd name="T24" fmla="*/ 435 w 1717"/>
                  <a:gd name="T25" fmla="*/ 373 h 484"/>
                  <a:gd name="T26" fmla="*/ 344 w 1717"/>
                  <a:gd name="T27" fmla="*/ 326 h 484"/>
                  <a:gd name="T28" fmla="*/ 242 w 1717"/>
                  <a:gd name="T29" fmla="*/ 256 h 484"/>
                  <a:gd name="T30" fmla="*/ 157 w 1717"/>
                  <a:gd name="T31" fmla="*/ 186 h 484"/>
                  <a:gd name="T32" fmla="*/ 102 w 1717"/>
                  <a:gd name="T33" fmla="*/ 132 h 484"/>
                  <a:gd name="T34" fmla="*/ 0 w 1717"/>
                  <a:gd name="T35" fmla="*/ 0 h 484"/>
                  <a:gd name="T36" fmla="*/ 135 w 1717"/>
                  <a:gd name="T37" fmla="*/ 124 h 484"/>
                  <a:gd name="T38" fmla="*/ 219 w 1717"/>
                  <a:gd name="T39" fmla="*/ 186 h 484"/>
                  <a:gd name="T40" fmla="*/ 307 w 1717"/>
                  <a:gd name="T41" fmla="*/ 231 h 484"/>
                  <a:gd name="T42" fmla="*/ 395 w 1717"/>
                  <a:gd name="T43" fmla="*/ 267 h 484"/>
                  <a:gd name="T44" fmla="*/ 487 w 1717"/>
                  <a:gd name="T45" fmla="*/ 293 h 484"/>
                  <a:gd name="T46" fmla="*/ 571 w 1717"/>
                  <a:gd name="T47" fmla="*/ 309 h 484"/>
                  <a:gd name="T48" fmla="*/ 673 w 1717"/>
                  <a:gd name="T49" fmla="*/ 318 h 484"/>
                  <a:gd name="T50" fmla="*/ 766 w 1717"/>
                  <a:gd name="T51" fmla="*/ 318 h 484"/>
                  <a:gd name="T52" fmla="*/ 890 w 1717"/>
                  <a:gd name="T53" fmla="*/ 311 h 484"/>
                  <a:gd name="T54" fmla="*/ 1000 w 1717"/>
                  <a:gd name="T55" fmla="*/ 296 h 484"/>
                  <a:gd name="T56" fmla="*/ 1106 w 1717"/>
                  <a:gd name="T57" fmla="*/ 274 h 484"/>
                  <a:gd name="T58" fmla="*/ 1212 w 1717"/>
                  <a:gd name="T59" fmla="*/ 245 h 484"/>
                  <a:gd name="T60" fmla="*/ 1318 w 1717"/>
                  <a:gd name="T61" fmla="*/ 209 h 484"/>
                  <a:gd name="T62" fmla="*/ 1427 w 1717"/>
                  <a:gd name="T63" fmla="*/ 153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17" h="484">
                    <a:moveTo>
                      <a:pt x="1427" y="153"/>
                    </a:moveTo>
                    <a:lnTo>
                      <a:pt x="1405" y="102"/>
                    </a:lnTo>
                    <a:lnTo>
                      <a:pt x="1716" y="132"/>
                    </a:lnTo>
                    <a:lnTo>
                      <a:pt x="1540" y="395"/>
                    </a:lnTo>
                    <a:lnTo>
                      <a:pt x="1519" y="344"/>
                    </a:lnTo>
                    <a:lnTo>
                      <a:pt x="1472" y="369"/>
                    </a:lnTo>
                    <a:lnTo>
                      <a:pt x="1413" y="391"/>
                    </a:lnTo>
                    <a:lnTo>
                      <a:pt x="1373" y="403"/>
                    </a:lnTo>
                    <a:lnTo>
                      <a:pt x="1328" y="418"/>
                    </a:lnTo>
                    <a:lnTo>
                      <a:pt x="1274" y="433"/>
                    </a:lnTo>
                    <a:lnTo>
                      <a:pt x="1219" y="447"/>
                    </a:lnTo>
                    <a:lnTo>
                      <a:pt x="1160" y="458"/>
                    </a:lnTo>
                    <a:lnTo>
                      <a:pt x="1117" y="464"/>
                    </a:lnTo>
                    <a:lnTo>
                      <a:pt x="1062" y="472"/>
                    </a:lnTo>
                    <a:lnTo>
                      <a:pt x="1007" y="479"/>
                    </a:lnTo>
                    <a:lnTo>
                      <a:pt x="968" y="479"/>
                    </a:lnTo>
                    <a:lnTo>
                      <a:pt x="916" y="483"/>
                    </a:lnTo>
                    <a:lnTo>
                      <a:pt x="872" y="479"/>
                    </a:lnTo>
                    <a:lnTo>
                      <a:pt x="817" y="475"/>
                    </a:lnTo>
                    <a:lnTo>
                      <a:pt x="766" y="468"/>
                    </a:lnTo>
                    <a:lnTo>
                      <a:pt x="701" y="453"/>
                    </a:lnTo>
                    <a:lnTo>
                      <a:pt x="634" y="439"/>
                    </a:lnTo>
                    <a:lnTo>
                      <a:pt x="576" y="424"/>
                    </a:lnTo>
                    <a:lnTo>
                      <a:pt x="524" y="407"/>
                    </a:lnTo>
                    <a:lnTo>
                      <a:pt x="476" y="391"/>
                    </a:lnTo>
                    <a:lnTo>
                      <a:pt x="435" y="373"/>
                    </a:lnTo>
                    <a:lnTo>
                      <a:pt x="384" y="349"/>
                    </a:lnTo>
                    <a:lnTo>
                      <a:pt x="344" y="326"/>
                    </a:lnTo>
                    <a:lnTo>
                      <a:pt x="293" y="293"/>
                    </a:lnTo>
                    <a:lnTo>
                      <a:pt x="242" y="256"/>
                    </a:lnTo>
                    <a:lnTo>
                      <a:pt x="205" y="226"/>
                    </a:lnTo>
                    <a:lnTo>
                      <a:pt x="157" y="186"/>
                    </a:lnTo>
                    <a:lnTo>
                      <a:pt x="124" y="158"/>
                    </a:lnTo>
                    <a:lnTo>
                      <a:pt x="102" y="132"/>
                    </a:lnTo>
                    <a:lnTo>
                      <a:pt x="62" y="88"/>
                    </a:lnTo>
                    <a:lnTo>
                      <a:pt x="0" y="0"/>
                    </a:lnTo>
                    <a:lnTo>
                      <a:pt x="91" y="88"/>
                    </a:lnTo>
                    <a:lnTo>
                      <a:pt x="135" y="124"/>
                    </a:lnTo>
                    <a:lnTo>
                      <a:pt x="175" y="158"/>
                    </a:lnTo>
                    <a:lnTo>
                      <a:pt x="219" y="186"/>
                    </a:lnTo>
                    <a:lnTo>
                      <a:pt x="263" y="209"/>
                    </a:lnTo>
                    <a:lnTo>
                      <a:pt x="307" y="231"/>
                    </a:lnTo>
                    <a:lnTo>
                      <a:pt x="355" y="253"/>
                    </a:lnTo>
                    <a:lnTo>
                      <a:pt x="395" y="267"/>
                    </a:lnTo>
                    <a:lnTo>
                      <a:pt x="439" y="282"/>
                    </a:lnTo>
                    <a:lnTo>
                      <a:pt x="487" y="293"/>
                    </a:lnTo>
                    <a:lnTo>
                      <a:pt x="534" y="301"/>
                    </a:lnTo>
                    <a:lnTo>
                      <a:pt x="571" y="309"/>
                    </a:lnTo>
                    <a:lnTo>
                      <a:pt x="622" y="312"/>
                    </a:lnTo>
                    <a:lnTo>
                      <a:pt x="673" y="318"/>
                    </a:lnTo>
                    <a:lnTo>
                      <a:pt x="718" y="318"/>
                    </a:lnTo>
                    <a:lnTo>
                      <a:pt x="766" y="318"/>
                    </a:lnTo>
                    <a:lnTo>
                      <a:pt x="828" y="318"/>
                    </a:lnTo>
                    <a:lnTo>
                      <a:pt x="890" y="311"/>
                    </a:lnTo>
                    <a:lnTo>
                      <a:pt x="949" y="304"/>
                    </a:lnTo>
                    <a:lnTo>
                      <a:pt x="1000" y="296"/>
                    </a:lnTo>
                    <a:lnTo>
                      <a:pt x="1058" y="285"/>
                    </a:lnTo>
                    <a:lnTo>
                      <a:pt x="1106" y="274"/>
                    </a:lnTo>
                    <a:lnTo>
                      <a:pt x="1156" y="260"/>
                    </a:lnTo>
                    <a:lnTo>
                      <a:pt x="1212" y="245"/>
                    </a:lnTo>
                    <a:lnTo>
                      <a:pt x="1259" y="231"/>
                    </a:lnTo>
                    <a:lnTo>
                      <a:pt x="1318" y="209"/>
                    </a:lnTo>
                    <a:lnTo>
                      <a:pt x="1362" y="190"/>
                    </a:lnTo>
                    <a:lnTo>
                      <a:pt x="1427" y="153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6" name="Freeform: Shape 5"/>
              <p:cNvSpPr>
                <a:spLocks/>
              </p:cNvSpPr>
              <p:nvPr/>
            </p:nvSpPr>
            <p:spPr bwMode="gray">
              <a:xfrm rot="14400000" flipH="1">
                <a:off x="6044237" y="3416364"/>
                <a:ext cx="2159884" cy="674529"/>
              </a:xfrm>
              <a:custGeom>
                <a:avLst/>
                <a:gdLst>
                  <a:gd name="T0" fmla="*/ 1405 w 1717"/>
                  <a:gd name="T1" fmla="*/ 102 h 484"/>
                  <a:gd name="T2" fmla="*/ 1540 w 1717"/>
                  <a:gd name="T3" fmla="*/ 395 h 484"/>
                  <a:gd name="T4" fmla="*/ 1472 w 1717"/>
                  <a:gd name="T5" fmla="*/ 369 h 484"/>
                  <a:gd name="T6" fmla="*/ 1373 w 1717"/>
                  <a:gd name="T7" fmla="*/ 403 h 484"/>
                  <a:gd name="T8" fmla="*/ 1274 w 1717"/>
                  <a:gd name="T9" fmla="*/ 433 h 484"/>
                  <a:gd name="T10" fmla="*/ 1160 w 1717"/>
                  <a:gd name="T11" fmla="*/ 458 h 484"/>
                  <a:gd name="T12" fmla="*/ 1062 w 1717"/>
                  <a:gd name="T13" fmla="*/ 472 h 484"/>
                  <a:gd name="T14" fmla="*/ 968 w 1717"/>
                  <a:gd name="T15" fmla="*/ 479 h 484"/>
                  <a:gd name="T16" fmla="*/ 872 w 1717"/>
                  <a:gd name="T17" fmla="*/ 479 h 484"/>
                  <a:gd name="T18" fmla="*/ 766 w 1717"/>
                  <a:gd name="T19" fmla="*/ 468 h 484"/>
                  <a:gd name="T20" fmla="*/ 634 w 1717"/>
                  <a:gd name="T21" fmla="*/ 439 h 484"/>
                  <a:gd name="T22" fmla="*/ 524 w 1717"/>
                  <a:gd name="T23" fmla="*/ 407 h 484"/>
                  <a:gd name="T24" fmla="*/ 435 w 1717"/>
                  <a:gd name="T25" fmla="*/ 373 h 484"/>
                  <a:gd name="T26" fmla="*/ 344 w 1717"/>
                  <a:gd name="T27" fmla="*/ 326 h 484"/>
                  <a:gd name="T28" fmla="*/ 242 w 1717"/>
                  <a:gd name="T29" fmla="*/ 256 h 484"/>
                  <a:gd name="T30" fmla="*/ 157 w 1717"/>
                  <a:gd name="T31" fmla="*/ 186 h 484"/>
                  <a:gd name="T32" fmla="*/ 102 w 1717"/>
                  <a:gd name="T33" fmla="*/ 132 h 484"/>
                  <a:gd name="T34" fmla="*/ 0 w 1717"/>
                  <a:gd name="T35" fmla="*/ 0 h 484"/>
                  <a:gd name="T36" fmla="*/ 135 w 1717"/>
                  <a:gd name="T37" fmla="*/ 124 h 484"/>
                  <a:gd name="T38" fmla="*/ 219 w 1717"/>
                  <a:gd name="T39" fmla="*/ 186 h 484"/>
                  <a:gd name="T40" fmla="*/ 307 w 1717"/>
                  <a:gd name="T41" fmla="*/ 231 h 484"/>
                  <a:gd name="T42" fmla="*/ 395 w 1717"/>
                  <a:gd name="T43" fmla="*/ 267 h 484"/>
                  <a:gd name="T44" fmla="*/ 487 w 1717"/>
                  <a:gd name="T45" fmla="*/ 293 h 484"/>
                  <a:gd name="T46" fmla="*/ 571 w 1717"/>
                  <a:gd name="T47" fmla="*/ 309 h 484"/>
                  <a:gd name="T48" fmla="*/ 673 w 1717"/>
                  <a:gd name="T49" fmla="*/ 318 h 484"/>
                  <a:gd name="T50" fmla="*/ 766 w 1717"/>
                  <a:gd name="T51" fmla="*/ 318 h 484"/>
                  <a:gd name="T52" fmla="*/ 890 w 1717"/>
                  <a:gd name="T53" fmla="*/ 311 h 484"/>
                  <a:gd name="T54" fmla="*/ 1000 w 1717"/>
                  <a:gd name="T55" fmla="*/ 296 h 484"/>
                  <a:gd name="T56" fmla="*/ 1106 w 1717"/>
                  <a:gd name="T57" fmla="*/ 274 h 484"/>
                  <a:gd name="T58" fmla="*/ 1212 w 1717"/>
                  <a:gd name="T59" fmla="*/ 245 h 484"/>
                  <a:gd name="T60" fmla="*/ 1318 w 1717"/>
                  <a:gd name="T61" fmla="*/ 209 h 484"/>
                  <a:gd name="T62" fmla="*/ 1427 w 1717"/>
                  <a:gd name="T63" fmla="*/ 153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17" h="484">
                    <a:moveTo>
                      <a:pt x="1427" y="153"/>
                    </a:moveTo>
                    <a:lnTo>
                      <a:pt x="1405" y="102"/>
                    </a:lnTo>
                    <a:lnTo>
                      <a:pt x="1716" y="132"/>
                    </a:lnTo>
                    <a:lnTo>
                      <a:pt x="1540" y="395"/>
                    </a:lnTo>
                    <a:lnTo>
                      <a:pt x="1519" y="344"/>
                    </a:lnTo>
                    <a:lnTo>
                      <a:pt x="1472" y="369"/>
                    </a:lnTo>
                    <a:lnTo>
                      <a:pt x="1413" y="391"/>
                    </a:lnTo>
                    <a:lnTo>
                      <a:pt x="1373" y="403"/>
                    </a:lnTo>
                    <a:lnTo>
                      <a:pt x="1328" y="418"/>
                    </a:lnTo>
                    <a:lnTo>
                      <a:pt x="1274" y="433"/>
                    </a:lnTo>
                    <a:lnTo>
                      <a:pt x="1219" y="447"/>
                    </a:lnTo>
                    <a:lnTo>
                      <a:pt x="1160" y="458"/>
                    </a:lnTo>
                    <a:lnTo>
                      <a:pt x="1117" y="464"/>
                    </a:lnTo>
                    <a:lnTo>
                      <a:pt x="1062" y="472"/>
                    </a:lnTo>
                    <a:lnTo>
                      <a:pt x="1007" y="479"/>
                    </a:lnTo>
                    <a:lnTo>
                      <a:pt x="968" y="479"/>
                    </a:lnTo>
                    <a:lnTo>
                      <a:pt x="916" y="483"/>
                    </a:lnTo>
                    <a:lnTo>
                      <a:pt x="872" y="479"/>
                    </a:lnTo>
                    <a:lnTo>
                      <a:pt x="817" y="475"/>
                    </a:lnTo>
                    <a:lnTo>
                      <a:pt x="766" y="468"/>
                    </a:lnTo>
                    <a:lnTo>
                      <a:pt x="701" y="453"/>
                    </a:lnTo>
                    <a:lnTo>
                      <a:pt x="634" y="439"/>
                    </a:lnTo>
                    <a:lnTo>
                      <a:pt x="576" y="424"/>
                    </a:lnTo>
                    <a:lnTo>
                      <a:pt x="524" y="407"/>
                    </a:lnTo>
                    <a:lnTo>
                      <a:pt x="476" y="391"/>
                    </a:lnTo>
                    <a:lnTo>
                      <a:pt x="435" y="373"/>
                    </a:lnTo>
                    <a:lnTo>
                      <a:pt x="384" y="349"/>
                    </a:lnTo>
                    <a:lnTo>
                      <a:pt x="344" y="326"/>
                    </a:lnTo>
                    <a:lnTo>
                      <a:pt x="293" y="293"/>
                    </a:lnTo>
                    <a:lnTo>
                      <a:pt x="242" y="256"/>
                    </a:lnTo>
                    <a:lnTo>
                      <a:pt x="205" y="226"/>
                    </a:lnTo>
                    <a:lnTo>
                      <a:pt x="157" y="186"/>
                    </a:lnTo>
                    <a:lnTo>
                      <a:pt x="124" y="158"/>
                    </a:lnTo>
                    <a:lnTo>
                      <a:pt x="102" y="132"/>
                    </a:lnTo>
                    <a:lnTo>
                      <a:pt x="62" y="88"/>
                    </a:lnTo>
                    <a:lnTo>
                      <a:pt x="0" y="0"/>
                    </a:lnTo>
                    <a:lnTo>
                      <a:pt x="91" y="88"/>
                    </a:lnTo>
                    <a:lnTo>
                      <a:pt x="135" y="124"/>
                    </a:lnTo>
                    <a:lnTo>
                      <a:pt x="175" y="158"/>
                    </a:lnTo>
                    <a:lnTo>
                      <a:pt x="219" y="186"/>
                    </a:lnTo>
                    <a:lnTo>
                      <a:pt x="263" y="209"/>
                    </a:lnTo>
                    <a:lnTo>
                      <a:pt x="307" y="231"/>
                    </a:lnTo>
                    <a:lnTo>
                      <a:pt x="355" y="253"/>
                    </a:lnTo>
                    <a:lnTo>
                      <a:pt x="395" y="267"/>
                    </a:lnTo>
                    <a:lnTo>
                      <a:pt x="439" y="282"/>
                    </a:lnTo>
                    <a:lnTo>
                      <a:pt x="487" y="293"/>
                    </a:lnTo>
                    <a:lnTo>
                      <a:pt x="534" y="301"/>
                    </a:lnTo>
                    <a:lnTo>
                      <a:pt x="571" y="309"/>
                    </a:lnTo>
                    <a:lnTo>
                      <a:pt x="622" y="312"/>
                    </a:lnTo>
                    <a:lnTo>
                      <a:pt x="673" y="318"/>
                    </a:lnTo>
                    <a:lnTo>
                      <a:pt x="718" y="318"/>
                    </a:lnTo>
                    <a:lnTo>
                      <a:pt x="766" y="318"/>
                    </a:lnTo>
                    <a:lnTo>
                      <a:pt x="828" y="318"/>
                    </a:lnTo>
                    <a:lnTo>
                      <a:pt x="890" y="311"/>
                    </a:lnTo>
                    <a:lnTo>
                      <a:pt x="949" y="304"/>
                    </a:lnTo>
                    <a:lnTo>
                      <a:pt x="1000" y="296"/>
                    </a:lnTo>
                    <a:lnTo>
                      <a:pt x="1058" y="285"/>
                    </a:lnTo>
                    <a:lnTo>
                      <a:pt x="1106" y="274"/>
                    </a:lnTo>
                    <a:lnTo>
                      <a:pt x="1156" y="260"/>
                    </a:lnTo>
                    <a:lnTo>
                      <a:pt x="1212" y="245"/>
                    </a:lnTo>
                    <a:lnTo>
                      <a:pt x="1259" y="231"/>
                    </a:lnTo>
                    <a:lnTo>
                      <a:pt x="1318" y="209"/>
                    </a:lnTo>
                    <a:lnTo>
                      <a:pt x="1362" y="190"/>
                    </a:lnTo>
                    <a:lnTo>
                      <a:pt x="1427" y="153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7" name="Freeform: Shape 6"/>
              <p:cNvSpPr>
                <a:spLocks/>
              </p:cNvSpPr>
              <p:nvPr/>
            </p:nvSpPr>
            <p:spPr bwMode="gray">
              <a:xfrm rot="10800000" flipH="1">
                <a:off x="5496269" y="2651434"/>
                <a:ext cx="2161276" cy="674531"/>
              </a:xfrm>
              <a:custGeom>
                <a:avLst/>
                <a:gdLst>
                  <a:gd name="T0" fmla="*/ 1405 w 1717"/>
                  <a:gd name="T1" fmla="*/ 102 h 484"/>
                  <a:gd name="T2" fmla="*/ 1540 w 1717"/>
                  <a:gd name="T3" fmla="*/ 395 h 484"/>
                  <a:gd name="T4" fmla="*/ 1472 w 1717"/>
                  <a:gd name="T5" fmla="*/ 369 h 484"/>
                  <a:gd name="T6" fmla="*/ 1373 w 1717"/>
                  <a:gd name="T7" fmla="*/ 403 h 484"/>
                  <a:gd name="T8" fmla="*/ 1274 w 1717"/>
                  <a:gd name="T9" fmla="*/ 433 h 484"/>
                  <a:gd name="T10" fmla="*/ 1160 w 1717"/>
                  <a:gd name="T11" fmla="*/ 458 h 484"/>
                  <a:gd name="T12" fmla="*/ 1062 w 1717"/>
                  <a:gd name="T13" fmla="*/ 472 h 484"/>
                  <a:gd name="T14" fmla="*/ 968 w 1717"/>
                  <a:gd name="T15" fmla="*/ 479 h 484"/>
                  <a:gd name="T16" fmla="*/ 872 w 1717"/>
                  <a:gd name="T17" fmla="*/ 479 h 484"/>
                  <a:gd name="T18" fmla="*/ 766 w 1717"/>
                  <a:gd name="T19" fmla="*/ 468 h 484"/>
                  <a:gd name="T20" fmla="*/ 634 w 1717"/>
                  <a:gd name="T21" fmla="*/ 439 h 484"/>
                  <a:gd name="T22" fmla="*/ 524 w 1717"/>
                  <a:gd name="T23" fmla="*/ 407 h 484"/>
                  <a:gd name="T24" fmla="*/ 435 w 1717"/>
                  <a:gd name="T25" fmla="*/ 373 h 484"/>
                  <a:gd name="T26" fmla="*/ 344 w 1717"/>
                  <a:gd name="T27" fmla="*/ 326 h 484"/>
                  <a:gd name="T28" fmla="*/ 242 w 1717"/>
                  <a:gd name="T29" fmla="*/ 256 h 484"/>
                  <a:gd name="T30" fmla="*/ 157 w 1717"/>
                  <a:gd name="T31" fmla="*/ 186 h 484"/>
                  <a:gd name="T32" fmla="*/ 102 w 1717"/>
                  <a:gd name="T33" fmla="*/ 132 h 484"/>
                  <a:gd name="T34" fmla="*/ 0 w 1717"/>
                  <a:gd name="T35" fmla="*/ 0 h 484"/>
                  <a:gd name="T36" fmla="*/ 135 w 1717"/>
                  <a:gd name="T37" fmla="*/ 124 h 484"/>
                  <a:gd name="T38" fmla="*/ 219 w 1717"/>
                  <a:gd name="T39" fmla="*/ 186 h 484"/>
                  <a:gd name="T40" fmla="*/ 307 w 1717"/>
                  <a:gd name="T41" fmla="*/ 231 h 484"/>
                  <a:gd name="T42" fmla="*/ 395 w 1717"/>
                  <a:gd name="T43" fmla="*/ 267 h 484"/>
                  <a:gd name="T44" fmla="*/ 487 w 1717"/>
                  <a:gd name="T45" fmla="*/ 293 h 484"/>
                  <a:gd name="T46" fmla="*/ 571 w 1717"/>
                  <a:gd name="T47" fmla="*/ 309 h 484"/>
                  <a:gd name="T48" fmla="*/ 673 w 1717"/>
                  <a:gd name="T49" fmla="*/ 318 h 484"/>
                  <a:gd name="T50" fmla="*/ 766 w 1717"/>
                  <a:gd name="T51" fmla="*/ 318 h 484"/>
                  <a:gd name="T52" fmla="*/ 890 w 1717"/>
                  <a:gd name="T53" fmla="*/ 311 h 484"/>
                  <a:gd name="T54" fmla="*/ 1000 w 1717"/>
                  <a:gd name="T55" fmla="*/ 296 h 484"/>
                  <a:gd name="T56" fmla="*/ 1106 w 1717"/>
                  <a:gd name="T57" fmla="*/ 274 h 484"/>
                  <a:gd name="T58" fmla="*/ 1212 w 1717"/>
                  <a:gd name="T59" fmla="*/ 245 h 484"/>
                  <a:gd name="T60" fmla="*/ 1318 w 1717"/>
                  <a:gd name="T61" fmla="*/ 209 h 484"/>
                  <a:gd name="T62" fmla="*/ 1427 w 1717"/>
                  <a:gd name="T63" fmla="*/ 153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17" h="484">
                    <a:moveTo>
                      <a:pt x="1427" y="153"/>
                    </a:moveTo>
                    <a:lnTo>
                      <a:pt x="1405" y="102"/>
                    </a:lnTo>
                    <a:lnTo>
                      <a:pt x="1716" y="132"/>
                    </a:lnTo>
                    <a:lnTo>
                      <a:pt x="1540" y="395"/>
                    </a:lnTo>
                    <a:lnTo>
                      <a:pt x="1519" y="344"/>
                    </a:lnTo>
                    <a:lnTo>
                      <a:pt x="1472" y="369"/>
                    </a:lnTo>
                    <a:lnTo>
                      <a:pt x="1413" y="391"/>
                    </a:lnTo>
                    <a:lnTo>
                      <a:pt x="1373" y="403"/>
                    </a:lnTo>
                    <a:lnTo>
                      <a:pt x="1328" y="418"/>
                    </a:lnTo>
                    <a:lnTo>
                      <a:pt x="1274" y="433"/>
                    </a:lnTo>
                    <a:lnTo>
                      <a:pt x="1219" y="447"/>
                    </a:lnTo>
                    <a:lnTo>
                      <a:pt x="1160" y="458"/>
                    </a:lnTo>
                    <a:lnTo>
                      <a:pt x="1117" y="464"/>
                    </a:lnTo>
                    <a:lnTo>
                      <a:pt x="1062" y="472"/>
                    </a:lnTo>
                    <a:lnTo>
                      <a:pt x="1007" y="479"/>
                    </a:lnTo>
                    <a:lnTo>
                      <a:pt x="968" y="479"/>
                    </a:lnTo>
                    <a:lnTo>
                      <a:pt x="916" y="483"/>
                    </a:lnTo>
                    <a:lnTo>
                      <a:pt x="872" y="479"/>
                    </a:lnTo>
                    <a:lnTo>
                      <a:pt x="817" y="475"/>
                    </a:lnTo>
                    <a:lnTo>
                      <a:pt x="766" y="468"/>
                    </a:lnTo>
                    <a:lnTo>
                      <a:pt x="701" y="453"/>
                    </a:lnTo>
                    <a:lnTo>
                      <a:pt x="634" y="439"/>
                    </a:lnTo>
                    <a:lnTo>
                      <a:pt x="576" y="424"/>
                    </a:lnTo>
                    <a:lnTo>
                      <a:pt x="524" y="407"/>
                    </a:lnTo>
                    <a:lnTo>
                      <a:pt x="476" y="391"/>
                    </a:lnTo>
                    <a:lnTo>
                      <a:pt x="435" y="373"/>
                    </a:lnTo>
                    <a:lnTo>
                      <a:pt x="384" y="349"/>
                    </a:lnTo>
                    <a:lnTo>
                      <a:pt x="344" y="326"/>
                    </a:lnTo>
                    <a:lnTo>
                      <a:pt x="293" y="293"/>
                    </a:lnTo>
                    <a:lnTo>
                      <a:pt x="242" y="256"/>
                    </a:lnTo>
                    <a:lnTo>
                      <a:pt x="205" y="226"/>
                    </a:lnTo>
                    <a:lnTo>
                      <a:pt x="157" y="186"/>
                    </a:lnTo>
                    <a:lnTo>
                      <a:pt x="124" y="158"/>
                    </a:lnTo>
                    <a:lnTo>
                      <a:pt x="102" y="132"/>
                    </a:lnTo>
                    <a:lnTo>
                      <a:pt x="62" y="88"/>
                    </a:lnTo>
                    <a:lnTo>
                      <a:pt x="0" y="0"/>
                    </a:lnTo>
                    <a:lnTo>
                      <a:pt x="91" y="88"/>
                    </a:lnTo>
                    <a:lnTo>
                      <a:pt x="135" y="124"/>
                    </a:lnTo>
                    <a:lnTo>
                      <a:pt x="175" y="158"/>
                    </a:lnTo>
                    <a:lnTo>
                      <a:pt x="219" y="186"/>
                    </a:lnTo>
                    <a:lnTo>
                      <a:pt x="263" y="209"/>
                    </a:lnTo>
                    <a:lnTo>
                      <a:pt x="307" y="231"/>
                    </a:lnTo>
                    <a:lnTo>
                      <a:pt x="355" y="253"/>
                    </a:lnTo>
                    <a:lnTo>
                      <a:pt x="395" y="267"/>
                    </a:lnTo>
                    <a:lnTo>
                      <a:pt x="439" y="282"/>
                    </a:lnTo>
                    <a:lnTo>
                      <a:pt x="487" y="293"/>
                    </a:lnTo>
                    <a:lnTo>
                      <a:pt x="534" y="301"/>
                    </a:lnTo>
                    <a:lnTo>
                      <a:pt x="571" y="309"/>
                    </a:lnTo>
                    <a:lnTo>
                      <a:pt x="622" y="312"/>
                    </a:lnTo>
                    <a:lnTo>
                      <a:pt x="673" y="318"/>
                    </a:lnTo>
                    <a:lnTo>
                      <a:pt x="718" y="318"/>
                    </a:lnTo>
                    <a:lnTo>
                      <a:pt x="766" y="318"/>
                    </a:lnTo>
                    <a:lnTo>
                      <a:pt x="828" y="318"/>
                    </a:lnTo>
                    <a:lnTo>
                      <a:pt x="890" y="311"/>
                    </a:lnTo>
                    <a:lnTo>
                      <a:pt x="949" y="304"/>
                    </a:lnTo>
                    <a:lnTo>
                      <a:pt x="1000" y="296"/>
                    </a:lnTo>
                    <a:lnTo>
                      <a:pt x="1058" y="285"/>
                    </a:lnTo>
                    <a:lnTo>
                      <a:pt x="1106" y="274"/>
                    </a:lnTo>
                    <a:lnTo>
                      <a:pt x="1156" y="260"/>
                    </a:lnTo>
                    <a:lnTo>
                      <a:pt x="1212" y="245"/>
                    </a:lnTo>
                    <a:lnTo>
                      <a:pt x="1259" y="231"/>
                    </a:lnTo>
                    <a:lnTo>
                      <a:pt x="1318" y="209"/>
                    </a:lnTo>
                    <a:lnTo>
                      <a:pt x="1362" y="190"/>
                    </a:lnTo>
                    <a:lnTo>
                      <a:pt x="1427" y="15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8" name="Freeform: Shape 7"/>
              <p:cNvSpPr>
                <a:spLocks/>
              </p:cNvSpPr>
              <p:nvPr/>
            </p:nvSpPr>
            <p:spPr bwMode="gray">
              <a:xfrm rot="7200000" flipH="1">
                <a:off x="4401726" y="2910121"/>
                <a:ext cx="2159884" cy="674531"/>
              </a:xfrm>
              <a:custGeom>
                <a:avLst/>
                <a:gdLst>
                  <a:gd name="T0" fmla="*/ 1405 w 1717"/>
                  <a:gd name="T1" fmla="*/ 102 h 484"/>
                  <a:gd name="T2" fmla="*/ 1540 w 1717"/>
                  <a:gd name="T3" fmla="*/ 395 h 484"/>
                  <a:gd name="T4" fmla="*/ 1472 w 1717"/>
                  <a:gd name="T5" fmla="*/ 369 h 484"/>
                  <a:gd name="T6" fmla="*/ 1373 w 1717"/>
                  <a:gd name="T7" fmla="*/ 403 h 484"/>
                  <a:gd name="T8" fmla="*/ 1274 w 1717"/>
                  <a:gd name="T9" fmla="*/ 433 h 484"/>
                  <a:gd name="T10" fmla="*/ 1160 w 1717"/>
                  <a:gd name="T11" fmla="*/ 458 h 484"/>
                  <a:gd name="T12" fmla="*/ 1062 w 1717"/>
                  <a:gd name="T13" fmla="*/ 472 h 484"/>
                  <a:gd name="T14" fmla="*/ 968 w 1717"/>
                  <a:gd name="T15" fmla="*/ 479 h 484"/>
                  <a:gd name="T16" fmla="*/ 872 w 1717"/>
                  <a:gd name="T17" fmla="*/ 479 h 484"/>
                  <a:gd name="T18" fmla="*/ 766 w 1717"/>
                  <a:gd name="T19" fmla="*/ 468 h 484"/>
                  <a:gd name="T20" fmla="*/ 634 w 1717"/>
                  <a:gd name="T21" fmla="*/ 439 h 484"/>
                  <a:gd name="T22" fmla="*/ 524 w 1717"/>
                  <a:gd name="T23" fmla="*/ 407 h 484"/>
                  <a:gd name="T24" fmla="*/ 435 w 1717"/>
                  <a:gd name="T25" fmla="*/ 373 h 484"/>
                  <a:gd name="T26" fmla="*/ 344 w 1717"/>
                  <a:gd name="T27" fmla="*/ 326 h 484"/>
                  <a:gd name="T28" fmla="*/ 242 w 1717"/>
                  <a:gd name="T29" fmla="*/ 256 h 484"/>
                  <a:gd name="T30" fmla="*/ 157 w 1717"/>
                  <a:gd name="T31" fmla="*/ 186 h 484"/>
                  <a:gd name="T32" fmla="*/ 102 w 1717"/>
                  <a:gd name="T33" fmla="*/ 132 h 484"/>
                  <a:gd name="T34" fmla="*/ 0 w 1717"/>
                  <a:gd name="T35" fmla="*/ 0 h 484"/>
                  <a:gd name="T36" fmla="*/ 135 w 1717"/>
                  <a:gd name="T37" fmla="*/ 124 h 484"/>
                  <a:gd name="T38" fmla="*/ 219 w 1717"/>
                  <a:gd name="T39" fmla="*/ 186 h 484"/>
                  <a:gd name="T40" fmla="*/ 307 w 1717"/>
                  <a:gd name="T41" fmla="*/ 231 h 484"/>
                  <a:gd name="T42" fmla="*/ 395 w 1717"/>
                  <a:gd name="T43" fmla="*/ 267 h 484"/>
                  <a:gd name="T44" fmla="*/ 487 w 1717"/>
                  <a:gd name="T45" fmla="*/ 293 h 484"/>
                  <a:gd name="T46" fmla="*/ 571 w 1717"/>
                  <a:gd name="T47" fmla="*/ 309 h 484"/>
                  <a:gd name="T48" fmla="*/ 673 w 1717"/>
                  <a:gd name="T49" fmla="*/ 318 h 484"/>
                  <a:gd name="T50" fmla="*/ 766 w 1717"/>
                  <a:gd name="T51" fmla="*/ 318 h 484"/>
                  <a:gd name="T52" fmla="*/ 890 w 1717"/>
                  <a:gd name="T53" fmla="*/ 311 h 484"/>
                  <a:gd name="T54" fmla="*/ 1000 w 1717"/>
                  <a:gd name="T55" fmla="*/ 296 h 484"/>
                  <a:gd name="T56" fmla="*/ 1106 w 1717"/>
                  <a:gd name="T57" fmla="*/ 274 h 484"/>
                  <a:gd name="T58" fmla="*/ 1212 w 1717"/>
                  <a:gd name="T59" fmla="*/ 245 h 484"/>
                  <a:gd name="T60" fmla="*/ 1318 w 1717"/>
                  <a:gd name="T61" fmla="*/ 209 h 484"/>
                  <a:gd name="T62" fmla="*/ 1427 w 1717"/>
                  <a:gd name="T63" fmla="*/ 153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17" h="484">
                    <a:moveTo>
                      <a:pt x="1427" y="153"/>
                    </a:moveTo>
                    <a:lnTo>
                      <a:pt x="1405" y="102"/>
                    </a:lnTo>
                    <a:lnTo>
                      <a:pt x="1716" y="132"/>
                    </a:lnTo>
                    <a:lnTo>
                      <a:pt x="1540" y="395"/>
                    </a:lnTo>
                    <a:lnTo>
                      <a:pt x="1519" y="344"/>
                    </a:lnTo>
                    <a:lnTo>
                      <a:pt x="1472" y="369"/>
                    </a:lnTo>
                    <a:lnTo>
                      <a:pt x="1413" y="391"/>
                    </a:lnTo>
                    <a:lnTo>
                      <a:pt x="1373" y="403"/>
                    </a:lnTo>
                    <a:lnTo>
                      <a:pt x="1328" y="418"/>
                    </a:lnTo>
                    <a:lnTo>
                      <a:pt x="1274" y="433"/>
                    </a:lnTo>
                    <a:lnTo>
                      <a:pt x="1219" y="447"/>
                    </a:lnTo>
                    <a:lnTo>
                      <a:pt x="1160" y="458"/>
                    </a:lnTo>
                    <a:lnTo>
                      <a:pt x="1117" y="464"/>
                    </a:lnTo>
                    <a:lnTo>
                      <a:pt x="1062" y="472"/>
                    </a:lnTo>
                    <a:lnTo>
                      <a:pt x="1007" y="479"/>
                    </a:lnTo>
                    <a:lnTo>
                      <a:pt x="968" y="479"/>
                    </a:lnTo>
                    <a:lnTo>
                      <a:pt x="916" y="483"/>
                    </a:lnTo>
                    <a:lnTo>
                      <a:pt x="872" y="479"/>
                    </a:lnTo>
                    <a:lnTo>
                      <a:pt x="817" y="475"/>
                    </a:lnTo>
                    <a:lnTo>
                      <a:pt x="766" y="468"/>
                    </a:lnTo>
                    <a:lnTo>
                      <a:pt x="701" y="453"/>
                    </a:lnTo>
                    <a:lnTo>
                      <a:pt x="634" y="439"/>
                    </a:lnTo>
                    <a:lnTo>
                      <a:pt x="576" y="424"/>
                    </a:lnTo>
                    <a:lnTo>
                      <a:pt x="524" y="407"/>
                    </a:lnTo>
                    <a:lnTo>
                      <a:pt x="476" y="391"/>
                    </a:lnTo>
                    <a:lnTo>
                      <a:pt x="435" y="373"/>
                    </a:lnTo>
                    <a:lnTo>
                      <a:pt x="384" y="349"/>
                    </a:lnTo>
                    <a:lnTo>
                      <a:pt x="344" y="326"/>
                    </a:lnTo>
                    <a:lnTo>
                      <a:pt x="293" y="293"/>
                    </a:lnTo>
                    <a:lnTo>
                      <a:pt x="242" y="256"/>
                    </a:lnTo>
                    <a:lnTo>
                      <a:pt x="205" y="226"/>
                    </a:lnTo>
                    <a:lnTo>
                      <a:pt x="157" y="186"/>
                    </a:lnTo>
                    <a:lnTo>
                      <a:pt x="124" y="158"/>
                    </a:lnTo>
                    <a:lnTo>
                      <a:pt x="102" y="132"/>
                    </a:lnTo>
                    <a:lnTo>
                      <a:pt x="62" y="88"/>
                    </a:lnTo>
                    <a:lnTo>
                      <a:pt x="0" y="0"/>
                    </a:lnTo>
                    <a:lnTo>
                      <a:pt x="91" y="88"/>
                    </a:lnTo>
                    <a:lnTo>
                      <a:pt x="135" y="124"/>
                    </a:lnTo>
                    <a:lnTo>
                      <a:pt x="175" y="158"/>
                    </a:lnTo>
                    <a:lnTo>
                      <a:pt x="219" y="186"/>
                    </a:lnTo>
                    <a:lnTo>
                      <a:pt x="263" y="209"/>
                    </a:lnTo>
                    <a:lnTo>
                      <a:pt x="307" y="231"/>
                    </a:lnTo>
                    <a:lnTo>
                      <a:pt x="355" y="253"/>
                    </a:lnTo>
                    <a:lnTo>
                      <a:pt x="395" y="267"/>
                    </a:lnTo>
                    <a:lnTo>
                      <a:pt x="439" y="282"/>
                    </a:lnTo>
                    <a:lnTo>
                      <a:pt x="487" y="293"/>
                    </a:lnTo>
                    <a:lnTo>
                      <a:pt x="534" y="301"/>
                    </a:lnTo>
                    <a:lnTo>
                      <a:pt x="571" y="309"/>
                    </a:lnTo>
                    <a:lnTo>
                      <a:pt x="622" y="312"/>
                    </a:lnTo>
                    <a:lnTo>
                      <a:pt x="673" y="318"/>
                    </a:lnTo>
                    <a:lnTo>
                      <a:pt x="718" y="318"/>
                    </a:lnTo>
                    <a:lnTo>
                      <a:pt x="766" y="318"/>
                    </a:lnTo>
                    <a:lnTo>
                      <a:pt x="828" y="318"/>
                    </a:lnTo>
                    <a:lnTo>
                      <a:pt x="890" y="311"/>
                    </a:lnTo>
                    <a:lnTo>
                      <a:pt x="949" y="304"/>
                    </a:lnTo>
                    <a:lnTo>
                      <a:pt x="1000" y="296"/>
                    </a:lnTo>
                    <a:lnTo>
                      <a:pt x="1058" y="285"/>
                    </a:lnTo>
                    <a:lnTo>
                      <a:pt x="1106" y="274"/>
                    </a:lnTo>
                    <a:lnTo>
                      <a:pt x="1156" y="260"/>
                    </a:lnTo>
                    <a:lnTo>
                      <a:pt x="1212" y="245"/>
                    </a:lnTo>
                    <a:lnTo>
                      <a:pt x="1259" y="231"/>
                    </a:lnTo>
                    <a:lnTo>
                      <a:pt x="1318" y="209"/>
                    </a:lnTo>
                    <a:lnTo>
                      <a:pt x="1362" y="190"/>
                    </a:lnTo>
                    <a:lnTo>
                      <a:pt x="1427" y="153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9" name="Freeform: Shape 8"/>
              <p:cNvSpPr>
                <a:spLocks/>
              </p:cNvSpPr>
              <p:nvPr/>
            </p:nvSpPr>
            <p:spPr bwMode="gray">
              <a:xfrm rot="3600000" flipH="1">
                <a:off x="4111056" y="3974068"/>
                <a:ext cx="2161274" cy="675920"/>
              </a:xfrm>
              <a:custGeom>
                <a:avLst/>
                <a:gdLst>
                  <a:gd name="T0" fmla="*/ 1405 w 1717"/>
                  <a:gd name="T1" fmla="*/ 102 h 484"/>
                  <a:gd name="T2" fmla="*/ 1540 w 1717"/>
                  <a:gd name="T3" fmla="*/ 395 h 484"/>
                  <a:gd name="T4" fmla="*/ 1472 w 1717"/>
                  <a:gd name="T5" fmla="*/ 369 h 484"/>
                  <a:gd name="T6" fmla="*/ 1373 w 1717"/>
                  <a:gd name="T7" fmla="*/ 403 h 484"/>
                  <a:gd name="T8" fmla="*/ 1274 w 1717"/>
                  <a:gd name="T9" fmla="*/ 433 h 484"/>
                  <a:gd name="T10" fmla="*/ 1160 w 1717"/>
                  <a:gd name="T11" fmla="*/ 458 h 484"/>
                  <a:gd name="T12" fmla="*/ 1062 w 1717"/>
                  <a:gd name="T13" fmla="*/ 472 h 484"/>
                  <a:gd name="T14" fmla="*/ 968 w 1717"/>
                  <a:gd name="T15" fmla="*/ 479 h 484"/>
                  <a:gd name="T16" fmla="*/ 872 w 1717"/>
                  <a:gd name="T17" fmla="*/ 479 h 484"/>
                  <a:gd name="T18" fmla="*/ 766 w 1717"/>
                  <a:gd name="T19" fmla="*/ 468 h 484"/>
                  <a:gd name="T20" fmla="*/ 634 w 1717"/>
                  <a:gd name="T21" fmla="*/ 439 h 484"/>
                  <a:gd name="T22" fmla="*/ 524 w 1717"/>
                  <a:gd name="T23" fmla="*/ 407 h 484"/>
                  <a:gd name="T24" fmla="*/ 435 w 1717"/>
                  <a:gd name="T25" fmla="*/ 373 h 484"/>
                  <a:gd name="T26" fmla="*/ 344 w 1717"/>
                  <a:gd name="T27" fmla="*/ 326 h 484"/>
                  <a:gd name="T28" fmla="*/ 242 w 1717"/>
                  <a:gd name="T29" fmla="*/ 256 h 484"/>
                  <a:gd name="T30" fmla="*/ 157 w 1717"/>
                  <a:gd name="T31" fmla="*/ 186 h 484"/>
                  <a:gd name="T32" fmla="*/ 102 w 1717"/>
                  <a:gd name="T33" fmla="*/ 132 h 484"/>
                  <a:gd name="T34" fmla="*/ 0 w 1717"/>
                  <a:gd name="T35" fmla="*/ 0 h 484"/>
                  <a:gd name="T36" fmla="*/ 135 w 1717"/>
                  <a:gd name="T37" fmla="*/ 124 h 484"/>
                  <a:gd name="T38" fmla="*/ 219 w 1717"/>
                  <a:gd name="T39" fmla="*/ 186 h 484"/>
                  <a:gd name="T40" fmla="*/ 307 w 1717"/>
                  <a:gd name="T41" fmla="*/ 231 h 484"/>
                  <a:gd name="T42" fmla="*/ 395 w 1717"/>
                  <a:gd name="T43" fmla="*/ 267 h 484"/>
                  <a:gd name="T44" fmla="*/ 487 w 1717"/>
                  <a:gd name="T45" fmla="*/ 293 h 484"/>
                  <a:gd name="T46" fmla="*/ 571 w 1717"/>
                  <a:gd name="T47" fmla="*/ 309 h 484"/>
                  <a:gd name="T48" fmla="*/ 673 w 1717"/>
                  <a:gd name="T49" fmla="*/ 318 h 484"/>
                  <a:gd name="T50" fmla="*/ 766 w 1717"/>
                  <a:gd name="T51" fmla="*/ 318 h 484"/>
                  <a:gd name="T52" fmla="*/ 890 w 1717"/>
                  <a:gd name="T53" fmla="*/ 311 h 484"/>
                  <a:gd name="T54" fmla="*/ 1000 w 1717"/>
                  <a:gd name="T55" fmla="*/ 296 h 484"/>
                  <a:gd name="T56" fmla="*/ 1106 w 1717"/>
                  <a:gd name="T57" fmla="*/ 274 h 484"/>
                  <a:gd name="T58" fmla="*/ 1212 w 1717"/>
                  <a:gd name="T59" fmla="*/ 245 h 484"/>
                  <a:gd name="T60" fmla="*/ 1318 w 1717"/>
                  <a:gd name="T61" fmla="*/ 209 h 484"/>
                  <a:gd name="T62" fmla="*/ 1427 w 1717"/>
                  <a:gd name="T63" fmla="*/ 153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17" h="484">
                    <a:moveTo>
                      <a:pt x="1427" y="153"/>
                    </a:moveTo>
                    <a:lnTo>
                      <a:pt x="1405" y="102"/>
                    </a:lnTo>
                    <a:lnTo>
                      <a:pt x="1716" y="132"/>
                    </a:lnTo>
                    <a:lnTo>
                      <a:pt x="1540" y="395"/>
                    </a:lnTo>
                    <a:lnTo>
                      <a:pt x="1519" y="344"/>
                    </a:lnTo>
                    <a:lnTo>
                      <a:pt x="1472" y="369"/>
                    </a:lnTo>
                    <a:lnTo>
                      <a:pt x="1413" y="391"/>
                    </a:lnTo>
                    <a:lnTo>
                      <a:pt x="1373" y="403"/>
                    </a:lnTo>
                    <a:lnTo>
                      <a:pt x="1328" y="418"/>
                    </a:lnTo>
                    <a:lnTo>
                      <a:pt x="1274" y="433"/>
                    </a:lnTo>
                    <a:lnTo>
                      <a:pt x="1219" y="447"/>
                    </a:lnTo>
                    <a:lnTo>
                      <a:pt x="1160" y="458"/>
                    </a:lnTo>
                    <a:lnTo>
                      <a:pt x="1117" y="464"/>
                    </a:lnTo>
                    <a:lnTo>
                      <a:pt x="1062" y="472"/>
                    </a:lnTo>
                    <a:lnTo>
                      <a:pt x="1007" y="479"/>
                    </a:lnTo>
                    <a:lnTo>
                      <a:pt x="968" y="479"/>
                    </a:lnTo>
                    <a:lnTo>
                      <a:pt x="916" y="483"/>
                    </a:lnTo>
                    <a:lnTo>
                      <a:pt x="872" y="479"/>
                    </a:lnTo>
                    <a:lnTo>
                      <a:pt x="817" y="475"/>
                    </a:lnTo>
                    <a:lnTo>
                      <a:pt x="766" y="468"/>
                    </a:lnTo>
                    <a:lnTo>
                      <a:pt x="701" y="453"/>
                    </a:lnTo>
                    <a:lnTo>
                      <a:pt x="634" y="439"/>
                    </a:lnTo>
                    <a:lnTo>
                      <a:pt x="576" y="424"/>
                    </a:lnTo>
                    <a:lnTo>
                      <a:pt x="524" y="407"/>
                    </a:lnTo>
                    <a:lnTo>
                      <a:pt x="476" y="391"/>
                    </a:lnTo>
                    <a:lnTo>
                      <a:pt x="435" y="373"/>
                    </a:lnTo>
                    <a:lnTo>
                      <a:pt x="384" y="349"/>
                    </a:lnTo>
                    <a:lnTo>
                      <a:pt x="344" y="326"/>
                    </a:lnTo>
                    <a:lnTo>
                      <a:pt x="293" y="293"/>
                    </a:lnTo>
                    <a:lnTo>
                      <a:pt x="242" y="256"/>
                    </a:lnTo>
                    <a:lnTo>
                      <a:pt x="205" y="226"/>
                    </a:lnTo>
                    <a:lnTo>
                      <a:pt x="157" y="186"/>
                    </a:lnTo>
                    <a:lnTo>
                      <a:pt x="124" y="158"/>
                    </a:lnTo>
                    <a:lnTo>
                      <a:pt x="102" y="132"/>
                    </a:lnTo>
                    <a:lnTo>
                      <a:pt x="62" y="88"/>
                    </a:lnTo>
                    <a:lnTo>
                      <a:pt x="0" y="0"/>
                    </a:lnTo>
                    <a:lnTo>
                      <a:pt x="91" y="88"/>
                    </a:lnTo>
                    <a:lnTo>
                      <a:pt x="135" y="124"/>
                    </a:lnTo>
                    <a:lnTo>
                      <a:pt x="175" y="158"/>
                    </a:lnTo>
                    <a:lnTo>
                      <a:pt x="219" y="186"/>
                    </a:lnTo>
                    <a:lnTo>
                      <a:pt x="263" y="209"/>
                    </a:lnTo>
                    <a:lnTo>
                      <a:pt x="307" y="231"/>
                    </a:lnTo>
                    <a:lnTo>
                      <a:pt x="355" y="253"/>
                    </a:lnTo>
                    <a:lnTo>
                      <a:pt x="395" y="267"/>
                    </a:lnTo>
                    <a:lnTo>
                      <a:pt x="439" y="282"/>
                    </a:lnTo>
                    <a:lnTo>
                      <a:pt x="487" y="293"/>
                    </a:lnTo>
                    <a:lnTo>
                      <a:pt x="534" y="301"/>
                    </a:lnTo>
                    <a:lnTo>
                      <a:pt x="571" y="309"/>
                    </a:lnTo>
                    <a:lnTo>
                      <a:pt x="622" y="312"/>
                    </a:lnTo>
                    <a:lnTo>
                      <a:pt x="673" y="318"/>
                    </a:lnTo>
                    <a:lnTo>
                      <a:pt x="718" y="318"/>
                    </a:lnTo>
                    <a:lnTo>
                      <a:pt x="766" y="318"/>
                    </a:lnTo>
                    <a:lnTo>
                      <a:pt x="828" y="318"/>
                    </a:lnTo>
                    <a:lnTo>
                      <a:pt x="890" y="311"/>
                    </a:lnTo>
                    <a:lnTo>
                      <a:pt x="949" y="304"/>
                    </a:lnTo>
                    <a:lnTo>
                      <a:pt x="1000" y="296"/>
                    </a:lnTo>
                    <a:lnTo>
                      <a:pt x="1058" y="285"/>
                    </a:lnTo>
                    <a:lnTo>
                      <a:pt x="1106" y="274"/>
                    </a:lnTo>
                    <a:lnTo>
                      <a:pt x="1156" y="260"/>
                    </a:lnTo>
                    <a:lnTo>
                      <a:pt x="1212" y="245"/>
                    </a:lnTo>
                    <a:lnTo>
                      <a:pt x="1259" y="231"/>
                    </a:lnTo>
                    <a:lnTo>
                      <a:pt x="1318" y="209"/>
                    </a:lnTo>
                    <a:lnTo>
                      <a:pt x="1362" y="190"/>
                    </a:lnTo>
                    <a:lnTo>
                      <a:pt x="1427" y="15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5" name="Oval 10"/>
            <p:cNvSpPr>
              <a:spLocks/>
            </p:cNvSpPr>
            <p:nvPr/>
          </p:nvSpPr>
          <p:spPr bwMode="gray">
            <a:xfrm flipH="1">
              <a:off x="3988272" y="2119908"/>
              <a:ext cx="1255499" cy="125550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 anchorCtr="1">
              <a:normAutofit fontScale="77500"/>
            </a:bodyPr>
            <a:lstStyle/>
            <a:p>
              <a:pPr lvl="0" algn="ctr" rtl="1">
                <a:defRPr/>
              </a:pPr>
              <a:r>
                <a:rPr lang="fa-IR" altLang="en-US" sz="1600" b="1" dirty="0">
                  <a:solidFill>
                    <a:srgbClr val="000000"/>
                  </a:solidFill>
                  <a:latin typeface="+mj-lt"/>
                  <a:ea typeface="微软雅黑"/>
                  <a:cs typeface="+mn-ea"/>
                  <a:sym typeface="+mn-lt"/>
                </a:rPr>
                <a:t>آزمون‌ها</a:t>
              </a:r>
              <a:endParaRPr lang="fa-IR" altLang="zh-CN" sz="1600" b="1" dirty="0">
                <a:solidFill>
                  <a:srgbClr val="000000"/>
                </a:solidFill>
                <a:latin typeface="+mj-lt"/>
                <a:ea typeface="微软雅黑"/>
                <a:cs typeface="+mn-ea"/>
                <a:sym typeface="+mn-lt"/>
              </a:endParaRPr>
            </a:p>
            <a:p>
              <a:pPr lvl="0" algn="ctr" rtl="1">
                <a:defRPr/>
              </a:pPr>
              <a:r>
                <a:rPr lang="fa-IR" altLang="en-US" sz="1600" b="1" dirty="0">
                  <a:solidFill>
                    <a:srgbClr val="000000"/>
                  </a:solidFill>
                  <a:latin typeface="+mj-lt"/>
                  <a:ea typeface="微软雅黑"/>
                  <a:cs typeface="+mn-ea"/>
                  <a:sym typeface="+mn-lt"/>
                </a:rPr>
                <a:t>و روش‌ها</a:t>
              </a:r>
              <a:endParaRPr lang="fa-IR" altLang="zh-CN" sz="1600" b="1" dirty="0">
                <a:solidFill>
                  <a:srgbClr val="000000"/>
                </a:solidFill>
                <a:latin typeface="+mj-lt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730035" y="1474507"/>
            <a:ext cx="1873209" cy="2502930"/>
            <a:chOff x="5730035" y="1474507"/>
            <a:chExt cx="1873209" cy="2502930"/>
          </a:xfrm>
        </p:grpSpPr>
        <p:grpSp>
          <p:nvGrpSpPr>
            <p:cNvPr id="6" name="Group 24"/>
            <p:cNvGrpSpPr/>
            <p:nvPr/>
          </p:nvGrpSpPr>
          <p:grpSpPr>
            <a:xfrm>
              <a:off x="5730035" y="2401170"/>
              <a:ext cx="1873209" cy="649603"/>
              <a:chOff x="7645890" y="3344328"/>
              <a:chExt cx="2122517" cy="866137"/>
            </a:xfrm>
          </p:grpSpPr>
          <p:sp>
            <p:nvSpPr>
              <p:cNvPr id="22" name="TextBox 25"/>
              <p:cNvSpPr txBox="1">
                <a:spLocks/>
              </p:cNvSpPr>
              <p:nvPr/>
            </p:nvSpPr>
            <p:spPr bwMode="auto">
              <a:xfrm>
                <a:off x="7645890" y="3344328"/>
                <a:ext cx="1301593" cy="309958"/>
              </a:xfrm>
              <a:prstGeom prst="rect">
                <a:avLst/>
              </a:prstGeom>
              <a:noFill/>
            </p:spPr>
            <p:txBody>
              <a:bodyPr wrap="none" lIns="360000" tIns="46800" rIns="90000" bIns="46800">
                <a:normAutofit fontScale="700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0" i="0" u="none" strike="noStrike" kern="1200" cap="none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XRD</a:t>
                </a:r>
                <a:endPara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3" name="TextBox 26"/>
              <p:cNvSpPr txBox="1">
                <a:spLocks/>
              </p:cNvSpPr>
              <p:nvPr/>
            </p:nvSpPr>
            <p:spPr bwMode="auto">
              <a:xfrm>
                <a:off x="7645890" y="3654286"/>
                <a:ext cx="2122517" cy="556179"/>
              </a:xfrm>
              <a:prstGeom prst="rect">
                <a:avLst/>
              </a:prstGeom>
              <a:noFill/>
            </p:spPr>
            <p:txBody>
              <a:bodyPr wrap="square" lIns="360000" tIns="46800" rIns="90000" bIns="46800">
                <a:normAutofit fontScale="925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فازها و هیدرات‌ها در سنین مختلف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Group 43"/>
            <p:cNvGrpSpPr/>
            <p:nvPr/>
          </p:nvGrpSpPr>
          <p:grpSpPr>
            <a:xfrm>
              <a:off x="5730035" y="3327834"/>
              <a:ext cx="1873209" cy="649603"/>
              <a:chOff x="7645890" y="3344328"/>
              <a:chExt cx="2122517" cy="866137"/>
            </a:xfrm>
          </p:grpSpPr>
          <p:sp>
            <p:nvSpPr>
              <p:cNvPr id="18" name="TextBox 44"/>
              <p:cNvSpPr txBox="1">
                <a:spLocks/>
              </p:cNvSpPr>
              <p:nvPr/>
            </p:nvSpPr>
            <p:spPr bwMode="auto">
              <a:xfrm>
                <a:off x="7645890" y="3344328"/>
                <a:ext cx="1301593" cy="309958"/>
              </a:xfrm>
              <a:prstGeom prst="rect">
                <a:avLst/>
              </a:prstGeom>
              <a:noFill/>
            </p:spPr>
            <p:txBody>
              <a:bodyPr wrap="none" lIns="360000" tIns="46800" rIns="90000" bIns="46800">
                <a:normAutofit fontScale="700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0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SEM/EDS</a:t>
                </a:r>
                <a:endPara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9" name="TextBox 45"/>
              <p:cNvSpPr txBox="1">
                <a:spLocks/>
              </p:cNvSpPr>
              <p:nvPr/>
            </p:nvSpPr>
            <p:spPr bwMode="auto">
              <a:xfrm>
                <a:off x="7645890" y="3654286"/>
                <a:ext cx="2122517" cy="556179"/>
              </a:xfrm>
              <a:prstGeom prst="rect">
                <a:avLst/>
              </a:prstGeom>
              <a:noFill/>
            </p:spPr>
            <p:txBody>
              <a:bodyPr wrap="square" lIns="360000" tIns="46800" rIns="90000" bIns="46800">
                <a:normAutofit fontScale="925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حفرات و پیوستگی ماتریس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Group 49"/>
            <p:cNvGrpSpPr/>
            <p:nvPr/>
          </p:nvGrpSpPr>
          <p:grpSpPr>
            <a:xfrm>
              <a:off x="5730035" y="1474507"/>
              <a:ext cx="1873209" cy="649603"/>
              <a:chOff x="7645890" y="3344328"/>
              <a:chExt cx="2122517" cy="866137"/>
            </a:xfrm>
          </p:grpSpPr>
          <p:sp>
            <p:nvSpPr>
              <p:cNvPr id="14" name="TextBox 50"/>
              <p:cNvSpPr txBox="1">
                <a:spLocks/>
              </p:cNvSpPr>
              <p:nvPr/>
            </p:nvSpPr>
            <p:spPr bwMode="auto">
              <a:xfrm>
                <a:off x="7645890" y="3344328"/>
                <a:ext cx="1301593" cy="309958"/>
              </a:xfrm>
              <a:prstGeom prst="rect">
                <a:avLst/>
              </a:prstGeom>
              <a:noFill/>
            </p:spPr>
            <p:txBody>
              <a:bodyPr wrap="square" lIns="360000" tIns="46800" rIns="90000" bIns="46800">
                <a:normAutofit fontScale="700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0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چگالی و تخلخل</a:t>
                </a:r>
                <a:endPara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5" name="TextBox 51"/>
              <p:cNvSpPr txBox="1">
                <a:spLocks/>
              </p:cNvSpPr>
              <p:nvPr/>
            </p:nvSpPr>
            <p:spPr bwMode="auto">
              <a:xfrm>
                <a:off x="7645890" y="3654286"/>
                <a:ext cx="2122517" cy="556179"/>
              </a:xfrm>
              <a:prstGeom prst="rect">
                <a:avLst/>
              </a:prstGeom>
              <a:noFill/>
            </p:spPr>
            <p:txBody>
              <a:bodyPr wrap="square" lIns="360000" tIns="46800" rIns="90000" bIns="46800">
                <a:normAutofit fontScale="925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چگالی حجمی، تخلخل ظاهری و جذب آب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1736685" y="1474507"/>
            <a:ext cx="1792439" cy="2502930"/>
            <a:chOff x="1736685" y="1474507"/>
            <a:chExt cx="1792439" cy="2502930"/>
          </a:xfrm>
        </p:grpSpPr>
        <p:grpSp>
          <p:nvGrpSpPr>
            <p:cNvPr id="7" name="Group 28"/>
            <p:cNvGrpSpPr/>
            <p:nvPr/>
          </p:nvGrpSpPr>
          <p:grpSpPr>
            <a:xfrm>
              <a:off x="1736685" y="2401170"/>
              <a:ext cx="1792439" cy="649603"/>
              <a:chOff x="2378292" y="4060687"/>
              <a:chExt cx="2389919" cy="866137"/>
            </a:xfrm>
          </p:grpSpPr>
          <p:sp>
            <p:nvSpPr>
              <p:cNvPr id="20" name="TextBox 29"/>
              <p:cNvSpPr txBox="1">
                <a:spLocks/>
              </p:cNvSpPr>
              <p:nvPr/>
            </p:nvSpPr>
            <p:spPr bwMode="auto">
              <a:xfrm>
                <a:off x="3236598" y="4060687"/>
                <a:ext cx="1531613" cy="309958"/>
              </a:xfrm>
              <a:prstGeom prst="rect">
                <a:avLst/>
              </a:prstGeom>
              <a:noFill/>
            </p:spPr>
            <p:txBody>
              <a:bodyPr wrap="none" lIns="90000" tIns="46800" rIns="360000" bIns="46800">
                <a:normAutofit fontScale="700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0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استحکام</a:t>
                </a:r>
                <a:endPara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1" name="TextBox 42"/>
              <p:cNvSpPr txBox="1">
                <a:spLocks/>
              </p:cNvSpPr>
              <p:nvPr/>
            </p:nvSpPr>
            <p:spPr bwMode="auto">
              <a:xfrm>
                <a:off x="2378292" y="4370645"/>
                <a:ext cx="2389918" cy="556179"/>
              </a:xfrm>
              <a:prstGeom prst="rect">
                <a:avLst/>
              </a:prstGeom>
              <a:noFill/>
            </p:spPr>
            <p:txBody>
              <a:bodyPr wrap="square" lIns="90000" tIns="46800" rIns="360000" bIns="46800">
                <a:normAutofit fontScale="92500"/>
              </a:bodyPr>
              <a:lstStyle/>
              <a:p>
                <a:pPr lvl="0" algn="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CCS و، در صورت امکان، CMOR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Group 46"/>
            <p:cNvGrpSpPr/>
            <p:nvPr/>
          </p:nvGrpSpPr>
          <p:grpSpPr>
            <a:xfrm>
              <a:off x="1736685" y="3327834"/>
              <a:ext cx="1792439" cy="649603"/>
              <a:chOff x="2378292" y="4060687"/>
              <a:chExt cx="2389919" cy="866137"/>
            </a:xfrm>
          </p:grpSpPr>
          <p:sp>
            <p:nvSpPr>
              <p:cNvPr id="16" name="TextBox 47"/>
              <p:cNvSpPr txBox="1">
                <a:spLocks/>
              </p:cNvSpPr>
              <p:nvPr/>
            </p:nvSpPr>
            <p:spPr bwMode="auto">
              <a:xfrm>
                <a:off x="3236598" y="4060687"/>
                <a:ext cx="1531613" cy="309958"/>
              </a:xfrm>
              <a:prstGeom prst="rect">
                <a:avLst/>
              </a:prstGeom>
              <a:noFill/>
            </p:spPr>
            <p:txBody>
              <a:bodyPr wrap="none" lIns="90000" tIns="46800" rIns="360000" bIns="46800">
                <a:normAutofit fontScale="700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0" i="0" u="none" strike="noStrike" kern="1200" cap="none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TG/DSC</a:t>
                </a:r>
                <a:endPara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7" name="TextBox 48"/>
              <p:cNvSpPr txBox="1">
                <a:spLocks/>
              </p:cNvSpPr>
              <p:nvPr/>
            </p:nvSpPr>
            <p:spPr bwMode="auto">
              <a:xfrm>
                <a:off x="2378292" y="4370645"/>
                <a:ext cx="2389918" cy="556179"/>
              </a:xfrm>
              <a:prstGeom prst="rect">
                <a:avLst/>
              </a:prstGeom>
              <a:noFill/>
            </p:spPr>
            <p:txBody>
              <a:bodyPr wrap="square" lIns="90000" tIns="46800" rIns="360000" bIns="46800">
                <a:normAutofit fontScale="92500"/>
              </a:bodyPr>
              <a:lstStyle/>
              <a:p>
                <a:pPr lvl="0" algn="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آب پیوندی و تجزیهٔ هیدرات‌ها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52"/>
            <p:cNvGrpSpPr/>
            <p:nvPr/>
          </p:nvGrpSpPr>
          <p:grpSpPr>
            <a:xfrm>
              <a:off x="1736685" y="1474507"/>
              <a:ext cx="1792439" cy="649603"/>
              <a:chOff x="2378292" y="4060687"/>
              <a:chExt cx="2389919" cy="866137"/>
            </a:xfrm>
          </p:grpSpPr>
          <p:sp>
            <p:nvSpPr>
              <p:cNvPr id="12" name="TextBox 53"/>
              <p:cNvSpPr txBox="1">
                <a:spLocks/>
              </p:cNvSpPr>
              <p:nvPr/>
            </p:nvSpPr>
            <p:spPr bwMode="auto">
              <a:xfrm>
                <a:off x="3236598" y="4060687"/>
                <a:ext cx="1531613" cy="309958"/>
              </a:xfrm>
              <a:prstGeom prst="rect">
                <a:avLst/>
              </a:prstGeom>
              <a:noFill/>
            </p:spPr>
            <p:txBody>
              <a:bodyPr wrap="square" lIns="90000" tIns="46800" rIns="360000" bIns="46800">
                <a:normAutofit fontScale="700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400" b="0" i="0" u="none" strike="noStrike" kern="1200" cap="none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روانی و گیرش</a:t>
                </a:r>
                <a:endParaRPr kumimoji="0" lang="fa-IR" altLang="en-US" sz="1400" b="0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TextBox 54"/>
              <p:cNvSpPr txBox="1">
                <a:spLocks/>
              </p:cNvSpPr>
              <p:nvPr/>
            </p:nvSpPr>
            <p:spPr bwMode="auto">
              <a:xfrm>
                <a:off x="2378292" y="4370645"/>
                <a:ext cx="2389918" cy="556179"/>
              </a:xfrm>
              <a:prstGeom prst="rect">
                <a:avLst/>
              </a:prstGeom>
              <a:noFill/>
            </p:spPr>
            <p:txBody>
              <a:bodyPr wrap="square" lIns="90000" tIns="46800" rIns="360000" bIns="46800">
                <a:normAutofit fontScale="92500"/>
              </a:bodyPr>
              <a:lstStyle/>
              <a:p>
                <a:pPr lvl="0" algn="r" rtl="1">
                  <a:lnSpc>
                    <a:spcPct val="120000"/>
                  </a:lnSpc>
                  <a:defRPr/>
                </a:pPr>
                <a:r>
                  <a:rPr lang="fa-IR" altLang="en-US" sz="10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روانی، کارپذیری، گیرش اولیه و نهایی</a:t>
                </a:r>
                <a:endParaRPr kumimoji="0" lang="fa-IR" altLang="en-US" sz="10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sp>
        <p:nvSpPr>
          <p:cNvPr id="30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rPr>
              <a:t>آزمون‌ها و ارزیابی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j-lt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778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组合 66"/>
          <p:cNvGrpSpPr/>
          <p:nvPr/>
        </p:nvGrpSpPr>
        <p:grpSpPr>
          <a:xfrm>
            <a:off x="1765470" y="3075225"/>
            <a:ext cx="5814004" cy="1143708"/>
            <a:chOff x="1765470" y="3075225"/>
            <a:chExt cx="5814004" cy="1143708"/>
          </a:xfrm>
        </p:grpSpPr>
        <p:sp>
          <p:nvSpPr>
            <p:cNvPr id="12" name="Arrow: Notched Right 70"/>
            <p:cNvSpPr/>
            <p:nvPr/>
          </p:nvSpPr>
          <p:spPr bwMode="auto">
            <a:xfrm flipH="1">
              <a:off x="1855319" y="3075225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2">
                <a:lumMod val="7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" name="Arrow: Notched Right 71"/>
            <p:cNvSpPr/>
            <p:nvPr/>
          </p:nvSpPr>
          <p:spPr bwMode="auto">
            <a:xfrm flipH="1">
              <a:off x="1765470" y="3075225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216000" anchor="b" anchorCtr="1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rPr>
                <a:t>M+S+A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4" name="Arrow: Notched Right 73"/>
            <p:cNvSpPr/>
            <p:nvPr/>
          </p:nvSpPr>
          <p:spPr bwMode="auto">
            <a:xfrm flipH="1">
              <a:off x="3264832" y="3075225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1">
                <a:lumMod val="7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5" name="Arrow: Notched Right 74"/>
            <p:cNvSpPr/>
            <p:nvPr/>
          </p:nvSpPr>
          <p:spPr bwMode="auto">
            <a:xfrm flipH="1">
              <a:off x="3174983" y="3075225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1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216000" anchor="b" anchorCtr="1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rPr>
                <a:t>M+A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" name="Arrow: Notched Right 76"/>
            <p:cNvSpPr/>
            <p:nvPr/>
          </p:nvSpPr>
          <p:spPr bwMode="auto">
            <a:xfrm flipH="1">
              <a:off x="4672472" y="3075225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6">
                <a:lumMod val="7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7" name="Arrow: Notched Right 77"/>
            <p:cNvSpPr/>
            <p:nvPr/>
          </p:nvSpPr>
          <p:spPr bwMode="auto">
            <a:xfrm flipH="1">
              <a:off x="4582623" y="3075225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6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216000" anchor="b" anchorCtr="1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rPr>
                <a:t>M+S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8" name="Arrow: Notched Right 79"/>
            <p:cNvSpPr/>
            <p:nvPr/>
          </p:nvSpPr>
          <p:spPr bwMode="auto">
            <a:xfrm flipH="1">
              <a:off x="6081984" y="3075225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5">
                <a:lumMod val="7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9" name="Arrow: Notched Right 80"/>
            <p:cNvSpPr/>
            <p:nvPr/>
          </p:nvSpPr>
          <p:spPr bwMode="auto">
            <a:xfrm flipH="1">
              <a:off x="5992135" y="3075225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5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216000" anchor="b" anchorCtr="1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rPr>
                <a:t>آلومینا A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20" name="Group 81"/>
            <p:cNvGrpSpPr/>
            <p:nvPr/>
          </p:nvGrpSpPr>
          <p:grpSpPr>
            <a:xfrm>
              <a:off x="2448986" y="3314020"/>
              <a:ext cx="220309" cy="423132"/>
              <a:chOff x="4486276" y="4586288"/>
              <a:chExt cx="100012" cy="192087"/>
            </a:xfrm>
            <a:solidFill>
              <a:schemeClr val="bg1"/>
            </a:solidFill>
          </p:grpSpPr>
          <p:sp>
            <p:nvSpPr>
              <p:cNvPr id="63" name="Freeform: Shape 82"/>
              <p:cNvSpPr>
                <a:spLocks/>
              </p:cNvSpPr>
              <p:nvPr/>
            </p:nvSpPr>
            <p:spPr bwMode="auto">
              <a:xfrm>
                <a:off x="4494213" y="4586288"/>
                <a:ext cx="92075" cy="77787"/>
              </a:xfrm>
              <a:custGeom>
                <a:avLst/>
                <a:gdLst/>
                <a:ahLst/>
                <a:cxnLst>
                  <a:cxn ang="0">
                    <a:pos x="24" y="2"/>
                  </a:cxn>
                  <a:cxn ang="0">
                    <a:pos x="11" y="3"/>
                  </a:cxn>
                  <a:cxn ang="0">
                    <a:pos x="1" y="12"/>
                  </a:cxn>
                  <a:cxn ang="0">
                    <a:pos x="0" y="14"/>
                  </a:cxn>
                  <a:cxn ang="0">
                    <a:pos x="1" y="24"/>
                  </a:cxn>
                  <a:cxn ang="0">
                    <a:pos x="2" y="25"/>
                  </a:cxn>
                  <a:cxn ang="0">
                    <a:pos x="2" y="25"/>
                  </a:cxn>
                  <a:cxn ang="0">
                    <a:pos x="2" y="25"/>
                  </a:cxn>
                  <a:cxn ang="0">
                    <a:pos x="4" y="27"/>
                  </a:cxn>
                  <a:cxn ang="0">
                    <a:pos x="5" y="26"/>
                  </a:cxn>
                  <a:cxn ang="0">
                    <a:pos x="6" y="24"/>
                  </a:cxn>
                  <a:cxn ang="0">
                    <a:pos x="7" y="16"/>
                  </a:cxn>
                  <a:cxn ang="0">
                    <a:pos x="13" y="11"/>
                  </a:cxn>
                  <a:cxn ang="0">
                    <a:pos x="14" y="11"/>
                  </a:cxn>
                  <a:cxn ang="0">
                    <a:pos x="16" y="14"/>
                  </a:cxn>
                  <a:cxn ang="0">
                    <a:pos x="16" y="17"/>
                  </a:cxn>
                  <a:cxn ang="0">
                    <a:pos x="12" y="22"/>
                  </a:cxn>
                  <a:cxn ang="0">
                    <a:pos x="13" y="25"/>
                  </a:cxn>
                  <a:cxn ang="0">
                    <a:pos x="14" y="25"/>
                  </a:cxn>
                  <a:cxn ang="0">
                    <a:pos x="16" y="25"/>
                  </a:cxn>
                  <a:cxn ang="0">
                    <a:pos x="22" y="17"/>
                  </a:cxn>
                  <a:cxn ang="0">
                    <a:pos x="29" y="11"/>
                  </a:cxn>
                  <a:cxn ang="0">
                    <a:pos x="30" y="11"/>
                  </a:cxn>
                  <a:cxn ang="0">
                    <a:pos x="32" y="9"/>
                  </a:cxn>
                  <a:cxn ang="0">
                    <a:pos x="32" y="2"/>
                  </a:cxn>
                  <a:cxn ang="0">
                    <a:pos x="30" y="0"/>
                  </a:cxn>
                  <a:cxn ang="0">
                    <a:pos x="24" y="2"/>
                  </a:cxn>
                </a:cxnLst>
                <a:rect l="0" t="0" r="r" b="b"/>
                <a:pathLst>
                  <a:path w="32" h="27">
                    <a:moveTo>
                      <a:pt x="24" y="2"/>
                    </a:moveTo>
                    <a:cubicBezTo>
                      <a:pt x="24" y="2"/>
                      <a:pt x="13" y="2"/>
                      <a:pt x="11" y="3"/>
                    </a:cubicBezTo>
                    <a:cubicBezTo>
                      <a:pt x="9" y="3"/>
                      <a:pt x="1" y="12"/>
                      <a:pt x="1" y="12"/>
                    </a:cubicBezTo>
                    <a:cubicBezTo>
                      <a:pt x="0" y="13"/>
                      <a:pt x="0" y="13"/>
                      <a:pt x="0" y="1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5"/>
                      <a:pt x="2" y="25"/>
                      <a:pt x="2" y="25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2" y="26"/>
                      <a:pt x="3" y="27"/>
                      <a:pt x="4" y="27"/>
                    </a:cubicBezTo>
                    <a:cubicBezTo>
                      <a:pt x="4" y="27"/>
                      <a:pt x="5" y="26"/>
                      <a:pt x="5" y="26"/>
                    </a:cubicBezTo>
                    <a:cubicBezTo>
                      <a:pt x="6" y="25"/>
                      <a:pt x="6" y="25"/>
                      <a:pt x="6" y="24"/>
                    </a:cubicBezTo>
                    <a:cubicBezTo>
                      <a:pt x="7" y="16"/>
                      <a:pt x="7" y="16"/>
                      <a:pt x="7" y="16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3" y="11"/>
                      <a:pt x="14" y="10"/>
                      <a:pt x="14" y="11"/>
                    </a:cubicBezTo>
                    <a:cubicBezTo>
                      <a:pt x="15" y="12"/>
                      <a:pt x="16" y="13"/>
                      <a:pt x="16" y="14"/>
                    </a:cubicBezTo>
                    <a:cubicBezTo>
                      <a:pt x="17" y="16"/>
                      <a:pt x="16" y="17"/>
                      <a:pt x="16" y="17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2" y="23"/>
                      <a:pt x="12" y="24"/>
                      <a:pt x="13" y="25"/>
                    </a:cubicBezTo>
                    <a:cubicBezTo>
                      <a:pt x="13" y="25"/>
                      <a:pt x="14" y="25"/>
                      <a:pt x="14" y="25"/>
                    </a:cubicBezTo>
                    <a:cubicBezTo>
                      <a:pt x="15" y="25"/>
                      <a:pt x="15" y="25"/>
                      <a:pt x="16" y="25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2" y="11"/>
                      <a:pt x="32" y="9"/>
                    </a:cubicBezTo>
                    <a:cubicBezTo>
                      <a:pt x="32" y="6"/>
                      <a:pt x="32" y="3"/>
                      <a:pt x="32" y="2"/>
                    </a:cubicBezTo>
                    <a:cubicBezTo>
                      <a:pt x="32" y="0"/>
                      <a:pt x="30" y="0"/>
                      <a:pt x="30" y="0"/>
                    </a:cubicBezTo>
                    <a:lnTo>
                      <a:pt x="24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4" name="Freeform: Shape 83"/>
              <p:cNvSpPr>
                <a:spLocks/>
              </p:cNvSpPr>
              <p:nvPr/>
            </p:nvSpPr>
            <p:spPr bwMode="auto">
              <a:xfrm>
                <a:off x="4486276" y="4689475"/>
                <a:ext cx="88900" cy="88900"/>
              </a:xfrm>
              <a:custGeom>
                <a:avLst/>
                <a:gdLst/>
                <a:ahLst/>
                <a:cxnLst>
                  <a:cxn ang="0">
                    <a:pos x="6" y="3"/>
                  </a:cxn>
                  <a:cxn ang="0">
                    <a:pos x="18" y="29"/>
                  </a:cxn>
                  <a:cxn ang="0">
                    <a:pos x="16" y="0"/>
                  </a:cxn>
                  <a:cxn ang="0">
                    <a:pos x="22" y="22"/>
                  </a:cxn>
                  <a:cxn ang="0">
                    <a:pos x="18" y="24"/>
                  </a:cxn>
                  <a:cxn ang="0">
                    <a:pos x="17" y="26"/>
                  </a:cxn>
                  <a:cxn ang="0">
                    <a:pos x="16" y="24"/>
                  </a:cxn>
                  <a:cxn ang="0">
                    <a:pos x="12" y="25"/>
                  </a:cxn>
                  <a:cxn ang="0">
                    <a:pos x="10" y="23"/>
                  </a:cxn>
                  <a:cxn ang="0">
                    <a:pos x="11" y="22"/>
                  </a:cxn>
                  <a:cxn ang="0">
                    <a:pos x="13" y="22"/>
                  </a:cxn>
                  <a:cxn ang="0">
                    <a:pos x="17" y="22"/>
                  </a:cxn>
                  <a:cxn ang="0">
                    <a:pos x="19" y="21"/>
                  </a:cxn>
                  <a:cxn ang="0">
                    <a:pos x="19" y="18"/>
                  </a:cxn>
                  <a:cxn ang="0">
                    <a:pos x="17" y="17"/>
                  </a:cxn>
                  <a:cxn ang="0">
                    <a:pos x="13" y="17"/>
                  </a:cxn>
                  <a:cxn ang="0">
                    <a:pos x="9" y="17"/>
                  </a:cxn>
                  <a:cxn ang="0">
                    <a:pos x="7" y="14"/>
                  </a:cxn>
                  <a:cxn ang="0">
                    <a:pos x="8" y="10"/>
                  </a:cxn>
                  <a:cxn ang="0">
                    <a:pos x="12" y="8"/>
                  </a:cxn>
                  <a:cxn ang="0">
                    <a:pos x="12" y="6"/>
                  </a:cxn>
                  <a:cxn ang="0">
                    <a:pos x="14" y="8"/>
                  </a:cxn>
                  <a:cxn ang="0">
                    <a:pos x="17" y="8"/>
                  </a:cxn>
                  <a:cxn ang="0">
                    <a:pos x="19" y="9"/>
                  </a:cxn>
                  <a:cxn ang="0">
                    <a:pos x="18" y="10"/>
                  </a:cxn>
                  <a:cxn ang="0">
                    <a:pos x="18" y="10"/>
                  </a:cxn>
                  <a:cxn ang="0">
                    <a:pos x="14" y="10"/>
                  </a:cxn>
                  <a:cxn ang="0">
                    <a:pos x="11" y="11"/>
                  </a:cxn>
                  <a:cxn ang="0">
                    <a:pos x="11" y="13"/>
                  </a:cxn>
                  <a:cxn ang="0">
                    <a:pos x="12" y="14"/>
                  </a:cxn>
                  <a:cxn ang="0">
                    <a:pos x="15" y="14"/>
                  </a:cxn>
                  <a:cxn ang="0">
                    <a:pos x="18" y="14"/>
                  </a:cxn>
                  <a:cxn ang="0">
                    <a:pos x="23" y="17"/>
                  </a:cxn>
                </a:cxnLst>
                <a:rect l="0" t="0" r="r" b="b"/>
                <a:pathLst>
                  <a:path w="31" h="31">
                    <a:moveTo>
                      <a:pt x="16" y="0"/>
                    </a:moveTo>
                    <a:cubicBezTo>
                      <a:pt x="6" y="3"/>
                      <a:pt x="6" y="3"/>
                      <a:pt x="6" y="3"/>
                    </a:cubicBezTo>
                    <a:cubicBezTo>
                      <a:pt x="3" y="7"/>
                      <a:pt x="0" y="14"/>
                      <a:pt x="2" y="20"/>
                    </a:cubicBezTo>
                    <a:cubicBezTo>
                      <a:pt x="4" y="28"/>
                      <a:pt x="11" y="31"/>
                      <a:pt x="18" y="29"/>
                    </a:cubicBezTo>
                    <a:cubicBezTo>
                      <a:pt x="26" y="27"/>
                      <a:pt x="31" y="21"/>
                      <a:pt x="29" y="13"/>
                    </a:cubicBezTo>
                    <a:cubicBezTo>
                      <a:pt x="27" y="8"/>
                      <a:pt x="21" y="2"/>
                      <a:pt x="16" y="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2" y="21"/>
                      <a:pt x="22" y="22"/>
                    </a:cubicBezTo>
                    <a:cubicBezTo>
                      <a:pt x="21" y="22"/>
                      <a:pt x="20" y="23"/>
                      <a:pt x="20" y="23"/>
                    </a:cubicBezTo>
                    <a:cubicBezTo>
                      <a:pt x="19" y="23"/>
                      <a:pt x="18" y="24"/>
                      <a:pt x="18" y="24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26"/>
                      <a:pt x="18" y="26"/>
                      <a:pt x="17" y="26"/>
                    </a:cubicBezTo>
                    <a:cubicBezTo>
                      <a:pt x="17" y="26"/>
                      <a:pt x="16" y="26"/>
                      <a:pt x="16" y="26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5" y="25"/>
                      <a:pt x="15" y="25"/>
                      <a:pt x="14" y="25"/>
                    </a:cubicBezTo>
                    <a:cubicBezTo>
                      <a:pt x="14" y="25"/>
                      <a:pt x="13" y="25"/>
                      <a:pt x="12" y="25"/>
                    </a:cubicBezTo>
                    <a:cubicBezTo>
                      <a:pt x="11" y="25"/>
                      <a:pt x="11" y="24"/>
                      <a:pt x="10" y="24"/>
                    </a:cubicBezTo>
                    <a:cubicBezTo>
                      <a:pt x="10" y="24"/>
                      <a:pt x="10" y="24"/>
                      <a:pt x="10" y="23"/>
                    </a:cubicBezTo>
                    <a:cubicBezTo>
                      <a:pt x="10" y="23"/>
                      <a:pt x="10" y="23"/>
                      <a:pt x="10" y="22"/>
                    </a:cubicBezTo>
                    <a:cubicBezTo>
                      <a:pt x="10" y="22"/>
                      <a:pt x="10" y="22"/>
                      <a:pt x="11" y="22"/>
                    </a:cubicBezTo>
                    <a:cubicBezTo>
                      <a:pt x="11" y="22"/>
                      <a:pt x="11" y="22"/>
                      <a:pt x="12" y="22"/>
                    </a:cubicBezTo>
                    <a:cubicBezTo>
                      <a:pt x="12" y="22"/>
                      <a:pt x="12" y="22"/>
                      <a:pt x="13" y="22"/>
                    </a:cubicBezTo>
                    <a:cubicBezTo>
                      <a:pt x="13" y="22"/>
                      <a:pt x="14" y="22"/>
                      <a:pt x="15" y="22"/>
                    </a:cubicBezTo>
                    <a:cubicBezTo>
                      <a:pt x="15" y="22"/>
                      <a:pt x="16" y="22"/>
                      <a:pt x="17" y="22"/>
                    </a:cubicBezTo>
                    <a:cubicBezTo>
                      <a:pt x="17" y="22"/>
                      <a:pt x="17" y="21"/>
                      <a:pt x="18" y="21"/>
                    </a:cubicBezTo>
                    <a:cubicBezTo>
                      <a:pt x="18" y="21"/>
                      <a:pt x="18" y="21"/>
                      <a:pt x="19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19"/>
                      <a:pt x="19" y="19"/>
                      <a:pt x="19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8" y="17"/>
                      <a:pt x="18" y="17"/>
                      <a:pt x="17" y="17"/>
                    </a:cubicBezTo>
                    <a:cubicBezTo>
                      <a:pt x="16" y="17"/>
                      <a:pt x="15" y="17"/>
                      <a:pt x="15" y="17"/>
                    </a:cubicBezTo>
                    <a:cubicBezTo>
                      <a:pt x="14" y="17"/>
                      <a:pt x="13" y="17"/>
                      <a:pt x="13" y="17"/>
                    </a:cubicBezTo>
                    <a:cubicBezTo>
                      <a:pt x="12" y="17"/>
                      <a:pt x="11" y="17"/>
                      <a:pt x="11" y="17"/>
                    </a:cubicBezTo>
                    <a:cubicBezTo>
                      <a:pt x="10" y="17"/>
                      <a:pt x="10" y="17"/>
                      <a:pt x="9" y="17"/>
                    </a:cubicBezTo>
                    <a:cubicBezTo>
                      <a:pt x="9" y="16"/>
                      <a:pt x="8" y="16"/>
                      <a:pt x="8" y="16"/>
                    </a:cubicBezTo>
                    <a:cubicBezTo>
                      <a:pt x="8" y="15"/>
                      <a:pt x="7" y="15"/>
                      <a:pt x="7" y="14"/>
                    </a:cubicBezTo>
                    <a:cubicBezTo>
                      <a:pt x="7" y="13"/>
                      <a:pt x="7" y="13"/>
                      <a:pt x="7" y="12"/>
                    </a:cubicBezTo>
                    <a:cubicBezTo>
                      <a:pt x="8" y="11"/>
                      <a:pt x="8" y="11"/>
                      <a:pt x="8" y="10"/>
                    </a:cubicBezTo>
                    <a:cubicBezTo>
                      <a:pt x="9" y="10"/>
                      <a:pt x="9" y="9"/>
                      <a:pt x="10" y="9"/>
                    </a:cubicBezTo>
                    <a:cubicBezTo>
                      <a:pt x="11" y="9"/>
                      <a:pt x="11" y="9"/>
                      <a:pt x="12" y="8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6"/>
                      <a:pt x="11" y="6"/>
                      <a:pt x="12" y="6"/>
                    </a:cubicBezTo>
                    <a:cubicBezTo>
                      <a:pt x="13" y="5"/>
                      <a:pt x="13" y="6"/>
                      <a:pt x="13" y="6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4" y="8"/>
                      <a:pt x="15" y="8"/>
                      <a:pt x="15" y="8"/>
                    </a:cubicBezTo>
                    <a:cubicBezTo>
                      <a:pt x="16" y="7"/>
                      <a:pt x="17" y="8"/>
                      <a:pt x="17" y="8"/>
                    </a:cubicBezTo>
                    <a:cubicBezTo>
                      <a:pt x="18" y="8"/>
                      <a:pt x="18" y="8"/>
                      <a:pt x="19" y="8"/>
                    </a:cubicBezTo>
                    <a:cubicBezTo>
                      <a:pt x="19" y="8"/>
                      <a:pt x="19" y="9"/>
                      <a:pt x="19" y="9"/>
                    </a:cubicBezTo>
                    <a:cubicBezTo>
                      <a:pt x="19" y="9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7" y="10"/>
                      <a:pt x="17" y="10"/>
                      <a:pt x="16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1" y="11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4"/>
                      <a:pt x="11" y="14"/>
                    </a:cubicBezTo>
                    <a:cubicBezTo>
                      <a:pt x="11" y="14"/>
                      <a:pt x="12" y="14"/>
                      <a:pt x="12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4" y="14"/>
                      <a:pt x="14" y="14"/>
                      <a:pt x="15" y="14"/>
                    </a:cubicBezTo>
                    <a:cubicBezTo>
                      <a:pt x="15" y="14"/>
                      <a:pt x="16" y="14"/>
                      <a:pt x="17" y="14"/>
                    </a:cubicBezTo>
                    <a:cubicBezTo>
                      <a:pt x="17" y="14"/>
                      <a:pt x="18" y="14"/>
                      <a:pt x="18" y="14"/>
                    </a:cubicBezTo>
                    <a:cubicBezTo>
                      <a:pt x="20" y="14"/>
                      <a:pt x="20" y="15"/>
                      <a:pt x="21" y="15"/>
                    </a:cubicBezTo>
                    <a:cubicBezTo>
                      <a:pt x="22" y="16"/>
                      <a:pt x="22" y="16"/>
                      <a:pt x="23" y="17"/>
                    </a:cubicBezTo>
                    <a:cubicBezTo>
                      <a:pt x="23" y="18"/>
                      <a:pt x="23" y="19"/>
                      <a:pt x="23" y="2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5" name="Freeform: Shape 84"/>
              <p:cNvSpPr>
                <a:spLocks/>
              </p:cNvSpPr>
              <p:nvPr/>
            </p:nvSpPr>
            <p:spPr bwMode="auto">
              <a:xfrm>
                <a:off x="4491038" y="4660900"/>
                <a:ext cx="38100" cy="31750"/>
              </a:xfrm>
              <a:custGeom>
                <a:avLst/>
                <a:gdLst/>
                <a:ahLst/>
                <a:cxnLst>
                  <a:cxn ang="0">
                    <a:pos x="5" y="11"/>
                  </a:cxn>
                  <a:cxn ang="0">
                    <a:pos x="9" y="10"/>
                  </a:cxn>
                  <a:cxn ang="0">
                    <a:pos x="13" y="9"/>
                  </a:cxn>
                  <a:cxn ang="0">
                    <a:pos x="13" y="2"/>
                  </a:cxn>
                  <a:cxn ang="0">
                    <a:pos x="10" y="4"/>
                  </a:cxn>
                  <a:cxn ang="0">
                    <a:pos x="10" y="4"/>
                  </a:cxn>
                  <a:cxn ang="0">
                    <a:pos x="10" y="3"/>
                  </a:cxn>
                  <a:cxn ang="0">
                    <a:pos x="8" y="2"/>
                  </a:cxn>
                  <a:cxn ang="0">
                    <a:pos x="6" y="3"/>
                  </a:cxn>
                  <a:cxn ang="0">
                    <a:pos x="5" y="5"/>
                  </a:cxn>
                  <a:cxn ang="0">
                    <a:pos x="5" y="6"/>
                  </a:cxn>
                  <a:cxn ang="0">
                    <a:pos x="1" y="5"/>
                  </a:cxn>
                  <a:cxn ang="0">
                    <a:pos x="5" y="11"/>
                  </a:cxn>
                </a:cxnLst>
                <a:rect l="0" t="0" r="r" b="b"/>
                <a:pathLst>
                  <a:path w="13" h="11">
                    <a:moveTo>
                      <a:pt x="5" y="11"/>
                    </a:moveTo>
                    <a:cubicBezTo>
                      <a:pt x="5" y="11"/>
                      <a:pt x="9" y="10"/>
                      <a:pt x="9" y="10"/>
                    </a:cubicBezTo>
                    <a:cubicBezTo>
                      <a:pt x="13" y="9"/>
                      <a:pt x="13" y="9"/>
                      <a:pt x="13" y="9"/>
                    </a:cubicBezTo>
                    <a:cubicBezTo>
                      <a:pt x="13" y="9"/>
                      <a:pt x="13" y="4"/>
                      <a:pt x="13" y="2"/>
                    </a:cubicBezTo>
                    <a:cubicBezTo>
                      <a:pt x="13" y="0"/>
                      <a:pt x="11" y="1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3"/>
                    </a:cubicBezTo>
                    <a:cubicBezTo>
                      <a:pt x="9" y="3"/>
                      <a:pt x="9" y="2"/>
                      <a:pt x="8" y="2"/>
                    </a:cubicBezTo>
                    <a:cubicBezTo>
                      <a:pt x="7" y="1"/>
                      <a:pt x="6" y="2"/>
                      <a:pt x="6" y="3"/>
                    </a:cubicBezTo>
                    <a:cubicBezTo>
                      <a:pt x="5" y="4"/>
                      <a:pt x="5" y="4"/>
                      <a:pt x="5" y="5"/>
                    </a:cubicBezTo>
                    <a:cubicBezTo>
                      <a:pt x="5" y="5"/>
                      <a:pt x="5" y="6"/>
                      <a:pt x="5" y="6"/>
                    </a:cubicBezTo>
                    <a:cubicBezTo>
                      <a:pt x="3" y="3"/>
                      <a:pt x="0" y="3"/>
                      <a:pt x="1" y="5"/>
                    </a:cubicBezTo>
                    <a:cubicBezTo>
                      <a:pt x="3" y="7"/>
                      <a:pt x="5" y="11"/>
                      <a:pt x="5" y="1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Group 85"/>
            <p:cNvGrpSpPr/>
            <p:nvPr/>
          </p:nvGrpSpPr>
          <p:grpSpPr>
            <a:xfrm>
              <a:off x="3835134" y="3320213"/>
              <a:ext cx="267036" cy="410820"/>
              <a:chOff x="4235451" y="4579938"/>
              <a:chExt cx="123825" cy="190499"/>
            </a:xfrm>
            <a:solidFill>
              <a:schemeClr val="bg1"/>
            </a:solidFill>
          </p:grpSpPr>
          <p:sp>
            <p:nvSpPr>
              <p:cNvPr id="59" name="Freeform: Shape 86"/>
              <p:cNvSpPr>
                <a:spLocks/>
              </p:cNvSpPr>
              <p:nvPr/>
            </p:nvSpPr>
            <p:spPr bwMode="auto">
              <a:xfrm>
                <a:off x="4235451" y="4721225"/>
                <a:ext cx="123825" cy="4921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8" y="17"/>
                  </a:cxn>
                  <a:cxn ang="0">
                    <a:pos x="12" y="16"/>
                  </a:cxn>
                  <a:cxn ang="0">
                    <a:pos x="30" y="15"/>
                  </a:cxn>
                  <a:cxn ang="0">
                    <a:pos x="43" y="3"/>
                  </a:cxn>
                  <a:cxn ang="0">
                    <a:pos x="40" y="2"/>
                  </a:cxn>
                  <a:cxn ang="0">
                    <a:pos x="33" y="8"/>
                  </a:cxn>
                  <a:cxn ang="0">
                    <a:pos x="17" y="7"/>
                  </a:cxn>
                  <a:cxn ang="0">
                    <a:pos x="30" y="5"/>
                  </a:cxn>
                  <a:cxn ang="0">
                    <a:pos x="28" y="2"/>
                  </a:cxn>
                  <a:cxn ang="0">
                    <a:pos x="15" y="2"/>
                  </a:cxn>
                  <a:cxn ang="0">
                    <a:pos x="7" y="1"/>
                  </a:cxn>
                  <a:cxn ang="0">
                    <a:pos x="0" y="8"/>
                  </a:cxn>
                </a:cxnLst>
                <a:rect l="0" t="0" r="r" b="b"/>
                <a:pathLst>
                  <a:path w="43" h="17">
                    <a:moveTo>
                      <a:pt x="0" y="8"/>
                    </a:moveTo>
                    <a:cubicBezTo>
                      <a:pt x="0" y="11"/>
                      <a:pt x="5" y="16"/>
                      <a:pt x="8" y="17"/>
                    </a:cubicBezTo>
                    <a:cubicBezTo>
                      <a:pt x="9" y="17"/>
                      <a:pt x="10" y="16"/>
                      <a:pt x="12" y="16"/>
                    </a:cubicBezTo>
                    <a:cubicBezTo>
                      <a:pt x="12" y="16"/>
                      <a:pt x="26" y="17"/>
                      <a:pt x="30" y="15"/>
                    </a:cubicBezTo>
                    <a:cubicBezTo>
                      <a:pt x="33" y="14"/>
                      <a:pt x="43" y="5"/>
                      <a:pt x="43" y="3"/>
                    </a:cubicBezTo>
                    <a:cubicBezTo>
                      <a:pt x="43" y="1"/>
                      <a:pt x="42" y="0"/>
                      <a:pt x="40" y="2"/>
                    </a:cubicBezTo>
                    <a:cubicBezTo>
                      <a:pt x="37" y="3"/>
                      <a:pt x="35" y="6"/>
                      <a:pt x="33" y="8"/>
                    </a:cubicBezTo>
                    <a:cubicBezTo>
                      <a:pt x="29" y="11"/>
                      <a:pt x="21" y="12"/>
                      <a:pt x="17" y="7"/>
                    </a:cubicBezTo>
                    <a:cubicBezTo>
                      <a:pt x="17" y="7"/>
                      <a:pt x="28" y="8"/>
                      <a:pt x="30" y="5"/>
                    </a:cubicBezTo>
                    <a:cubicBezTo>
                      <a:pt x="31" y="3"/>
                      <a:pt x="30" y="1"/>
                      <a:pt x="28" y="2"/>
                    </a:cubicBezTo>
                    <a:cubicBezTo>
                      <a:pt x="26" y="2"/>
                      <a:pt x="17" y="2"/>
                      <a:pt x="15" y="2"/>
                    </a:cubicBezTo>
                    <a:cubicBezTo>
                      <a:pt x="12" y="1"/>
                      <a:pt x="8" y="0"/>
                      <a:pt x="7" y="1"/>
                    </a:cubicBezTo>
                    <a:cubicBezTo>
                      <a:pt x="5" y="2"/>
                      <a:pt x="1" y="5"/>
                      <a:pt x="0" y="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87"/>
              <p:cNvSpPr>
                <a:spLocks/>
              </p:cNvSpPr>
              <p:nvPr/>
            </p:nvSpPr>
            <p:spPr bwMode="auto">
              <a:xfrm>
                <a:off x="4281488" y="4695825"/>
                <a:ext cx="49213" cy="19050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2" y="4"/>
                  </a:cxn>
                  <a:cxn ang="0">
                    <a:pos x="5" y="4"/>
                  </a:cxn>
                  <a:cxn ang="0">
                    <a:pos x="5" y="4"/>
                  </a:cxn>
                  <a:cxn ang="0">
                    <a:pos x="9" y="7"/>
                  </a:cxn>
                  <a:cxn ang="0">
                    <a:pos x="13" y="4"/>
                  </a:cxn>
                  <a:cxn ang="0">
                    <a:pos x="12" y="4"/>
                  </a:cxn>
                  <a:cxn ang="0">
                    <a:pos x="15" y="4"/>
                  </a:cxn>
                  <a:cxn ang="0">
                    <a:pos x="17" y="2"/>
                  </a:cxn>
                  <a:cxn ang="0">
                    <a:pos x="15" y="0"/>
                  </a:cxn>
                </a:cxnLst>
                <a:rect l="0" t="0" r="r" b="b"/>
                <a:pathLst>
                  <a:path w="17" h="7">
                    <a:moveTo>
                      <a:pt x="15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5" y="6"/>
                      <a:pt x="6" y="7"/>
                      <a:pt x="9" y="7"/>
                    </a:cubicBezTo>
                    <a:cubicBezTo>
                      <a:pt x="11" y="7"/>
                      <a:pt x="13" y="6"/>
                      <a:pt x="13" y="4"/>
                    </a:cubicBezTo>
                    <a:cubicBezTo>
                      <a:pt x="13" y="4"/>
                      <a:pt x="12" y="4"/>
                      <a:pt x="12" y="4"/>
                    </a:cubicBezTo>
                    <a:cubicBezTo>
                      <a:pt x="15" y="4"/>
                      <a:pt x="15" y="4"/>
                      <a:pt x="15" y="4"/>
                    </a:cubicBezTo>
                    <a:cubicBezTo>
                      <a:pt x="16" y="4"/>
                      <a:pt x="17" y="3"/>
                      <a:pt x="17" y="2"/>
                    </a:cubicBezTo>
                    <a:cubicBezTo>
                      <a:pt x="17" y="1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1" name="Freeform: Shape 88"/>
              <p:cNvSpPr>
                <a:spLocks/>
              </p:cNvSpPr>
              <p:nvPr/>
            </p:nvSpPr>
            <p:spPr bwMode="auto">
              <a:xfrm>
                <a:off x="4260851" y="4579938"/>
                <a:ext cx="88900" cy="100012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0" y="16"/>
                  </a:cxn>
                  <a:cxn ang="0">
                    <a:pos x="7" y="35"/>
                  </a:cxn>
                  <a:cxn ang="0">
                    <a:pos x="25" y="35"/>
                  </a:cxn>
                  <a:cxn ang="0">
                    <a:pos x="31" y="16"/>
                  </a:cxn>
                  <a:cxn ang="0">
                    <a:pos x="16" y="0"/>
                  </a:cxn>
                  <a:cxn ang="0">
                    <a:pos x="19" y="21"/>
                  </a:cxn>
                  <a:cxn ang="0">
                    <a:pos x="16" y="19"/>
                  </a:cxn>
                  <a:cxn ang="0">
                    <a:pos x="12" y="21"/>
                  </a:cxn>
                  <a:cxn ang="0">
                    <a:pos x="12" y="17"/>
                  </a:cxn>
                  <a:cxn ang="0">
                    <a:pos x="9" y="14"/>
                  </a:cxn>
                  <a:cxn ang="0">
                    <a:pos x="14" y="13"/>
                  </a:cxn>
                  <a:cxn ang="0">
                    <a:pos x="16" y="9"/>
                  </a:cxn>
                  <a:cxn ang="0">
                    <a:pos x="17" y="13"/>
                  </a:cxn>
                  <a:cxn ang="0">
                    <a:pos x="22" y="14"/>
                  </a:cxn>
                  <a:cxn ang="0">
                    <a:pos x="19" y="17"/>
                  </a:cxn>
                  <a:cxn ang="0">
                    <a:pos x="19" y="21"/>
                  </a:cxn>
                </a:cxnLst>
                <a:rect l="0" t="0" r="r" b="b"/>
                <a:pathLst>
                  <a:path w="31" h="35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23"/>
                      <a:pt x="7" y="27"/>
                      <a:pt x="7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27"/>
                      <a:pt x="31" y="23"/>
                      <a:pt x="31" y="16"/>
                    </a:cubicBezTo>
                    <a:cubicBezTo>
                      <a:pt x="31" y="7"/>
                      <a:pt x="24" y="0"/>
                      <a:pt x="16" y="0"/>
                    </a:cubicBezTo>
                    <a:close/>
                    <a:moveTo>
                      <a:pt x="19" y="21"/>
                    </a:moveTo>
                    <a:cubicBezTo>
                      <a:pt x="16" y="19"/>
                      <a:pt x="16" y="19"/>
                      <a:pt x="16" y="1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12" y="17"/>
                      <a:pt x="12" y="17"/>
                      <a:pt x="12" y="17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7" y="13"/>
                      <a:pt x="17" y="13"/>
                      <a:pt x="17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19" y="17"/>
                      <a:pt x="19" y="17"/>
                      <a:pt x="19" y="17"/>
                    </a:cubicBezTo>
                    <a:lnTo>
                      <a:pt x="19" y="2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2" name="Freeform: Shape 89"/>
              <p:cNvSpPr>
                <a:spLocks/>
              </p:cNvSpPr>
              <p:nvPr/>
            </p:nvSpPr>
            <p:spPr bwMode="auto">
              <a:xfrm>
                <a:off x="4281488" y="4683125"/>
                <a:ext cx="49213" cy="9525"/>
              </a:xfrm>
              <a:custGeom>
                <a:avLst/>
                <a:gdLst/>
                <a:ahLst/>
                <a:cxnLst>
                  <a:cxn ang="0">
                    <a:pos x="1" y="3"/>
                  </a:cxn>
                  <a:cxn ang="0">
                    <a:pos x="16" y="3"/>
                  </a:cxn>
                  <a:cxn ang="0">
                    <a:pos x="17" y="2"/>
                  </a:cxn>
                  <a:cxn ang="0">
                    <a:pos x="16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1" y="3"/>
                  </a:cxn>
                </a:cxnLst>
                <a:rect l="0" t="0" r="r" b="b"/>
                <a:pathLst>
                  <a:path w="17" h="3">
                    <a:moveTo>
                      <a:pt x="1" y="3"/>
                    </a:moveTo>
                    <a:cubicBezTo>
                      <a:pt x="16" y="3"/>
                      <a:pt x="16" y="3"/>
                      <a:pt x="16" y="3"/>
                    </a:cubicBezTo>
                    <a:cubicBezTo>
                      <a:pt x="17" y="3"/>
                      <a:pt x="17" y="2"/>
                      <a:pt x="17" y="2"/>
                    </a:cubicBezTo>
                    <a:cubicBezTo>
                      <a:pt x="17" y="1"/>
                      <a:pt x="17" y="0"/>
                      <a:pt x="16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  <a:cubicBezTo>
                      <a:pt x="0" y="2"/>
                      <a:pt x="0" y="3"/>
                      <a:pt x="1" y="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2" name="Group 90"/>
            <p:cNvGrpSpPr/>
            <p:nvPr/>
          </p:nvGrpSpPr>
          <p:grpSpPr>
            <a:xfrm>
              <a:off x="5228786" y="3338020"/>
              <a:ext cx="295135" cy="375059"/>
              <a:chOff x="3949701" y="4570413"/>
              <a:chExt cx="152400" cy="193675"/>
            </a:xfrm>
            <a:solidFill>
              <a:schemeClr val="bg1"/>
            </a:solidFill>
          </p:grpSpPr>
          <p:sp>
            <p:nvSpPr>
              <p:cNvPr id="53" name="Oval 91"/>
              <p:cNvSpPr>
                <a:spLocks/>
              </p:cNvSpPr>
              <p:nvPr/>
            </p:nvSpPr>
            <p:spPr bwMode="auto">
              <a:xfrm>
                <a:off x="4079876" y="4657725"/>
                <a:ext cx="22225" cy="222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92"/>
              <p:cNvSpPr>
                <a:spLocks/>
              </p:cNvSpPr>
              <p:nvPr/>
            </p:nvSpPr>
            <p:spPr bwMode="auto">
              <a:xfrm>
                <a:off x="4041776" y="4660900"/>
                <a:ext cx="55563" cy="103187"/>
              </a:xfrm>
              <a:custGeom>
                <a:avLst/>
                <a:gdLst/>
                <a:ahLst/>
                <a:cxnLst>
                  <a:cxn ang="0">
                    <a:pos x="18" y="32"/>
                  </a:cxn>
                  <a:cxn ang="0">
                    <a:pos x="13" y="22"/>
                  </a:cxn>
                  <a:cxn ang="0">
                    <a:pos x="15" y="20"/>
                  </a:cxn>
                  <a:cxn ang="0">
                    <a:pos x="16" y="12"/>
                  </a:cxn>
                  <a:cxn ang="0">
                    <a:pos x="15" y="9"/>
                  </a:cxn>
                  <a:cxn ang="0">
                    <a:pos x="8" y="1"/>
                  </a:cxn>
                  <a:cxn ang="0">
                    <a:pos x="4" y="1"/>
                  </a:cxn>
                  <a:cxn ang="0">
                    <a:pos x="4" y="4"/>
                  </a:cxn>
                  <a:cxn ang="0">
                    <a:pos x="9" y="9"/>
                  </a:cxn>
                  <a:cxn ang="0">
                    <a:pos x="4" y="7"/>
                  </a:cxn>
                  <a:cxn ang="0">
                    <a:pos x="1" y="8"/>
                  </a:cxn>
                  <a:cxn ang="0">
                    <a:pos x="2" y="11"/>
                  </a:cxn>
                  <a:cxn ang="0">
                    <a:pos x="7" y="14"/>
                  </a:cxn>
                  <a:cxn ang="0">
                    <a:pos x="8" y="14"/>
                  </a:cxn>
                  <a:cxn ang="0">
                    <a:pos x="6" y="23"/>
                  </a:cxn>
                  <a:cxn ang="0">
                    <a:pos x="4" y="31"/>
                  </a:cxn>
                  <a:cxn ang="0">
                    <a:pos x="4" y="33"/>
                  </a:cxn>
                  <a:cxn ang="0">
                    <a:pos x="5" y="36"/>
                  </a:cxn>
                  <a:cxn ang="0">
                    <a:pos x="6" y="36"/>
                  </a:cxn>
                  <a:cxn ang="0">
                    <a:pos x="8" y="34"/>
                  </a:cxn>
                  <a:cxn ang="0">
                    <a:pos x="10" y="27"/>
                  </a:cxn>
                  <a:cxn ang="0">
                    <a:pos x="14" y="34"/>
                  </a:cxn>
                  <a:cxn ang="0">
                    <a:pos x="17" y="35"/>
                  </a:cxn>
                  <a:cxn ang="0">
                    <a:pos x="18" y="32"/>
                  </a:cxn>
                </a:cxnLst>
                <a:rect l="0" t="0" r="r" b="b"/>
                <a:pathLst>
                  <a:path w="19" h="36">
                    <a:moveTo>
                      <a:pt x="18" y="32"/>
                    </a:moveTo>
                    <a:cubicBezTo>
                      <a:pt x="13" y="22"/>
                      <a:pt x="13" y="22"/>
                      <a:pt x="13" y="22"/>
                    </a:cubicBezTo>
                    <a:cubicBezTo>
                      <a:pt x="14" y="21"/>
                      <a:pt x="14" y="21"/>
                      <a:pt x="15" y="20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11"/>
                      <a:pt x="16" y="10"/>
                      <a:pt x="15" y="9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0"/>
                      <a:pt x="5" y="0"/>
                      <a:pt x="4" y="1"/>
                    </a:cubicBezTo>
                    <a:cubicBezTo>
                      <a:pt x="3" y="2"/>
                      <a:pt x="3" y="3"/>
                      <a:pt x="4" y="4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6"/>
                      <a:pt x="1" y="7"/>
                      <a:pt x="1" y="8"/>
                    </a:cubicBezTo>
                    <a:cubicBezTo>
                      <a:pt x="0" y="9"/>
                      <a:pt x="1" y="11"/>
                      <a:pt x="2" y="11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14"/>
                      <a:pt x="8" y="14"/>
                      <a:pt x="8" y="14"/>
                    </a:cubicBezTo>
                    <a:cubicBezTo>
                      <a:pt x="7" y="17"/>
                      <a:pt x="7" y="21"/>
                      <a:pt x="6" y="23"/>
                    </a:cubicBezTo>
                    <a:cubicBezTo>
                      <a:pt x="5" y="26"/>
                      <a:pt x="5" y="28"/>
                      <a:pt x="4" y="31"/>
                    </a:cubicBezTo>
                    <a:cubicBezTo>
                      <a:pt x="4" y="31"/>
                      <a:pt x="4" y="32"/>
                      <a:pt x="4" y="33"/>
                    </a:cubicBezTo>
                    <a:cubicBezTo>
                      <a:pt x="3" y="34"/>
                      <a:pt x="4" y="35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8" y="35"/>
                      <a:pt x="8" y="34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4" y="35"/>
                      <a:pt x="16" y="36"/>
                      <a:pt x="17" y="35"/>
                    </a:cubicBezTo>
                    <a:cubicBezTo>
                      <a:pt x="18" y="34"/>
                      <a:pt x="19" y="33"/>
                      <a:pt x="18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5" name="Oval 93"/>
              <p:cNvSpPr>
                <a:spLocks/>
              </p:cNvSpPr>
              <p:nvPr/>
            </p:nvSpPr>
            <p:spPr bwMode="auto">
              <a:xfrm>
                <a:off x="3987801" y="4675188"/>
                <a:ext cx="25400" cy="222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94"/>
              <p:cNvSpPr>
                <a:spLocks/>
              </p:cNvSpPr>
              <p:nvPr/>
            </p:nvSpPr>
            <p:spPr bwMode="auto">
              <a:xfrm>
                <a:off x="3963988" y="4672013"/>
                <a:ext cx="69850" cy="92075"/>
              </a:xfrm>
              <a:custGeom>
                <a:avLst/>
                <a:gdLst/>
                <a:ahLst/>
                <a:cxnLst>
                  <a:cxn ang="0">
                    <a:pos x="21" y="19"/>
                  </a:cxn>
                  <a:cxn ang="0">
                    <a:pos x="18" y="19"/>
                  </a:cxn>
                  <a:cxn ang="0">
                    <a:pos x="18" y="15"/>
                  </a:cxn>
                  <a:cxn ang="0">
                    <a:pos x="23" y="11"/>
                  </a:cxn>
                  <a:cxn ang="0">
                    <a:pos x="24" y="9"/>
                  </a:cxn>
                  <a:cxn ang="0">
                    <a:pos x="24" y="2"/>
                  </a:cxn>
                  <a:cxn ang="0">
                    <a:pos x="21" y="0"/>
                  </a:cxn>
                  <a:cxn ang="0">
                    <a:pos x="19" y="2"/>
                  </a:cxn>
                  <a:cxn ang="0">
                    <a:pos x="19" y="8"/>
                  </a:cxn>
                  <a:cxn ang="0">
                    <a:pos x="14" y="12"/>
                  </a:cxn>
                  <a:cxn ang="0">
                    <a:pos x="7" y="10"/>
                  </a:cxn>
                  <a:cxn ang="0">
                    <a:pos x="6" y="5"/>
                  </a:cxn>
                  <a:cxn ang="0">
                    <a:pos x="3" y="3"/>
                  </a:cxn>
                  <a:cxn ang="0">
                    <a:pos x="1" y="6"/>
                  </a:cxn>
                  <a:cxn ang="0">
                    <a:pos x="3" y="12"/>
                  </a:cxn>
                  <a:cxn ang="0">
                    <a:pos x="5" y="14"/>
                  </a:cxn>
                  <a:cxn ang="0">
                    <a:pos x="9" y="16"/>
                  </a:cxn>
                  <a:cxn ang="0">
                    <a:pos x="9" y="24"/>
                  </a:cxn>
                  <a:cxn ang="0">
                    <a:pos x="9" y="24"/>
                  </a:cxn>
                  <a:cxn ang="0">
                    <a:pos x="9" y="27"/>
                  </a:cxn>
                  <a:cxn ang="0">
                    <a:pos x="2" y="27"/>
                  </a:cxn>
                  <a:cxn ang="0">
                    <a:pos x="0" y="29"/>
                  </a:cxn>
                  <a:cxn ang="0">
                    <a:pos x="2" y="32"/>
                  </a:cxn>
                  <a:cxn ang="0">
                    <a:pos x="12" y="32"/>
                  </a:cxn>
                  <a:cxn ang="0">
                    <a:pos x="14" y="29"/>
                  </a:cxn>
                  <a:cxn ang="0">
                    <a:pos x="14" y="24"/>
                  </a:cxn>
                  <a:cxn ang="0">
                    <a:pos x="19" y="24"/>
                  </a:cxn>
                  <a:cxn ang="0">
                    <a:pos x="19" y="29"/>
                  </a:cxn>
                  <a:cxn ang="0">
                    <a:pos x="21" y="32"/>
                  </a:cxn>
                  <a:cxn ang="0">
                    <a:pos x="23" y="29"/>
                  </a:cxn>
                  <a:cxn ang="0">
                    <a:pos x="23" y="21"/>
                  </a:cxn>
                  <a:cxn ang="0">
                    <a:pos x="21" y="19"/>
                  </a:cxn>
                </a:cxnLst>
                <a:rect l="0" t="0" r="r" b="b"/>
                <a:pathLst>
                  <a:path w="24" h="32">
                    <a:moveTo>
                      <a:pt x="21" y="19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3" y="11"/>
                      <a:pt x="24" y="10"/>
                      <a:pt x="24" y="9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1"/>
                      <a:pt x="23" y="0"/>
                      <a:pt x="21" y="0"/>
                    </a:cubicBezTo>
                    <a:cubicBezTo>
                      <a:pt x="20" y="0"/>
                      <a:pt x="19" y="1"/>
                      <a:pt x="19" y="2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7" y="10"/>
                      <a:pt x="7" y="10"/>
                      <a:pt x="7" y="10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4"/>
                      <a:pt x="4" y="3"/>
                      <a:pt x="3" y="3"/>
                    </a:cubicBezTo>
                    <a:cubicBezTo>
                      <a:pt x="1" y="4"/>
                      <a:pt x="1" y="5"/>
                      <a:pt x="1" y="6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3"/>
                      <a:pt x="4" y="13"/>
                      <a:pt x="5" y="14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1" y="27"/>
                      <a:pt x="0" y="28"/>
                      <a:pt x="0" y="29"/>
                    </a:cubicBezTo>
                    <a:cubicBezTo>
                      <a:pt x="0" y="31"/>
                      <a:pt x="1" y="32"/>
                      <a:pt x="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4" y="31"/>
                      <a:pt x="14" y="29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1"/>
                      <a:pt x="20" y="32"/>
                      <a:pt x="21" y="32"/>
                    </a:cubicBezTo>
                    <a:cubicBezTo>
                      <a:pt x="22" y="32"/>
                      <a:pt x="23" y="31"/>
                      <a:pt x="23" y="29"/>
                    </a:cubicBezTo>
                    <a:cubicBezTo>
                      <a:pt x="23" y="21"/>
                      <a:pt x="23" y="21"/>
                      <a:pt x="23" y="21"/>
                    </a:cubicBezTo>
                    <a:cubicBezTo>
                      <a:pt x="23" y="20"/>
                      <a:pt x="22" y="19"/>
                      <a:pt x="21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7" name="Freeform: Shape 95"/>
              <p:cNvSpPr>
                <a:spLocks/>
              </p:cNvSpPr>
              <p:nvPr/>
            </p:nvSpPr>
            <p:spPr bwMode="auto">
              <a:xfrm>
                <a:off x="3949701" y="4570413"/>
                <a:ext cx="87313" cy="95250"/>
              </a:xfrm>
              <a:custGeom>
                <a:avLst/>
                <a:gdLst/>
                <a:ahLst/>
                <a:cxnLst>
                  <a:cxn ang="0">
                    <a:pos x="29" y="25"/>
                  </a:cxn>
                  <a:cxn ang="0">
                    <a:pos x="29" y="24"/>
                  </a:cxn>
                  <a:cxn ang="0">
                    <a:pos x="29" y="24"/>
                  </a:cxn>
                  <a:cxn ang="0">
                    <a:pos x="29" y="24"/>
                  </a:cxn>
                  <a:cxn ang="0">
                    <a:pos x="28" y="24"/>
                  </a:cxn>
                  <a:cxn ang="0">
                    <a:pos x="27" y="19"/>
                  </a:cxn>
                  <a:cxn ang="0">
                    <a:pos x="28" y="18"/>
                  </a:cxn>
                  <a:cxn ang="0">
                    <a:pos x="27" y="18"/>
                  </a:cxn>
                  <a:cxn ang="0">
                    <a:pos x="28" y="13"/>
                  </a:cxn>
                  <a:cxn ang="0">
                    <a:pos x="29" y="13"/>
                  </a:cxn>
                  <a:cxn ang="0">
                    <a:pos x="29" y="12"/>
                  </a:cxn>
                  <a:cxn ang="0">
                    <a:pos x="30" y="11"/>
                  </a:cxn>
                  <a:cxn ang="0">
                    <a:pos x="29" y="9"/>
                  </a:cxn>
                  <a:cxn ang="0">
                    <a:pos x="30" y="6"/>
                  </a:cxn>
                  <a:cxn ang="0">
                    <a:pos x="29" y="5"/>
                  </a:cxn>
                  <a:cxn ang="0">
                    <a:pos x="28" y="3"/>
                  </a:cxn>
                  <a:cxn ang="0">
                    <a:pos x="25" y="5"/>
                  </a:cxn>
                  <a:cxn ang="0">
                    <a:pos x="24" y="4"/>
                  </a:cxn>
                  <a:cxn ang="0">
                    <a:pos x="23" y="1"/>
                  </a:cxn>
                  <a:cxn ang="0">
                    <a:pos x="19" y="0"/>
                  </a:cxn>
                  <a:cxn ang="0">
                    <a:pos x="18" y="2"/>
                  </a:cxn>
                  <a:cxn ang="0">
                    <a:pos x="16" y="2"/>
                  </a:cxn>
                  <a:cxn ang="0">
                    <a:pos x="15" y="0"/>
                  </a:cxn>
                  <a:cxn ang="0">
                    <a:pos x="11" y="1"/>
                  </a:cxn>
                  <a:cxn ang="0">
                    <a:pos x="11" y="4"/>
                  </a:cxn>
                  <a:cxn ang="0">
                    <a:pos x="9" y="5"/>
                  </a:cxn>
                  <a:cxn ang="0">
                    <a:pos x="7" y="3"/>
                  </a:cxn>
                  <a:cxn ang="0">
                    <a:pos x="5" y="5"/>
                  </a:cxn>
                  <a:cxn ang="0">
                    <a:pos x="4" y="6"/>
                  </a:cxn>
                  <a:cxn ang="0">
                    <a:pos x="5" y="9"/>
                  </a:cxn>
                  <a:cxn ang="0">
                    <a:pos x="4" y="10"/>
                  </a:cxn>
                  <a:cxn ang="0">
                    <a:pos x="1" y="10"/>
                  </a:cxn>
                  <a:cxn ang="0">
                    <a:pos x="0" y="14"/>
                  </a:cxn>
                  <a:cxn ang="0">
                    <a:pos x="3" y="16"/>
                  </a:cxn>
                  <a:cxn ang="0">
                    <a:pos x="3" y="17"/>
                  </a:cxn>
                  <a:cxn ang="0">
                    <a:pos x="0" y="19"/>
                  </a:cxn>
                  <a:cxn ang="0">
                    <a:pos x="1" y="23"/>
                  </a:cxn>
                  <a:cxn ang="0">
                    <a:pos x="4" y="23"/>
                  </a:cxn>
                  <a:cxn ang="0">
                    <a:pos x="5" y="24"/>
                  </a:cxn>
                  <a:cxn ang="0">
                    <a:pos x="4" y="27"/>
                  </a:cxn>
                  <a:cxn ang="0">
                    <a:pos x="5" y="28"/>
                  </a:cxn>
                  <a:cxn ang="0">
                    <a:pos x="7" y="30"/>
                  </a:cxn>
                  <a:cxn ang="0">
                    <a:pos x="9" y="29"/>
                  </a:cxn>
                  <a:cxn ang="0">
                    <a:pos x="11" y="29"/>
                  </a:cxn>
                  <a:cxn ang="0">
                    <a:pos x="11" y="32"/>
                  </a:cxn>
                  <a:cxn ang="0">
                    <a:pos x="15" y="33"/>
                  </a:cxn>
                  <a:cxn ang="0">
                    <a:pos x="16" y="31"/>
                  </a:cxn>
                  <a:cxn ang="0">
                    <a:pos x="18" y="31"/>
                  </a:cxn>
                  <a:cxn ang="0">
                    <a:pos x="19" y="33"/>
                  </a:cxn>
                  <a:cxn ang="0">
                    <a:pos x="23" y="32"/>
                  </a:cxn>
                  <a:cxn ang="0">
                    <a:pos x="23" y="29"/>
                  </a:cxn>
                  <a:cxn ang="0">
                    <a:pos x="25" y="29"/>
                  </a:cxn>
                  <a:cxn ang="0">
                    <a:pos x="27" y="30"/>
                  </a:cxn>
                  <a:cxn ang="0">
                    <a:pos x="29" y="29"/>
                  </a:cxn>
                  <a:cxn ang="0">
                    <a:pos x="30" y="27"/>
                  </a:cxn>
                  <a:cxn ang="0">
                    <a:pos x="30" y="26"/>
                  </a:cxn>
                  <a:cxn ang="0">
                    <a:pos x="29" y="25"/>
                  </a:cxn>
                  <a:cxn ang="0">
                    <a:pos x="14" y="19"/>
                  </a:cxn>
                  <a:cxn ang="0">
                    <a:pos x="14" y="14"/>
                  </a:cxn>
                  <a:cxn ang="0">
                    <a:pos x="20" y="14"/>
                  </a:cxn>
                  <a:cxn ang="0">
                    <a:pos x="20" y="19"/>
                  </a:cxn>
                  <a:cxn ang="0">
                    <a:pos x="14" y="19"/>
                  </a:cxn>
                </a:cxnLst>
                <a:rect l="0" t="0" r="r" b="b"/>
                <a:pathLst>
                  <a:path w="30" h="33">
                    <a:moveTo>
                      <a:pt x="29" y="25"/>
                    </a:move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29" y="9"/>
                      <a:pt x="29" y="9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9" y="5"/>
                      <a:pt x="29" y="5"/>
                      <a:pt x="29" y="5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5" y="5"/>
                      <a:pt x="25" y="5"/>
                      <a:pt x="25" y="5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7" y="2"/>
                      <a:pt x="17" y="2"/>
                      <a:pt x="16" y="2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0" y="4"/>
                      <a:pt x="10" y="4"/>
                      <a:pt x="9" y="5"/>
                    </a:cubicBezTo>
                    <a:cubicBezTo>
                      <a:pt x="7" y="3"/>
                      <a:pt x="7" y="3"/>
                      <a:pt x="7" y="3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9"/>
                      <a:pt x="5" y="10"/>
                      <a:pt x="4" y="1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3" y="16"/>
                      <a:pt x="3" y="16"/>
                      <a:pt x="3" y="16"/>
                    </a:cubicBezTo>
                    <a:cubicBezTo>
                      <a:pt x="3" y="16"/>
                      <a:pt x="3" y="17"/>
                      <a:pt x="3" y="17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5" y="28"/>
                      <a:pt x="5" y="28"/>
                      <a:pt x="5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9" y="29"/>
                      <a:pt x="9" y="29"/>
                      <a:pt x="9" y="29"/>
                    </a:cubicBezTo>
                    <a:cubicBezTo>
                      <a:pt x="10" y="29"/>
                      <a:pt x="10" y="29"/>
                      <a:pt x="11" y="29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8" y="31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24" y="29"/>
                      <a:pt x="24" y="29"/>
                      <a:pt x="25" y="29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27"/>
                      <a:pt x="30" y="27"/>
                      <a:pt x="30" y="27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29" y="25"/>
                      <a:pt x="29" y="25"/>
                      <a:pt x="29" y="25"/>
                    </a:cubicBezTo>
                    <a:close/>
                    <a:moveTo>
                      <a:pt x="14" y="19"/>
                    </a:moveTo>
                    <a:cubicBezTo>
                      <a:pt x="13" y="18"/>
                      <a:pt x="13" y="15"/>
                      <a:pt x="14" y="14"/>
                    </a:cubicBezTo>
                    <a:cubicBezTo>
                      <a:pt x="16" y="13"/>
                      <a:pt x="18" y="13"/>
                      <a:pt x="20" y="14"/>
                    </a:cubicBezTo>
                    <a:cubicBezTo>
                      <a:pt x="21" y="15"/>
                      <a:pt x="21" y="18"/>
                      <a:pt x="20" y="19"/>
                    </a:cubicBezTo>
                    <a:cubicBezTo>
                      <a:pt x="18" y="21"/>
                      <a:pt x="16" y="21"/>
                      <a:pt x="14" y="1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96"/>
              <p:cNvSpPr>
                <a:spLocks/>
              </p:cNvSpPr>
              <p:nvPr/>
            </p:nvSpPr>
            <p:spPr bwMode="auto">
              <a:xfrm>
                <a:off x="4033838" y="4594225"/>
                <a:ext cx="57150" cy="60325"/>
              </a:xfrm>
              <a:custGeom>
                <a:avLst/>
                <a:gdLst/>
                <a:ahLst/>
                <a:cxnLst>
                  <a:cxn ang="0">
                    <a:pos x="17" y="15"/>
                  </a:cxn>
                  <a:cxn ang="0">
                    <a:pos x="17" y="14"/>
                  </a:cxn>
                  <a:cxn ang="0">
                    <a:pos x="19" y="14"/>
                  </a:cxn>
                  <a:cxn ang="0">
                    <a:pos x="20" y="12"/>
                  </a:cxn>
                  <a:cxn ang="0">
                    <a:pos x="18" y="11"/>
                  </a:cxn>
                  <a:cxn ang="0">
                    <a:pos x="18" y="10"/>
                  </a:cxn>
                  <a:cxn ang="0">
                    <a:pos x="20" y="9"/>
                  </a:cxn>
                  <a:cxn ang="0">
                    <a:pos x="19" y="7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8" y="4"/>
                  </a:cxn>
                  <a:cxn ang="0">
                    <a:pos x="17" y="3"/>
                  </a:cxn>
                  <a:cxn ang="0">
                    <a:pos x="16" y="2"/>
                  </a:cxn>
                  <a:cxn ang="0">
                    <a:pos x="14" y="3"/>
                  </a:cxn>
                  <a:cxn ang="0">
                    <a:pos x="14" y="3"/>
                  </a:cxn>
                  <a:cxn ang="0">
                    <a:pos x="14" y="1"/>
                  </a:cxn>
                  <a:cxn ang="0">
                    <a:pos x="11" y="0"/>
                  </a:cxn>
                  <a:cxn ang="0">
                    <a:pos x="10" y="2"/>
                  </a:cxn>
                  <a:cxn ang="0">
                    <a:pos x="9" y="2"/>
                  </a:cxn>
                  <a:cxn ang="0">
                    <a:pos x="8" y="0"/>
                  </a:cxn>
                  <a:cxn ang="0">
                    <a:pos x="6" y="1"/>
                  </a:cxn>
                  <a:cxn ang="0">
                    <a:pos x="6" y="3"/>
                  </a:cxn>
                  <a:cxn ang="0">
                    <a:pos x="5" y="3"/>
                  </a:cxn>
                  <a:cxn ang="0">
                    <a:pos x="3" y="2"/>
                  </a:cxn>
                  <a:cxn ang="0">
                    <a:pos x="2" y="4"/>
                  </a:cxn>
                  <a:cxn ang="0">
                    <a:pos x="2" y="6"/>
                  </a:cxn>
                  <a:cxn ang="0">
                    <a:pos x="2" y="6"/>
                  </a:cxn>
                  <a:cxn ang="0">
                    <a:pos x="0" y="7"/>
                  </a:cxn>
                  <a:cxn ang="0">
                    <a:pos x="0" y="9"/>
                  </a:cxn>
                  <a:cxn ang="0">
                    <a:pos x="1" y="10"/>
                  </a:cxn>
                  <a:cxn ang="0">
                    <a:pos x="1" y="11"/>
                  </a:cxn>
                  <a:cxn ang="0">
                    <a:pos x="0" y="12"/>
                  </a:cxn>
                  <a:cxn ang="0">
                    <a:pos x="0" y="14"/>
                  </a:cxn>
                  <a:cxn ang="0">
                    <a:pos x="2" y="14"/>
                  </a:cxn>
                  <a:cxn ang="0">
                    <a:pos x="2" y="15"/>
                  </a:cxn>
                  <a:cxn ang="0">
                    <a:pos x="2" y="17"/>
                  </a:cxn>
                  <a:cxn ang="0">
                    <a:pos x="3" y="18"/>
                  </a:cxn>
                  <a:cxn ang="0">
                    <a:pos x="5" y="18"/>
                  </a:cxn>
                  <a:cxn ang="0">
                    <a:pos x="6" y="18"/>
                  </a:cxn>
                  <a:cxn ang="0">
                    <a:pos x="6" y="20"/>
                  </a:cxn>
                  <a:cxn ang="0">
                    <a:pos x="8" y="21"/>
                  </a:cxn>
                  <a:cxn ang="0">
                    <a:pos x="9" y="19"/>
                  </a:cxn>
                  <a:cxn ang="0">
                    <a:pos x="10" y="19"/>
                  </a:cxn>
                  <a:cxn ang="0">
                    <a:pos x="11" y="21"/>
                  </a:cxn>
                  <a:cxn ang="0">
                    <a:pos x="14" y="20"/>
                  </a:cxn>
                  <a:cxn ang="0">
                    <a:pos x="14" y="18"/>
                  </a:cxn>
                  <a:cxn ang="0">
                    <a:pos x="14" y="18"/>
                  </a:cxn>
                  <a:cxn ang="0">
                    <a:pos x="16" y="18"/>
                  </a:cxn>
                  <a:cxn ang="0">
                    <a:pos x="17" y="18"/>
                  </a:cxn>
                  <a:cxn ang="0">
                    <a:pos x="18" y="17"/>
                  </a:cxn>
                  <a:cxn ang="0">
                    <a:pos x="17" y="15"/>
                  </a:cxn>
                  <a:cxn ang="0">
                    <a:pos x="8" y="12"/>
                  </a:cxn>
                  <a:cxn ang="0">
                    <a:pos x="8" y="9"/>
                  </a:cxn>
                  <a:cxn ang="0">
                    <a:pos x="11" y="9"/>
                  </a:cxn>
                  <a:cxn ang="0">
                    <a:pos x="11" y="12"/>
                  </a:cxn>
                  <a:cxn ang="0">
                    <a:pos x="8" y="12"/>
                  </a:cxn>
                </a:cxnLst>
                <a:rect l="0" t="0" r="r" b="b"/>
                <a:pathLst>
                  <a:path w="20" h="21">
                    <a:moveTo>
                      <a:pt x="17" y="15"/>
                    </a:moveTo>
                    <a:cubicBezTo>
                      <a:pt x="17" y="15"/>
                      <a:pt x="17" y="15"/>
                      <a:pt x="17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8" y="10"/>
                      <a:pt x="18" y="10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6" y="2"/>
                      <a:pt x="16" y="2"/>
                      <a:pt x="16" y="2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0" y="2"/>
                      <a:pt x="10" y="2"/>
                      <a:pt x="9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1" y="10"/>
                      <a:pt x="1" y="11"/>
                      <a:pt x="1" y="11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6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7" y="15"/>
                    </a:lnTo>
                    <a:close/>
                    <a:moveTo>
                      <a:pt x="8" y="12"/>
                    </a:moveTo>
                    <a:cubicBezTo>
                      <a:pt x="7" y="11"/>
                      <a:pt x="7" y="10"/>
                      <a:pt x="8" y="9"/>
                    </a:cubicBezTo>
                    <a:cubicBezTo>
                      <a:pt x="9" y="8"/>
                      <a:pt x="10" y="8"/>
                      <a:pt x="11" y="9"/>
                    </a:cubicBezTo>
                    <a:cubicBezTo>
                      <a:pt x="12" y="10"/>
                      <a:pt x="12" y="11"/>
                      <a:pt x="11" y="12"/>
                    </a:cubicBezTo>
                    <a:cubicBezTo>
                      <a:pt x="10" y="13"/>
                      <a:pt x="9" y="13"/>
                      <a:pt x="8" y="1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Group 97"/>
            <p:cNvGrpSpPr/>
            <p:nvPr/>
          </p:nvGrpSpPr>
          <p:grpSpPr>
            <a:xfrm>
              <a:off x="6591827" y="3341516"/>
              <a:ext cx="387921" cy="368129"/>
              <a:chOff x="3673476" y="4625975"/>
              <a:chExt cx="155575" cy="147638"/>
            </a:xfrm>
            <a:solidFill>
              <a:schemeClr val="bg1"/>
            </a:solidFill>
          </p:grpSpPr>
          <p:sp>
            <p:nvSpPr>
              <p:cNvPr id="49" name="Freeform: Shape 98"/>
              <p:cNvSpPr>
                <a:spLocks/>
              </p:cNvSpPr>
              <p:nvPr/>
            </p:nvSpPr>
            <p:spPr bwMode="auto">
              <a:xfrm>
                <a:off x="3679826" y="4625975"/>
                <a:ext cx="85725" cy="34925"/>
              </a:xfrm>
              <a:custGeom>
                <a:avLst/>
                <a:gdLst/>
                <a:ahLst/>
                <a:cxnLst>
                  <a:cxn ang="0">
                    <a:pos x="4" y="9"/>
                  </a:cxn>
                  <a:cxn ang="0">
                    <a:pos x="9" y="4"/>
                  </a:cxn>
                  <a:cxn ang="0">
                    <a:pos x="21" y="4"/>
                  </a:cxn>
                  <a:cxn ang="0">
                    <a:pos x="26" y="9"/>
                  </a:cxn>
                  <a:cxn ang="0">
                    <a:pos x="26" y="12"/>
                  </a:cxn>
                  <a:cxn ang="0">
                    <a:pos x="30" y="12"/>
                  </a:cxn>
                  <a:cxn ang="0">
                    <a:pos x="30" y="9"/>
                  </a:cxn>
                  <a:cxn ang="0">
                    <a:pos x="21" y="0"/>
                  </a:cxn>
                  <a:cxn ang="0">
                    <a:pos x="9" y="0"/>
                  </a:cxn>
                  <a:cxn ang="0">
                    <a:pos x="0" y="9"/>
                  </a:cxn>
                  <a:cxn ang="0">
                    <a:pos x="0" y="12"/>
                  </a:cxn>
                  <a:cxn ang="0">
                    <a:pos x="4" y="12"/>
                  </a:cxn>
                  <a:cxn ang="0">
                    <a:pos x="4" y="9"/>
                  </a:cxn>
                </a:cxnLst>
                <a:rect l="0" t="0" r="r" b="b"/>
                <a:pathLst>
                  <a:path w="30" h="12">
                    <a:moveTo>
                      <a:pt x="4" y="9"/>
                    </a:moveTo>
                    <a:cubicBezTo>
                      <a:pt x="4" y="6"/>
                      <a:pt x="6" y="4"/>
                      <a:pt x="9" y="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4" y="4"/>
                      <a:pt x="26" y="6"/>
                      <a:pt x="26" y="9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0" y="4"/>
                      <a:pt x="26" y="0"/>
                      <a:pt x="21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4" y="12"/>
                      <a:pt x="4" y="12"/>
                      <a:pt x="4" y="12"/>
                    </a:cubicBezTo>
                    <a:lnTo>
                      <a:pt x="4" y="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0" name="Freeform: Shape 99"/>
              <p:cNvSpPr>
                <a:spLocks/>
              </p:cNvSpPr>
              <p:nvPr/>
            </p:nvSpPr>
            <p:spPr bwMode="auto">
              <a:xfrm>
                <a:off x="3757613" y="4721225"/>
                <a:ext cx="14288" cy="20637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1" y="5"/>
                  </a:cxn>
                  <a:cxn ang="0">
                    <a:pos x="2" y="7"/>
                  </a:cxn>
                  <a:cxn ang="0">
                    <a:pos x="5" y="3"/>
                  </a:cxn>
                  <a:cxn ang="0">
                    <a:pos x="5" y="0"/>
                  </a:cxn>
                  <a:cxn ang="0">
                    <a:pos x="1" y="2"/>
                  </a:cxn>
                </a:cxnLst>
                <a:rect l="0" t="0" r="r" b="b"/>
                <a:pathLst>
                  <a:path w="5" h="7">
                    <a:moveTo>
                      <a:pt x="1" y="2"/>
                    </a:moveTo>
                    <a:cubicBezTo>
                      <a:pt x="1" y="3"/>
                      <a:pt x="0" y="4"/>
                      <a:pt x="1" y="5"/>
                    </a:cubicBezTo>
                    <a:cubicBezTo>
                      <a:pt x="1" y="6"/>
                      <a:pt x="1" y="6"/>
                      <a:pt x="2" y="7"/>
                    </a:cubicBezTo>
                    <a:cubicBezTo>
                      <a:pt x="3" y="7"/>
                      <a:pt x="5" y="5"/>
                      <a:pt x="5" y="3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2" y="1"/>
                      <a:pt x="1" y="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1" name="Freeform: Shape 100"/>
              <p:cNvSpPr>
                <a:spLocks/>
              </p:cNvSpPr>
              <p:nvPr/>
            </p:nvSpPr>
            <p:spPr bwMode="auto">
              <a:xfrm>
                <a:off x="3673476" y="4665663"/>
                <a:ext cx="98425" cy="76200"/>
              </a:xfrm>
              <a:custGeom>
                <a:avLst/>
                <a:gdLst/>
                <a:ahLst/>
                <a:cxnLst>
                  <a:cxn ang="0">
                    <a:pos x="23" y="16"/>
                  </a:cxn>
                  <a:cxn ang="0">
                    <a:pos x="34" y="10"/>
                  </a:cxn>
                  <a:cxn ang="0">
                    <a:pos x="34" y="4"/>
                  </a:cxn>
                  <a:cxn ang="0">
                    <a:pos x="30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22"/>
                  </a:cxn>
                  <a:cxn ang="0">
                    <a:pos x="4" y="26"/>
                  </a:cxn>
                  <a:cxn ang="0">
                    <a:pos x="21" y="26"/>
                  </a:cxn>
                  <a:cxn ang="0">
                    <a:pos x="23" y="16"/>
                  </a:cxn>
                  <a:cxn ang="0">
                    <a:pos x="19" y="13"/>
                  </a:cxn>
                  <a:cxn ang="0">
                    <a:pos x="19" y="16"/>
                  </a:cxn>
                  <a:cxn ang="0">
                    <a:pos x="17" y="19"/>
                  </a:cxn>
                  <a:cxn ang="0">
                    <a:pos x="15" y="16"/>
                  </a:cxn>
                  <a:cxn ang="0">
                    <a:pos x="15" y="13"/>
                  </a:cxn>
                  <a:cxn ang="0">
                    <a:pos x="13" y="10"/>
                  </a:cxn>
                  <a:cxn ang="0">
                    <a:pos x="17" y="7"/>
                  </a:cxn>
                  <a:cxn ang="0">
                    <a:pos x="21" y="10"/>
                  </a:cxn>
                  <a:cxn ang="0">
                    <a:pos x="19" y="13"/>
                  </a:cxn>
                </a:cxnLst>
                <a:rect l="0" t="0" r="r" b="b"/>
                <a:pathLst>
                  <a:path w="34" h="26">
                    <a:moveTo>
                      <a:pt x="23" y="16"/>
                    </a:moveTo>
                    <a:cubicBezTo>
                      <a:pt x="25" y="13"/>
                      <a:pt x="29" y="10"/>
                      <a:pt x="34" y="10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4" y="2"/>
                      <a:pt x="32" y="0"/>
                      <a:pt x="3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4"/>
                      <a:pt x="2" y="26"/>
                      <a:pt x="4" y="26"/>
                    </a:cubicBezTo>
                    <a:cubicBezTo>
                      <a:pt x="21" y="26"/>
                      <a:pt x="21" y="26"/>
                      <a:pt x="21" y="26"/>
                    </a:cubicBezTo>
                    <a:cubicBezTo>
                      <a:pt x="21" y="23"/>
                      <a:pt x="21" y="19"/>
                      <a:pt x="23" y="16"/>
                    </a:cubicBezTo>
                    <a:close/>
                    <a:moveTo>
                      <a:pt x="19" y="13"/>
                    </a:moveTo>
                    <a:cubicBezTo>
                      <a:pt x="19" y="16"/>
                      <a:pt x="19" y="16"/>
                      <a:pt x="19" y="16"/>
                    </a:cubicBezTo>
                    <a:cubicBezTo>
                      <a:pt x="19" y="18"/>
                      <a:pt x="18" y="19"/>
                      <a:pt x="17" y="19"/>
                    </a:cubicBezTo>
                    <a:cubicBezTo>
                      <a:pt x="16" y="19"/>
                      <a:pt x="15" y="18"/>
                      <a:pt x="15" y="16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4" y="13"/>
                      <a:pt x="13" y="12"/>
                      <a:pt x="13" y="10"/>
                    </a:cubicBezTo>
                    <a:cubicBezTo>
                      <a:pt x="13" y="8"/>
                      <a:pt x="15" y="7"/>
                      <a:pt x="17" y="7"/>
                    </a:cubicBezTo>
                    <a:cubicBezTo>
                      <a:pt x="19" y="7"/>
                      <a:pt x="21" y="8"/>
                      <a:pt x="21" y="10"/>
                    </a:cubicBezTo>
                    <a:cubicBezTo>
                      <a:pt x="21" y="12"/>
                      <a:pt x="20" y="13"/>
                      <a:pt x="19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101"/>
              <p:cNvSpPr>
                <a:spLocks/>
              </p:cNvSpPr>
              <p:nvPr/>
            </p:nvSpPr>
            <p:spPr bwMode="auto">
              <a:xfrm>
                <a:off x="3736976" y="4697413"/>
                <a:ext cx="92075" cy="76200"/>
              </a:xfrm>
              <a:custGeom>
                <a:avLst/>
                <a:gdLst/>
                <a:ahLst/>
                <a:cxnLst>
                  <a:cxn ang="0">
                    <a:pos x="18" y="3"/>
                  </a:cxn>
                  <a:cxn ang="0">
                    <a:pos x="3" y="7"/>
                  </a:cxn>
                  <a:cxn ang="0">
                    <a:pos x="6" y="22"/>
                  </a:cxn>
                  <a:cxn ang="0">
                    <a:pos x="19" y="21"/>
                  </a:cxn>
                  <a:cxn ang="0">
                    <a:pos x="19" y="21"/>
                  </a:cxn>
                  <a:cxn ang="0">
                    <a:pos x="26" y="25"/>
                  </a:cxn>
                  <a:cxn ang="0">
                    <a:pos x="31" y="24"/>
                  </a:cxn>
                  <a:cxn ang="0">
                    <a:pos x="29" y="19"/>
                  </a:cxn>
                  <a:cxn ang="0">
                    <a:pos x="23" y="15"/>
                  </a:cxn>
                  <a:cxn ang="0">
                    <a:pos x="23" y="15"/>
                  </a:cxn>
                  <a:cxn ang="0">
                    <a:pos x="18" y="3"/>
                  </a:cxn>
                  <a:cxn ang="0">
                    <a:pos x="18" y="16"/>
                  </a:cxn>
                  <a:cxn ang="0">
                    <a:pos x="9" y="18"/>
                  </a:cxn>
                  <a:cxn ang="0">
                    <a:pos x="6" y="9"/>
                  </a:cxn>
                  <a:cxn ang="0">
                    <a:pos x="16" y="7"/>
                  </a:cxn>
                  <a:cxn ang="0">
                    <a:pos x="18" y="16"/>
                  </a:cxn>
                </a:cxnLst>
                <a:rect l="0" t="0" r="r" b="b"/>
                <a:pathLst>
                  <a:path w="32" h="26">
                    <a:moveTo>
                      <a:pt x="18" y="3"/>
                    </a:moveTo>
                    <a:cubicBezTo>
                      <a:pt x="13" y="0"/>
                      <a:pt x="6" y="1"/>
                      <a:pt x="3" y="7"/>
                    </a:cubicBezTo>
                    <a:cubicBezTo>
                      <a:pt x="0" y="12"/>
                      <a:pt x="1" y="18"/>
                      <a:pt x="6" y="22"/>
                    </a:cubicBezTo>
                    <a:cubicBezTo>
                      <a:pt x="10" y="24"/>
                      <a:pt x="16" y="24"/>
                      <a:pt x="19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7" y="26"/>
                      <a:pt x="29" y="25"/>
                      <a:pt x="31" y="24"/>
                    </a:cubicBezTo>
                    <a:cubicBezTo>
                      <a:pt x="32" y="22"/>
                      <a:pt x="31" y="20"/>
                      <a:pt x="29" y="19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4" y="10"/>
                      <a:pt x="22" y="5"/>
                      <a:pt x="18" y="3"/>
                    </a:cubicBezTo>
                    <a:close/>
                    <a:moveTo>
                      <a:pt x="18" y="16"/>
                    </a:moveTo>
                    <a:cubicBezTo>
                      <a:pt x="16" y="19"/>
                      <a:pt x="12" y="20"/>
                      <a:pt x="9" y="18"/>
                    </a:cubicBezTo>
                    <a:cubicBezTo>
                      <a:pt x="5" y="16"/>
                      <a:pt x="4" y="12"/>
                      <a:pt x="6" y="9"/>
                    </a:cubicBezTo>
                    <a:cubicBezTo>
                      <a:pt x="8" y="6"/>
                      <a:pt x="12" y="5"/>
                      <a:pt x="16" y="7"/>
                    </a:cubicBezTo>
                    <a:cubicBezTo>
                      <a:pt x="19" y="8"/>
                      <a:pt x="20" y="13"/>
                      <a:pt x="18" y="1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765470" y="1491630"/>
            <a:ext cx="5814004" cy="1143708"/>
            <a:chOff x="1765470" y="1491630"/>
            <a:chExt cx="5814004" cy="1143708"/>
          </a:xfrm>
        </p:grpSpPr>
        <p:sp>
          <p:nvSpPr>
            <p:cNvPr id="4" name="Arrow: Notched Right 47"/>
            <p:cNvSpPr/>
            <p:nvPr/>
          </p:nvSpPr>
          <p:spPr bwMode="auto">
            <a:xfrm>
              <a:off x="1765470" y="1491630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1">
                <a:lumMod val="7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5" name="Arrow: Notched Right 48"/>
            <p:cNvSpPr/>
            <p:nvPr/>
          </p:nvSpPr>
          <p:spPr bwMode="auto">
            <a:xfrm>
              <a:off x="1855319" y="1491630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1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216000" anchor="b" anchorCtr="1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rPr>
                <a:t>شاهد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6" name="Arrow: Notched Right 53"/>
            <p:cNvSpPr/>
            <p:nvPr/>
          </p:nvSpPr>
          <p:spPr bwMode="auto">
            <a:xfrm>
              <a:off x="3174983" y="1491630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2">
                <a:lumMod val="7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7" name="Arrow: Notched Right 54"/>
            <p:cNvSpPr/>
            <p:nvPr/>
          </p:nvSpPr>
          <p:spPr bwMode="auto">
            <a:xfrm>
              <a:off x="3264832" y="1491630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2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216000" anchor="b" anchorCtr="1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rPr>
                <a:t>ماینیت O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8" name="Arrow: Notched Right 64"/>
            <p:cNvSpPr/>
            <p:nvPr/>
          </p:nvSpPr>
          <p:spPr bwMode="auto">
            <a:xfrm>
              <a:off x="4582623" y="1491630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3">
                <a:lumMod val="7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9" name="Arrow: Notched Right 65"/>
            <p:cNvSpPr/>
            <p:nvPr/>
          </p:nvSpPr>
          <p:spPr bwMode="auto">
            <a:xfrm>
              <a:off x="4672472" y="1491630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3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216000" anchor="b" anchorCtr="1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rPr>
                <a:t>ماینیت R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" name="Arrow: Notched Right 67"/>
            <p:cNvSpPr/>
            <p:nvPr/>
          </p:nvSpPr>
          <p:spPr bwMode="auto">
            <a:xfrm>
              <a:off x="5992135" y="1491630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4">
                <a:lumMod val="75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1" name="Arrow: Notched Right 68"/>
            <p:cNvSpPr/>
            <p:nvPr/>
          </p:nvSpPr>
          <p:spPr bwMode="auto">
            <a:xfrm>
              <a:off x="6081984" y="1491630"/>
              <a:ext cx="1497490" cy="1143708"/>
            </a:xfrm>
            <a:prstGeom prst="notchedRightArrow">
              <a:avLst>
                <a:gd name="adj1" fmla="val 100000"/>
                <a:gd name="adj2" fmla="val 34288"/>
              </a:avLst>
            </a:prstGeom>
            <a:solidFill>
              <a:schemeClr val="accent4"/>
            </a:solidFill>
            <a:ln w="19050">
              <a:noFill/>
              <a:round/>
              <a:headEnd/>
              <a:tailEnd/>
            </a:ln>
          </p:spPr>
          <p:txBody>
            <a:bodyPr vert="horz" wrap="none" lIns="91440" tIns="45720" rIns="91440" bIns="216000" anchor="b" anchorCtr="1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1400" b="1" i="0" u="none" strike="noStrike" kern="1200" cap="none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rPr>
                <a:t>سیلیس S</a:t>
              </a:r>
              <a:endParaRPr kumimoji="0" lang="fa-IR" altLang="en-US" sz="1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endParaRPr>
            </a:p>
          </p:txBody>
        </p:sp>
        <p:grpSp>
          <p:nvGrpSpPr>
            <p:cNvPr id="24" name="Group 102"/>
            <p:cNvGrpSpPr/>
            <p:nvPr/>
          </p:nvGrpSpPr>
          <p:grpSpPr>
            <a:xfrm>
              <a:off x="6653171" y="1748340"/>
              <a:ext cx="265216" cy="360211"/>
              <a:chOff x="3438526" y="4625975"/>
              <a:chExt cx="106363" cy="144462"/>
            </a:xfrm>
            <a:solidFill>
              <a:schemeClr val="bg1"/>
            </a:solidFill>
          </p:grpSpPr>
          <p:sp>
            <p:nvSpPr>
              <p:cNvPr id="46" name="Freeform: Shape 103"/>
              <p:cNvSpPr>
                <a:spLocks/>
              </p:cNvSpPr>
              <p:nvPr/>
            </p:nvSpPr>
            <p:spPr bwMode="auto">
              <a:xfrm>
                <a:off x="3486151" y="4648200"/>
                <a:ext cx="31750" cy="38100"/>
              </a:xfrm>
              <a:custGeom>
                <a:avLst/>
                <a:gdLst/>
                <a:ahLst/>
                <a:cxnLst>
                  <a:cxn ang="0">
                    <a:pos x="9" y="13"/>
                  </a:cxn>
                  <a:cxn ang="0">
                    <a:pos x="1" y="13"/>
                  </a:cxn>
                  <a:cxn ang="0">
                    <a:pos x="0" y="11"/>
                  </a:cxn>
                  <a:cxn ang="0">
                    <a:pos x="0" y="2"/>
                  </a:cxn>
                  <a:cxn ang="0">
                    <a:pos x="1" y="0"/>
                  </a:cxn>
                  <a:cxn ang="0">
                    <a:pos x="3" y="2"/>
                  </a:cxn>
                  <a:cxn ang="0">
                    <a:pos x="3" y="10"/>
                  </a:cxn>
                  <a:cxn ang="0">
                    <a:pos x="9" y="10"/>
                  </a:cxn>
                  <a:cxn ang="0">
                    <a:pos x="11" y="11"/>
                  </a:cxn>
                  <a:cxn ang="0">
                    <a:pos x="9" y="13"/>
                  </a:cxn>
                </a:cxnLst>
                <a:rect l="0" t="0" r="r" b="b"/>
                <a:pathLst>
                  <a:path w="11" h="13">
                    <a:moveTo>
                      <a:pt x="9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3" y="1"/>
                      <a:pt x="3" y="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10" y="10"/>
                      <a:pt x="11" y="10"/>
                      <a:pt x="11" y="11"/>
                    </a:cubicBezTo>
                    <a:cubicBezTo>
                      <a:pt x="11" y="12"/>
                      <a:pt x="10" y="13"/>
                      <a:pt x="9" y="1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7" name="Freeform: Shape 104"/>
              <p:cNvSpPr>
                <a:spLocks/>
              </p:cNvSpPr>
              <p:nvPr/>
            </p:nvSpPr>
            <p:spPr bwMode="auto">
              <a:xfrm>
                <a:off x="3438526" y="4625975"/>
                <a:ext cx="106363" cy="106362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22"/>
                  </a:cxn>
                  <a:cxn ang="0">
                    <a:pos x="5" y="21"/>
                  </a:cxn>
                  <a:cxn ang="0">
                    <a:pos x="5" y="19"/>
                  </a:cxn>
                  <a:cxn ang="0">
                    <a:pos x="19" y="5"/>
                  </a:cxn>
                  <a:cxn ang="0">
                    <a:pos x="33" y="19"/>
                  </a:cxn>
                  <a:cxn ang="0">
                    <a:pos x="20" y="33"/>
                  </a:cxn>
                  <a:cxn ang="0">
                    <a:pos x="21" y="34"/>
                  </a:cxn>
                  <a:cxn ang="0">
                    <a:pos x="23" y="37"/>
                  </a:cxn>
                  <a:cxn ang="0">
                    <a:pos x="37" y="19"/>
                  </a:cxn>
                  <a:cxn ang="0">
                    <a:pos x="19" y="0"/>
                  </a:cxn>
                </a:cxnLst>
                <a:rect l="0" t="0" r="r" b="b"/>
                <a:pathLst>
                  <a:path w="37" h="37">
                    <a:moveTo>
                      <a:pt x="19" y="0"/>
                    </a:moveTo>
                    <a:cubicBezTo>
                      <a:pt x="8" y="0"/>
                      <a:pt x="0" y="9"/>
                      <a:pt x="0" y="19"/>
                    </a:cubicBezTo>
                    <a:cubicBezTo>
                      <a:pt x="0" y="21"/>
                      <a:pt x="0" y="22"/>
                      <a:pt x="0" y="24"/>
                    </a:cubicBezTo>
                    <a:cubicBezTo>
                      <a:pt x="1" y="23"/>
                      <a:pt x="2" y="23"/>
                      <a:pt x="2" y="22"/>
                    </a:cubicBezTo>
                    <a:cubicBezTo>
                      <a:pt x="3" y="22"/>
                      <a:pt x="4" y="21"/>
                      <a:pt x="5" y="21"/>
                    </a:cubicBezTo>
                    <a:cubicBezTo>
                      <a:pt x="5" y="20"/>
                      <a:pt x="5" y="20"/>
                      <a:pt x="5" y="19"/>
                    </a:cubicBezTo>
                    <a:cubicBezTo>
                      <a:pt x="5" y="11"/>
                      <a:pt x="11" y="5"/>
                      <a:pt x="19" y="5"/>
                    </a:cubicBezTo>
                    <a:cubicBezTo>
                      <a:pt x="26" y="5"/>
                      <a:pt x="33" y="11"/>
                      <a:pt x="33" y="19"/>
                    </a:cubicBezTo>
                    <a:cubicBezTo>
                      <a:pt x="33" y="26"/>
                      <a:pt x="27" y="32"/>
                      <a:pt x="20" y="33"/>
                    </a:cubicBezTo>
                    <a:cubicBezTo>
                      <a:pt x="21" y="33"/>
                      <a:pt x="21" y="34"/>
                      <a:pt x="21" y="34"/>
                    </a:cubicBezTo>
                    <a:cubicBezTo>
                      <a:pt x="22" y="35"/>
                      <a:pt x="23" y="36"/>
                      <a:pt x="23" y="37"/>
                    </a:cubicBezTo>
                    <a:cubicBezTo>
                      <a:pt x="31" y="35"/>
                      <a:pt x="37" y="28"/>
                      <a:pt x="37" y="19"/>
                    </a:cubicBezTo>
                    <a:cubicBezTo>
                      <a:pt x="37" y="9"/>
                      <a:pt x="29" y="0"/>
                      <a:pt x="19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8" name="Freeform: Shape 105"/>
              <p:cNvSpPr>
                <a:spLocks/>
              </p:cNvSpPr>
              <p:nvPr/>
            </p:nvSpPr>
            <p:spPr bwMode="auto">
              <a:xfrm>
                <a:off x="3440113" y="4679950"/>
                <a:ext cx="58738" cy="90487"/>
              </a:xfrm>
              <a:custGeom>
                <a:avLst/>
                <a:gdLst/>
                <a:ahLst/>
                <a:cxnLst>
                  <a:cxn ang="0">
                    <a:pos x="19" y="17"/>
                  </a:cxn>
                  <a:cxn ang="0">
                    <a:pos x="15" y="14"/>
                  </a:cxn>
                  <a:cxn ang="0">
                    <a:pos x="13" y="14"/>
                  </a:cxn>
                  <a:cxn ang="0">
                    <a:pos x="10" y="13"/>
                  </a:cxn>
                  <a:cxn ang="0">
                    <a:pos x="8" y="13"/>
                  </a:cxn>
                  <a:cxn ang="0">
                    <a:pos x="6" y="12"/>
                  </a:cxn>
                  <a:cxn ang="0">
                    <a:pos x="5" y="11"/>
                  </a:cxn>
                  <a:cxn ang="0">
                    <a:pos x="5" y="10"/>
                  </a:cxn>
                  <a:cxn ang="0">
                    <a:pos x="5" y="9"/>
                  </a:cxn>
                  <a:cxn ang="0">
                    <a:pos x="6" y="8"/>
                  </a:cxn>
                  <a:cxn ang="0">
                    <a:pos x="8" y="7"/>
                  </a:cxn>
                  <a:cxn ang="0">
                    <a:pos x="10" y="7"/>
                  </a:cxn>
                  <a:cxn ang="0">
                    <a:pos x="13" y="7"/>
                  </a:cxn>
                  <a:cxn ang="0">
                    <a:pos x="16" y="8"/>
                  </a:cxn>
                  <a:cxn ang="0">
                    <a:pos x="16" y="9"/>
                  </a:cxn>
                  <a:cxn ang="0">
                    <a:pos x="17" y="9"/>
                  </a:cxn>
                  <a:cxn ang="0">
                    <a:pos x="18" y="8"/>
                  </a:cxn>
                  <a:cxn ang="0">
                    <a:pos x="18" y="7"/>
                  </a:cxn>
                  <a:cxn ang="0">
                    <a:pos x="18" y="6"/>
                  </a:cxn>
                  <a:cxn ang="0">
                    <a:pos x="16" y="5"/>
                  </a:cxn>
                  <a:cxn ang="0">
                    <a:pos x="13" y="4"/>
                  </a:cxn>
                  <a:cxn ang="0">
                    <a:pos x="11" y="3"/>
                  </a:cxn>
                  <a:cxn ang="0">
                    <a:pos x="11" y="1"/>
                  </a:cxn>
                  <a:cxn ang="0">
                    <a:pos x="9" y="0"/>
                  </a:cxn>
                  <a:cxn ang="0">
                    <a:pos x="8" y="1"/>
                  </a:cxn>
                  <a:cxn ang="0">
                    <a:pos x="8" y="3"/>
                  </a:cxn>
                  <a:cxn ang="0">
                    <a:pos x="6" y="4"/>
                  </a:cxn>
                  <a:cxn ang="0">
                    <a:pos x="2" y="5"/>
                  </a:cxn>
                  <a:cxn ang="0">
                    <a:pos x="0" y="7"/>
                  </a:cxn>
                  <a:cxn ang="0">
                    <a:pos x="0" y="10"/>
                  </a:cxn>
                  <a:cxn ang="0">
                    <a:pos x="0" y="12"/>
                  </a:cxn>
                  <a:cxn ang="0">
                    <a:pos x="1" y="14"/>
                  </a:cxn>
                  <a:cxn ang="0">
                    <a:pos x="3" y="15"/>
                  </a:cxn>
                  <a:cxn ang="0">
                    <a:pos x="6" y="16"/>
                  </a:cxn>
                  <a:cxn ang="0">
                    <a:pos x="9" y="17"/>
                  </a:cxn>
                  <a:cxn ang="0">
                    <a:pos x="12" y="18"/>
                  </a:cxn>
                  <a:cxn ang="0">
                    <a:pos x="14" y="19"/>
                  </a:cxn>
                  <a:cxn ang="0">
                    <a:pos x="15" y="21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12" y="24"/>
                  </a:cxn>
                  <a:cxn ang="0">
                    <a:pos x="10" y="24"/>
                  </a:cxn>
                  <a:cxn ang="0">
                    <a:pos x="7" y="24"/>
                  </a:cxn>
                  <a:cxn ang="0">
                    <a:pos x="5" y="23"/>
                  </a:cxn>
                  <a:cxn ang="0">
                    <a:pos x="3" y="22"/>
                  </a:cxn>
                  <a:cxn ang="0">
                    <a:pos x="1" y="22"/>
                  </a:cxn>
                  <a:cxn ang="0">
                    <a:pos x="0" y="22"/>
                  </a:cxn>
                  <a:cxn ang="0">
                    <a:pos x="0" y="24"/>
                  </a:cxn>
                  <a:cxn ang="0">
                    <a:pos x="0" y="25"/>
                  </a:cxn>
                  <a:cxn ang="0">
                    <a:pos x="2" y="27"/>
                  </a:cxn>
                  <a:cxn ang="0">
                    <a:pos x="6" y="27"/>
                  </a:cxn>
                  <a:cxn ang="0">
                    <a:pos x="8" y="28"/>
                  </a:cxn>
                  <a:cxn ang="0">
                    <a:pos x="8" y="29"/>
                  </a:cxn>
                  <a:cxn ang="0">
                    <a:pos x="9" y="31"/>
                  </a:cxn>
                  <a:cxn ang="0">
                    <a:pos x="11" y="29"/>
                  </a:cxn>
                  <a:cxn ang="0">
                    <a:pos x="11" y="28"/>
                  </a:cxn>
                  <a:cxn ang="0">
                    <a:pos x="14" y="27"/>
                  </a:cxn>
                  <a:cxn ang="0">
                    <a:pos x="17" y="26"/>
                  </a:cxn>
                  <a:cxn ang="0">
                    <a:pos x="19" y="23"/>
                  </a:cxn>
                  <a:cxn ang="0">
                    <a:pos x="20" y="20"/>
                  </a:cxn>
                  <a:cxn ang="0">
                    <a:pos x="19" y="17"/>
                  </a:cxn>
                </a:cxnLst>
                <a:rect l="0" t="0" r="r" b="b"/>
                <a:pathLst>
                  <a:path w="20" h="31">
                    <a:moveTo>
                      <a:pt x="19" y="17"/>
                    </a:moveTo>
                    <a:cubicBezTo>
                      <a:pt x="18" y="16"/>
                      <a:pt x="17" y="15"/>
                      <a:pt x="15" y="14"/>
                    </a:cubicBezTo>
                    <a:cubicBezTo>
                      <a:pt x="14" y="14"/>
                      <a:pt x="14" y="14"/>
                      <a:pt x="13" y="14"/>
                    </a:cubicBezTo>
                    <a:cubicBezTo>
                      <a:pt x="12" y="13"/>
                      <a:pt x="11" y="13"/>
                      <a:pt x="10" y="13"/>
                    </a:cubicBezTo>
                    <a:cubicBezTo>
                      <a:pt x="9" y="13"/>
                      <a:pt x="9" y="13"/>
                      <a:pt x="8" y="13"/>
                    </a:cubicBezTo>
                    <a:cubicBezTo>
                      <a:pt x="7" y="12"/>
                      <a:pt x="7" y="12"/>
                      <a:pt x="6" y="12"/>
                    </a:cubicBezTo>
                    <a:cubicBezTo>
                      <a:pt x="6" y="12"/>
                      <a:pt x="5" y="11"/>
                      <a:pt x="5" y="11"/>
                    </a:cubicBezTo>
                    <a:cubicBezTo>
                      <a:pt x="5" y="11"/>
                      <a:pt x="5" y="10"/>
                      <a:pt x="5" y="10"/>
                    </a:cubicBezTo>
                    <a:cubicBezTo>
                      <a:pt x="5" y="10"/>
                      <a:pt x="5" y="9"/>
                      <a:pt x="5" y="9"/>
                    </a:cubicBezTo>
                    <a:cubicBezTo>
                      <a:pt x="5" y="8"/>
                      <a:pt x="6" y="8"/>
                      <a:pt x="6" y="8"/>
                    </a:cubicBezTo>
                    <a:cubicBezTo>
                      <a:pt x="7" y="8"/>
                      <a:pt x="7" y="7"/>
                      <a:pt x="8" y="7"/>
                    </a:cubicBezTo>
                    <a:cubicBezTo>
                      <a:pt x="8" y="7"/>
                      <a:pt x="9" y="7"/>
                      <a:pt x="10" y="7"/>
                    </a:cubicBezTo>
                    <a:cubicBezTo>
                      <a:pt x="11" y="7"/>
                      <a:pt x="12" y="7"/>
                      <a:pt x="13" y="7"/>
                    </a:cubicBezTo>
                    <a:cubicBezTo>
                      <a:pt x="14" y="8"/>
                      <a:pt x="15" y="8"/>
                      <a:pt x="16" y="8"/>
                    </a:cubicBezTo>
                    <a:cubicBezTo>
                      <a:pt x="16" y="8"/>
                      <a:pt x="16" y="8"/>
                      <a:pt x="16" y="9"/>
                    </a:cubicBezTo>
                    <a:cubicBezTo>
                      <a:pt x="16" y="9"/>
                      <a:pt x="16" y="9"/>
                      <a:pt x="17" y="9"/>
                    </a:cubicBezTo>
                    <a:cubicBezTo>
                      <a:pt x="17" y="9"/>
                      <a:pt x="18" y="8"/>
                      <a:pt x="18" y="8"/>
                    </a:cubicBezTo>
                    <a:cubicBezTo>
                      <a:pt x="18" y="8"/>
                      <a:pt x="18" y="8"/>
                      <a:pt x="18" y="7"/>
                    </a:cubicBezTo>
                    <a:cubicBezTo>
                      <a:pt x="18" y="7"/>
                      <a:pt x="18" y="6"/>
                      <a:pt x="18" y="6"/>
                    </a:cubicBezTo>
                    <a:cubicBezTo>
                      <a:pt x="18" y="5"/>
                      <a:pt x="17" y="5"/>
                      <a:pt x="16" y="5"/>
                    </a:cubicBezTo>
                    <a:cubicBezTo>
                      <a:pt x="16" y="4"/>
                      <a:pt x="15" y="4"/>
                      <a:pt x="13" y="4"/>
                    </a:cubicBezTo>
                    <a:cubicBezTo>
                      <a:pt x="13" y="4"/>
                      <a:pt x="12" y="3"/>
                      <a:pt x="11" y="3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0"/>
                      <a:pt x="10" y="0"/>
                      <a:pt x="9" y="0"/>
                    </a:cubicBezTo>
                    <a:cubicBezTo>
                      <a:pt x="8" y="0"/>
                      <a:pt x="8" y="0"/>
                      <a:pt x="8" y="1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7" y="4"/>
                      <a:pt x="6" y="4"/>
                      <a:pt x="6" y="4"/>
                    </a:cubicBezTo>
                    <a:cubicBezTo>
                      <a:pt x="4" y="4"/>
                      <a:pt x="3" y="4"/>
                      <a:pt x="2" y="5"/>
                    </a:cubicBezTo>
                    <a:cubicBezTo>
                      <a:pt x="2" y="6"/>
                      <a:pt x="1" y="6"/>
                      <a:pt x="0" y="7"/>
                    </a:cubicBezTo>
                    <a:cubicBezTo>
                      <a:pt x="0" y="8"/>
                      <a:pt x="0" y="9"/>
                      <a:pt x="0" y="10"/>
                    </a:cubicBezTo>
                    <a:cubicBezTo>
                      <a:pt x="0" y="11"/>
                      <a:pt x="0" y="12"/>
                      <a:pt x="0" y="12"/>
                    </a:cubicBezTo>
                    <a:cubicBezTo>
                      <a:pt x="0" y="13"/>
                      <a:pt x="1" y="14"/>
                      <a:pt x="1" y="14"/>
                    </a:cubicBezTo>
                    <a:cubicBezTo>
                      <a:pt x="2" y="15"/>
                      <a:pt x="3" y="15"/>
                      <a:pt x="3" y="15"/>
                    </a:cubicBezTo>
                    <a:cubicBezTo>
                      <a:pt x="4" y="16"/>
                      <a:pt x="5" y="16"/>
                      <a:pt x="6" y="16"/>
                    </a:cubicBezTo>
                    <a:cubicBezTo>
                      <a:pt x="7" y="17"/>
                      <a:pt x="8" y="17"/>
                      <a:pt x="9" y="17"/>
                    </a:cubicBezTo>
                    <a:cubicBezTo>
                      <a:pt x="10" y="17"/>
                      <a:pt x="11" y="17"/>
                      <a:pt x="12" y="18"/>
                    </a:cubicBezTo>
                    <a:cubicBezTo>
                      <a:pt x="13" y="18"/>
                      <a:pt x="14" y="18"/>
                      <a:pt x="14" y="19"/>
                    </a:cubicBezTo>
                    <a:cubicBezTo>
                      <a:pt x="15" y="19"/>
                      <a:pt x="15" y="20"/>
                      <a:pt x="15" y="21"/>
                    </a:cubicBezTo>
                    <a:cubicBezTo>
                      <a:pt x="15" y="21"/>
                      <a:pt x="15" y="22"/>
                      <a:pt x="14" y="22"/>
                    </a:cubicBezTo>
                    <a:cubicBezTo>
                      <a:pt x="14" y="23"/>
                      <a:pt x="14" y="23"/>
                      <a:pt x="13" y="23"/>
                    </a:cubicBezTo>
                    <a:cubicBezTo>
                      <a:pt x="13" y="24"/>
                      <a:pt x="12" y="24"/>
                      <a:pt x="12" y="24"/>
                    </a:cubicBezTo>
                    <a:cubicBezTo>
                      <a:pt x="11" y="24"/>
                      <a:pt x="11" y="24"/>
                      <a:pt x="10" y="24"/>
                    </a:cubicBezTo>
                    <a:cubicBezTo>
                      <a:pt x="9" y="24"/>
                      <a:pt x="8" y="24"/>
                      <a:pt x="7" y="24"/>
                    </a:cubicBezTo>
                    <a:cubicBezTo>
                      <a:pt x="6" y="24"/>
                      <a:pt x="5" y="23"/>
                      <a:pt x="5" y="23"/>
                    </a:cubicBezTo>
                    <a:cubicBezTo>
                      <a:pt x="4" y="23"/>
                      <a:pt x="3" y="23"/>
                      <a:pt x="3" y="22"/>
                    </a:cubicBezTo>
                    <a:cubicBezTo>
                      <a:pt x="2" y="22"/>
                      <a:pt x="2" y="22"/>
                      <a:pt x="1" y="22"/>
                    </a:cubicBezTo>
                    <a:cubicBezTo>
                      <a:pt x="1" y="22"/>
                      <a:pt x="0" y="22"/>
                      <a:pt x="0" y="22"/>
                    </a:cubicBezTo>
                    <a:cubicBezTo>
                      <a:pt x="0" y="23"/>
                      <a:pt x="0" y="23"/>
                      <a:pt x="0" y="24"/>
                    </a:cubicBezTo>
                    <a:cubicBezTo>
                      <a:pt x="0" y="24"/>
                      <a:pt x="0" y="25"/>
                      <a:pt x="0" y="25"/>
                    </a:cubicBezTo>
                    <a:cubicBezTo>
                      <a:pt x="1" y="26"/>
                      <a:pt x="2" y="26"/>
                      <a:pt x="2" y="27"/>
                    </a:cubicBezTo>
                    <a:cubicBezTo>
                      <a:pt x="3" y="27"/>
                      <a:pt x="4" y="27"/>
                      <a:pt x="6" y="27"/>
                    </a:cubicBezTo>
                    <a:cubicBezTo>
                      <a:pt x="6" y="28"/>
                      <a:pt x="7" y="28"/>
                      <a:pt x="8" y="28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1"/>
                      <a:pt x="9" y="31"/>
                    </a:cubicBezTo>
                    <a:cubicBezTo>
                      <a:pt x="10" y="31"/>
                      <a:pt x="11" y="30"/>
                      <a:pt x="11" y="29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3" y="27"/>
                      <a:pt x="14" y="27"/>
                    </a:cubicBezTo>
                    <a:cubicBezTo>
                      <a:pt x="15" y="27"/>
                      <a:pt x="16" y="26"/>
                      <a:pt x="17" y="26"/>
                    </a:cubicBezTo>
                    <a:cubicBezTo>
                      <a:pt x="18" y="25"/>
                      <a:pt x="19" y="24"/>
                      <a:pt x="19" y="23"/>
                    </a:cubicBezTo>
                    <a:cubicBezTo>
                      <a:pt x="20" y="22"/>
                      <a:pt x="20" y="21"/>
                      <a:pt x="20" y="20"/>
                    </a:cubicBezTo>
                    <a:cubicBezTo>
                      <a:pt x="20" y="19"/>
                      <a:pt x="20" y="18"/>
                      <a:pt x="19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Group 106"/>
            <p:cNvGrpSpPr/>
            <p:nvPr/>
          </p:nvGrpSpPr>
          <p:grpSpPr>
            <a:xfrm>
              <a:off x="5182331" y="1770271"/>
              <a:ext cx="387923" cy="316671"/>
              <a:chOff x="3152776" y="4633913"/>
              <a:chExt cx="155575" cy="127000"/>
            </a:xfrm>
            <a:solidFill>
              <a:schemeClr val="bg1"/>
            </a:solidFill>
          </p:grpSpPr>
          <p:sp>
            <p:nvSpPr>
              <p:cNvPr id="41" name="Freeform: Shape 107"/>
              <p:cNvSpPr>
                <a:spLocks/>
              </p:cNvSpPr>
              <p:nvPr/>
            </p:nvSpPr>
            <p:spPr bwMode="auto">
              <a:xfrm>
                <a:off x="3152776" y="4741863"/>
                <a:ext cx="155575" cy="19050"/>
              </a:xfrm>
              <a:custGeom>
                <a:avLst/>
                <a:gdLst/>
                <a:ahLst/>
                <a:cxnLst>
                  <a:cxn ang="0">
                    <a:pos x="54" y="4"/>
                  </a:cxn>
                  <a:cxn ang="0">
                    <a:pos x="50" y="7"/>
                  </a:cxn>
                  <a:cxn ang="0">
                    <a:pos x="4" y="7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4" y="0"/>
                  </a:cxn>
                  <a:cxn ang="0">
                    <a:pos x="50" y="0"/>
                  </a:cxn>
                  <a:cxn ang="0">
                    <a:pos x="54" y="4"/>
                  </a:cxn>
                </a:cxnLst>
                <a:rect l="0" t="0" r="r" b="b"/>
                <a:pathLst>
                  <a:path w="54" h="7">
                    <a:moveTo>
                      <a:pt x="54" y="4"/>
                    </a:moveTo>
                    <a:cubicBezTo>
                      <a:pt x="54" y="6"/>
                      <a:pt x="52" y="7"/>
                      <a:pt x="50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2" y="7"/>
                      <a:pt x="0" y="6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2" y="0"/>
                      <a:pt x="54" y="2"/>
                      <a:pt x="54" y="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2" name="Freeform: Shape 108"/>
              <p:cNvSpPr>
                <a:spLocks/>
              </p:cNvSpPr>
              <p:nvPr/>
            </p:nvSpPr>
            <p:spPr bwMode="auto">
              <a:xfrm>
                <a:off x="3167063" y="4672013"/>
                <a:ext cx="20638" cy="60325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0" y="17"/>
                  </a:cxn>
                  <a:cxn ang="0">
                    <a:pos x="0" y="3"/>
                  </a:cxn>
                  <a:cxn ang="0">
                    <a:pos x="3" y="0"/>
                  </a:cxn>
                  <a:cxn ang="0">
                    <a:pos x="3" y="0"/>
                  </a:cxn>
                  <a:cxn ang="0">
                    <a:pos x="7" y="3"/>
                  </a:cxn>
                  <a:cxn ang="0">
                    <a:pos x="7" y="17"/>
                  </a:cxn>
                  <a:cxn ang="0">
                    <a:pos x="3" y="21"/>
                  </a:cxn>
                </a:cxnLst>
                <a:rect l="0" t="0" r="r" b="b"/>
                <a:pathLst>
                  <a:path w="7" h="21">
                    <a:moveTo>
                      <a:pt x="3" y="21"/>
                    </a:moveTo>
                    <a:cubicBezTo>
                      <a:pt x="2" y="21"/>
                      <a:pt x="0" y="19"/>
                      <a:pt x="0" y="1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5" y="0"/>
                      <a:pt x="7" y="1"/>
                      <a:pt x="7" y="3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9"/>
                      <a:pt x="5" y="21"/>
                      <a:pt x="3" y="2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3" name="Freeform: Shape 109"/>
              <p:cNvSpPr>
                <a:spLocks/>
              </p:cNvSpPr>
              <p:nvPr/>
            </p:nvSpPr>
            <p:spPr bwMode="auto">
              <a:xfrm>
                <a:off x="3205163" y="4651375"/>
                <a:ext cx="19050" cy="80962"/>
              </a:xfrm>
              <a:custGeom>
                <a:avLst/>
                <a:gdLst/>
                <a:ahLst/>
                <a:cxnLst>
                  <a:cxn ang="0">
                    <a:pos x="3" y="28"/>
                  </a:cxn>
                  <a:cxn ang="0">
                    <a:pos x="0" y="24"/>
                  </a:cxn>
                  <a:cxn ang="0">
                    <a:pos x="0" y="4"/>
                  </a:cxn>
                  <a:cxn ang="0">
                    <a:pos x="3" y="0"/>
                  </a:cxn>
                  <a:cxn ang="0">
                    <a:pos x="3" y="0"/>
                  </a:cxn>
                  <a:cxn ang="0">
                    <a:pos x="7" y="4"/>
                  </a:cxn>
                  <a:cxn ang="0">
                    <a:pos x="7" y="24"/>
                  </a:cxn>
                  <a:cxn ang="0">
                    <a:pos x="3" y="28"/>
                  </a:cxn>
                </a:cxnLst>
                <a:rect l="0" t="0" r="r" b="b"/>
                <a:pathLst>
                  <a:path w="7" h="28">
                    <a:moveTo>
                      <a:pt x="3" y="28"/>
                    </a:moveTo>
                    <a:cubicBezTo>
                      <a:pt x="1" y="28"/>
                      <a:pt x="0" y="26"/>
                      <a:pt x="0" y="2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5" y="0"/>
                      <a:pt x="7" y="2"/>
                      <a:pt x="7" y="4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7" y="26"/>
                      <a:pt x="5" y="28"/>
                      <a:pt x="3" y="2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4" name="Freeform: Shape 110"/>
              <p:cNvSpPr>
                <a:spLocks/>
              </p:cNvSpPr>
              <p:nvPr/>
            </p:nvSpPr>
            <p:spPr bwMode="auto">
              <a:xfrm>
                <a:off x="3238501" y="4633913"/>
                <a:ext cx="20638" cy="98425"/>
              </a:xfrm>
              <a:custGeom>
                <a:avLst/>
                <a:gdLst/>
                <a:ahLst/>
                <a:cxnLst>
                  <a:cxn ang="0">
                    <a:pos x="4" y="34"/>
                  </a:cxn>
                  <a:cxn ang="0">
                    <a:pos x="0" y="30"/>
                  </a:cxn>
                  <a:cxn ang="0">
                    <a:pos x="0" y="3"/>
                  </a:cxn>
                  <a:cxn ang="0">
                    <a:pos x="4" y="0"/>
                  </a:cxn>
                  <a:cxn ang="0">
                    <a:pos x="4" y="0"/>
                  </a:cxn>
                  <a:cxn ang="0">
                    <a:pos x="7" y="3"/>
                  </a:cxn>
                  <a:cxn ang="0">
                    <a:pos x="7" y="30"/>
                  </a:cxn>
                  <a:cxn ang="0">
                    <a:pos x="4" y="34"/>
                  </a:cxn>
                </a:cxnLst>
                <a:rect l="0" t="0" r="r" b="b"/>
                <a:pathLst>
                  <a:path w="7" h="34">
                    <a:moveTo>
                      <a:pt x="4" y="34"/>
                    </a:moveTo>
                    <a:cubicBezTo>
                      <a:pt x="2" y="34"/>
                      <a:pt x="0" y="32"/>
                      <a:pt x="0" y="3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7" y="1"/>
                      <a:pt x="7" y="3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2"/>
                      <a:pt x="6" y="34"/>
                      <a:pt x="4" y="3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5" name="Freeform: Shape 111"/>
              <p:cNvSpPr>
                <a:spLocks/>
              </p:cNvSpPr>
              <p:nvPr/>
            </p:nvSpPr>
            <p:spPr bwMode="auto">
              <a:xfrm>
                <a:off x="3276601" y="4640263"/>
                <a:ext cx="20638" cy="92075"/>
              </a:xfrm>
              <a:custGeom>
                <a:avLst/>
                <a:gdLst/>
                <a:ahLst/>
                <a:cxnLst>
                  <a:cxn ang="0">
                    <a:pos x="3" y="32"/>
                  </a:cxn>
                  <a:cxn ang="0">
                    <a:pos x="0" y="28"/>
                  </a:cxn>
                  <a:cxn ang="0">
                    <a:pos x="0" y="3"/>
                  </a:cxn>
                  <a:cxn ang="0">
                    <a:pos x="3" y="0"/>
                  </a:cxn>
                  <a:cxn ang="0">
                    <a:pos x="3" y="0"/>
                  </a:cxn>
                  <a:cxn ang="0">
                    <a:pos x="7" y="3"/>
                  </a:cxn>
                  <a:cxn ang="0">
                    <a:pos x="7" y="28"/>
                  </a:cxn>
                  <a:cxn ang="0">
                    <a:pos x="3" y="32"/>
                  </a:cxn>
                </a:cxnLst>
                <a:rect l="0" t="0" r="r" b="b"/>
                <a:pathLst>
                  <a:path w="7" h="32">
                    <a:moveTo>
                      <a:pt x="3" y="32"/>
                    </a:moveTo>
                    <a:cubicBezTo>
                      <a:pt x="1" y="32"/>
                      <a:pt x="0" y="30"/>
                      <a:pt x="0" y="28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5" y="0"/>
                      <a:pt x="7" y="1"/>
                      <a:pt x="7" y="3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5" y="32"/>
                      <a:pt x="3" y="32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Group 112"/>
            <p:cNvGrpSpPr/>
            <p:nvPr/>
          </p:nvGrpSpPr>
          <p:grpSpPr>
            <a:xfrm>
              <a:off x="3796461" y="1734491"/>
              <a:ext cx="344382" cy="387917"/>
              <a:chOff x="2884488" y="4619625"/>
              <a:chExt cx="138113" cy="155575"/>
            </a:xfrm>
            <a:solidFill>
              <a:schemeClr val="bg1"/>
            </a:solidFill>
          </p:grpSpPr>
          <p:sp>
            <p:nvSpPr>
              <p:cNvPr id="38" name="Freeform: Shape 113"/>
              <p:cNvSpPr>
                <a:spLocks/>
              </p:cNvSpPr>
              <p:nvPr/>
            </p:nvSpPr>
            <p:spPr bwMode="auto">
              <a:xfrm>
                <a:off x="2925763" y="4695825"/>
                <a:ext cx="42863" cy="39687"/>
              </a:xfrm>
              <a:custGeom>
                <a:avLst/>
                <a:gdLst/>
                <a:ahLst/>
                <a:cxnLst>
                  <a:cxn ang="0">
                    <a:pos x="12" y="8"/>
                  </a:cxn>
                  <a:cxn ang="0">
                    <a:pos x="5" y="8"/>
                  </a:cxn>
                  <a:cxn ang="0">
                    <a:pos x="11" y="1"/>
                  </a:cxn>
                  <a:cxn ang="0">
                    <a:pos x="7" y="0"/>
                  </a:cxn>
                  <a:cxn ang="0">
                    <a:pos x="0" y="7"/>
                  </a:cxn>
                  <a:cxn ang="0">
                    <a:pos x="7" y="14"/>
                  </a:cxn>
                  <a:cxn ang="0">
                    <a:pos x="15" y="7"/>
                  </a:cxn>
                  <a:cxn ang="0">
                    <a:pos x="14" y="5"/>
                  </a:cxn>
                  <a:cxn ang="0">
                    <a:pos x="12" y="8"/>
                  </a:cxn>
                </a:cxnLst>
                <a:rect l="0" t="0" r="r" b="b"/>
                <a:pathLst>
                  <a:path w="15" h="14">
                    <a:moveTo>
                      <a:pt x="12" y="8"/>
                    </a:moveTo>
                    <a:cubicBezTo>
                      <a:pt x="5" y="8"/>
                      <a:pt x="5" y="8"/>
                      <a:pt x="5" y="8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0" y="1"/>
                      <a:pt x="9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5" y="11"/>
                      <a:pt x="15" y="7"/>
                    </a:cubicBezTo>
                    <a:cubicBezTo>
                      <a:pt x="15" y="6"/>
                      <a:pt x="14" y="6"/>
                      <a:pt x="14" y="5"/>
                    </a:cubicBezTo>
                    <a:lnTo>
                      <a:pt x="12" y="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9" name="Freeform: Shape 114"/>
              <p:cNvSpPr>
                <a:spLocks/>
              </p:cNvSpPr>
              <p:nvPr/>
            </p:nvSpPr>
            <p:spPr bwMode="auto">
              <a:xfrm>
                <a:off x="2884488" y="4654550"/>
                <a:ext cx="122238" cy="120650"/>
              </a:xfrm>
              <a:custGeom>
                <a:avLst/>
                <a:gdLst/>
                <a:ahLst/>
                <a:cxnLst>
                  <a:cxn ang="0">
                    <a:pos x="33" y="14"/>
                  </a:cxn>
                  <a:cxn ang="0">
                    <a:pos x="36" y="21"/>
                  </a:cxn>
                  <a:cxn ang="0">
                    <a:pos x="21" y="36"/>
                  </a:cxn>
                  <a:cxn ang="0">
                    <a:pos x="7" y="21"/>
                  </a:cxn>
                  <a:cxn ang="0">
                    <a:pos x="21" y="7"/>
                  </a:cxn>
                  <a:cxn ang="0">
                    <a:pos x="30" y="10"/>
                  </a:cxn>
                  <a:cxn ang="0">
                    <a:pos x="35" y="5"/>
                  </a:cxn>
                  <a:cxn ang="0">
                    <a:pos x="21" y="0"/>
                  </a:cxn>
                  <a:cxn ang="0">
                    <a:pos x="0" y="21"/>
                  </a:cxn>
                  <a:cxn ang="0">
                    <a:pos x="21" y="42"/>
                  </a:cxn>
                  <a:cxn ang="0">
                    <a:pos x="42" y="21"/>
                  </a:cxn>
                  <a:cxn ang="0">
                    <a:pos x="38" y="8"/>
                  </a:cxn>
                  <a:cxn ang="0">
                    <a:pos x="33" y="14"/>
                  </a:cxn>
                </a:cxnLst>
                <a:rect l="0" t="0" r="r" b="b"/>
                <a:pathLst>
                  <a:path w="42" h="42">
                    <a:moveTo>
                      <a:pt x="33" y="14"/>
                    </a:moveTo>
                    <a:cubicBezTo>
                      <a:pt x="35" y="16"/>
                      <a:pt x="36" y="18"/>
                      <a:pt x="36" y="21"/>
                    </a:cubicBezTo>
                    <a:cubicBezTo>
                      <a:pt x="36" y="29"/>
                      <a:pt x="29" y="36"/>
                      <a:pt x="21" y="36"/>
                    </a:cubicBezTo>
                    <a:cubicBezTo>
                      <a:pt x="13" y="36"/>
                      <a:pt x="7" y="29"/>
                      <a:pt x="7" y="21"/>
                    </a:cubicBezTo>
                    <a:cubicBezTo>
                      <a:pt x="7" y="13"/>
                      <a:pt x="13" y="7"/>
                      <a:pt x="21" y="7"/>
                    </a:cubicBezTo>
                    <a:cubicBezTo>
                      <a:pt x="25" y="7"/>
                      <a:pt x="28" y="8"/>
                      <a:pt x="30" y="10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1" y="2"/>
                      <a:pt x="26" y="0"/>
                      <a:pt x="21" y="0"/>
                    </a:cubicBezTo>
                    <a:cubicBezTo>
                      <a:pt x="10" y="0"/>
                      <a:pt x="0" y="10"/>
                      <a:pt x="0" y="21"/>
                    </a:cubicBezTo>
                    <a:cubicBezTo>
                      <a:pt x="0" y="33"/>
                      <a:pt x="10" y="42"/>
                      <a:pt x="21" y="42"/>
                    </a:cubicBezTo>
                    <a:cubicBezTo>
                      <a:pt x="33" y="42"/>
                      <a:pt x="42" y="33"/>
                      <a:pt x="42" y="21"/>
                    </a:cubicBezTo>
                    <a:cubicBezTo>
                      <a:pt x="42" y="16"/>
                      <a:pt x="41" y="12"/>
                      <a:pt x="38" y="8"/>
                    </a:cubicBezTo>
                    <a:lnTo>
                      <a:pt x="33" y="1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40" name="Freeform: Shape 115"/>
              <p:cNvSpPr>
                <a:spLocks/>
              </p:cNvSpPr>
              <p:nvPr/>
            </p:nvSpPr>
            <p:spPr bwMode="auto">
              <a:xfrm>
                <a:off x="2940051" y="4619625"/>
                <a:ext cx="82550" cy="98425"/>
              </a:xfrm>
              <a:custGeom>
                <a:avLst/>
                <a:gdLst/>
                <a:ahLst/>
                <a:cxnLst>
                  <a:cxn ang="0">
                    <a:pos x="52" y="11"/>
                  </a:cxn>
                  <a:cxn ang="0">
                    <a:pos x="42" y="13"/>
                  </a:cxn>
                  <a:cxn ang="0">
                    <a:pos x="40" y="0"/>
                  </a:cxn>
                  <a:cxn ang="0">
                    <a:pos x="31" y="13"/>
                  </a:cxn>
                  <a:cxn ang="0">
                    <a:pos x="29" y="22"/>
                  </a:cxn>
                  <a:cxn ang="0">
                    <a:pos x="2" y="55"/>
                  </a:cxn>
                  <a:cxn ang="0">
                    <a:pos x="0" y="62"/>
                  </a:cxn>
                  <a:cxn ang="0">
                    <a:pos x="7" y="60"/>
                  </a:cxn>
                  <a:cxn ang="0">
                    <a:pos x="34" y="26"/>
                  </a:cxn>
                  <a:cxn ang="0">
                    <a:pos x="43" y="24"/>
                  </a:cxn>
                  <a:cxn ang="0">
                    <a:pos x="52" y="11"/>
                  </a:cxn>
                </a:cxnLst>
                <a:rect l="0" t="0" r="r" b="b"/>
                <a:pathLst>
                  <a:path w="52" h="62">
                    <a:moveTo>
                      <a:pt x="52" y="11"/>
                    </a:moveTo>
                    <a:lnTo>
                      <a:pt x="42" y="13"/>
                    </a:lnTo>
                    <a:lnTo>
                      <a:pt x="40" y="0"/>
                    </a:lnTo>
                    <a:lnTo>
                      <a:pt x="31" y="13"/>
                    </a:lnTo>
                    <a:lnTo>
                      <a:pt x="29" y="22"/>
                    </a:lnTo>
                    <a:lnTo>
                      <a:pt x="2" y="55"/>
                    </a:lnTo>
                    <a:lnTo>
                      <a:pt x="0" y="62"/>
                    </a:lnTo>
                    <a:lnTo>
                      <a:pt x="7" y="60"/>
                    </a:lnTo>
                    <a:lnTo>
                      <a:pt x="34" y="26"/>
                    </a:lnTo>
                    <a:lnTo>
                      <a:pt x="43" y="24"/>
                    </a:lnTo>
                    <a:lnTo>
                      <a:pt x="52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116"/>
            <p:cNvGrpSpPr/>
            <p:nvPr/>
          </p:nvGrpSpPr>
          <p:grpSpPr>
            <a:xfrm>
              <a:off x="2339736" y="1748410"/>
              <a:ext cx="438772" cy="360092"/>
              <a:chOff x="2551113" y="4586288"/>
              <a:chExt cx="230188" cy="188912"/>
            </a:xfrm>
            <a:solidFill>
              <a:schemeClr val="bg1"/>
            </a:solidFill>
          </p:grpSpPr>
          <p:sp>
            <p:nvSpPr>
              <p:cNvPr id="30" name="Oval 117"/>
              <p:cNvSpPr>
                <a:spLocks/>
              </p:cNvSpPr>
              <p:nvPr/>
            </p:nvSpPr>
            <p:spPr bwMode="auto">
              <a:xfrm>
                <a:off x="2732088" y="4678363"/>
                <a:ext cx="20638" cy="1905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1" name="Freeform: Shape 118"/>
              <p:cNvSpPr>
                <a:spLocks/>
              </p:cNvSpPr>
              <p:nvPr/>
            </p:nvSpPr>
            <p:spPr bwMode="auto">
              <a:xfrm>
                <a:off x="2697163" y="4679950"/>
                <a:ext cx="49213" cy="95250"/>
              </a:xfrm>
              <a:custGeom>
                <a:avLst/>
                <a:gdLst/>
                <a:ahLst/>
                <a:cxnLst>
                  <a:cxn ang="0">
                    <a:pos x="17" y="29"/>
                  </a:cxn>
                  <a:cxn ang="0">
                    <a:pos x="12" y="20"/>
                  </a:cxn>
                  <a:cxn ang="0">
                    <a:pos x="13" y="18"/>
                  </a:cxn>
                  <a:cxn ang="0">
                    <a:pos x="15" y="11"/>
                  </a:cxn>
                  <a:cxn ang="0">
                    <a:pos x="14" y="8"/>
                  </a:cxn>
                  <a:cxn ang="0">
                    <a:pos x="7" y="1"/>
                  </a:cxn>
                  <a:cxn ang="0">
                    <a:pos x="4" y="1"/>
                  </a:cxn>
                  <a:cxn ang="0">
                    <a:pos x="4" y="4"/>
                  </a:cxn>
                  <a:cxn ang="0">
                    <a:pos x="8" y="9"/>
                  </a:cxn>
                  <a:cxn ang="0">
                    <a:pos x="4" y="6"/>
                  </a:cxn>
                  <a:cxn ang="0">
                    <a:pos x="1" y="7"/>
                  </a:cxn>
                  <a:cxn ang="0">
                    <a:pos x="2" y="10"/>
                  </a:cxn>
                  <a:cxn ang="0">
                    <a:pos x="6" y="13"/>
                  </a:cxn>
                  <a:cxn ang="0">
                    <a:pos x="7" y="13"/>
                  </a:cxn>
                  <a:cxn ang="0">
                    <a:pos x="5" y="22"/>
                  </a:cxn>
                  <a:cxn ang="0">
                    <a:pos x="4" y="29"/>
                  </a:cxn>
                  <a:cxn ang="0">
                    <a:pos x="3" y="30"/>
                  </a:cxn>
                  <a:cxn ang="0">
                    <a:pos x="5" y="33"/>
                  </a:cxn>
                  <a:cxn ang="0">
                    <a:pos x="5" y="33"/>
                  </a:cxn>
                  <a:cxn ang="0">
                    <a:pos x="8" y="31"/>
                  </a:cxn>
                  <a:cxn ang="0">
                    <a:pos x="9" y="25"/>
                  </a:cxn>
                  <a:cxn ang="0">
                    <a:pos x="13" y="31"/>
                  </a:cxn>
                  <a:cxn ang="0">
                    <a:pos x="16" y="32"/>
                  </a:cxn>
                  <a:cxn ang="0">
                    <a:pos x="17" y="29"/>
                  </a:cxn>
                </a:cxnLst>
                <a:rect l="0" t="0" r="r" b="b"/>
                <a:pathLst>
                  <a:path w="17" h="33">
                    <a:moveTo>
                      <a:pt x="17" y="29"/>
                    </a:moveTo>
                    <a:cubicBezTo>
                      <a:pt x="12" y="20"/>
                      <a:pt x="12" y="20"/>
                      <a:pt x="12" y="20"/>
                    </a:cubicBezTo>
                    <a:cubicBezTo>
                      <a:pt x="13" y="20"/>
                      <a:pt x="13" y="19"/>
                      <a:pt x="13" y="18"/>
                    </a:cubicBez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0"/>
                      <a:pt x="15" y="9"/>
                      <a:pt x="14" y="8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2"/>
                      <a:pt x="3" y="3"/>
                      <a:pt x="4" y="4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6"/>
                      <a:pt x="1" y="6"/>
                      <a:pt x="1" y="7"/>
                    </a:cubicBezTo>
                    <a:cubicBezTo>
                      <a:pt x="0" y="9"/>
                      <a:pt x="1" y="10"/>
                      <a:pt x="2" y="10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6"/>
                      <a:pt x="6" y="19"/>
                      <a:pt x="5" y="22"/>
                    </a:cubicBezTo>
                    <a:cubicBezTo>
                      <a:pt x="5" y="24"/>
                      <a:pt x="4" y="26"/>
                      <a:pt x="4" y="29"/>
                    </a:cubicBezTo>
                    <a:cubicBezTo>
                      <a:pt x="4" y="29"/>
                      <a:pt x="3" y="30"/>
                      <a:pt x="3" y="30"/>
                    </a:cubicBezTo>
                    <a:cubicBezTo>
                      <a:pt x="3" y="31"/>
                      <a:pt x="4" y="33"/>
                      <a:pt x="5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6" y="33"/>
                      <a:pt x="7" y="32"/>
                      <a:pt x="8" y="31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3" y="32"/>
                      <a:pt x="14" y="33"/>
                      <a:pt x="16" y="32"/>
                    </a:cubicBezTo>
                    <a:cubicBezTo>
                      <a:pt x="17" y="32"/>
                      <a:pt x="17" y="31"/>
                      <a:pt x="17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2" name="Oval 119"/>
              <p:cNvSpPr>
                <a:spLocks/>
              </p:cNvSpPr>
              <p:nvPr/>
            </p:nvSpPr>
            <p:spPr bwMode="auto">
              <a:xfrm>
                <a:off x="2565401" y="4678363"/>
                <a:ext cx="20638" cy="1905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3" name="Freeform: Shape 120"/>
              <p:cNvSpPr>
                <a:spLocks/>
              </p:cNvSpPr>
              <p:nvPr/>
            </p:nvSpPr>
            <p:spPr bwMode="auto">
              <a:xfrm>
                <a:off x="2571751" y="4679950"/>
                <a:ext cx="49213" cy="95250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5" y="20"/>
                  </a:cxn>
                  <a:cxn ang="0">
                    <a:pos x="3" y="18"/>
                  </a:cxn>
                  <a:cxn ang="0">
                    <a:pos x="2" y="11"/>
                  </a:cxn>
                  <a:cxn ang="0">
                    <a:pos x="3" y="8"/>
                  </a:cxn>
                  <a:cxn ang="0">
                    <a:pos x="10" y="1"/>
                  </a:cxn>
                  <a:cxn ang="0">
                    <a:pos x="13" y="1"/>
                  </a:cxn>
                  <a:cxn ang="0">
                    <a:pos x="13" y="4"/>
                  </a:cxn>
                  <a:cxn ang="0">
                    <a:pos x="9" y="9"/>
                  </a:cxn>
                  <a:cxn ang="0">
                    <a:pos x="13" y="6"/>
                  </a:cxn>
                  <a:cxn ang="0">
                    <a:pos x="16" y="7"/>
                  </a:cxn>
                  <a:cxn ang="0">
                    <a:pos x="15" y="10"/>
                  </a:cxn>
                  <a:cxn ang="0">
                    <a:pos x="10" y="13"/>
                  </a:cxn>
                  <a:cxn ang="0">
                    <a:pos x="10" y="13"/>
                  </a:cxn>
                  <a:cxn ang="0">
                    <a:pos x="11" y="22"/>
                  </a:cxn>
                  <a:cxn ang="0">
                    <a:pos x="13" y="29"/>
                  </a:cxn>
                  <a:cxn ang="0">
                    <a:pos x="14" y="30"/>
                  </a:cxn>
                  <a:cxn ang="0">
                    <a:pos x="12" y="33"/>
                  </a:cxn>
                  <a:cxn ang="0">
                    <a:pos x="11" y="33"/>
                  </a:cxn>
                  <a:cxn ang="0">
                    <a:pos x="9" y="31"/>
                  </a:cxn>
                  <a:cxn ang="0">
                    <a:pos x="8" y="25"/>
                  </a:cxn>
                  <a:cxn ang="0">
                    <a:pos x="4" y="31"/>
                  </a:cxn>
                  <a:cxn ang="0">
                    <a:pos x="1" y="32"/>
                  </a:cxn>
                  <a:cxn ang="0">
                    <a:pos x="0" y="29"/>
                  </a:cxn>
                </a:cxnLst>
                <a:rect l="0" t="0" r="r" b="b"/>
                <a:pathLst>
                  <a:path w="17" h="33">
                    <a:moveTo>
                      <a:pt x="0" y="29"/>
                    </a:moveTo>
                    <a:cubicBezTo>
                      <a:pt x="5" y="20"/>
                      <a:pt x="5" y="20"/>
                      <a:pt x="5" y="20"/>
                    </a:cubicBezTo>
                    <a:cubicBezTo>
                      <a:pt x="4" y="20"/>
                      <a:pt x="4" y="19"/>
                      <a:pt x="3" y="18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0"/>
                      <a:pt x="2" y="9"/>
                      <a:pt x="3" y="8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1" y="0"/>
                      <a:pt x="12" y="0"/>
                      <a:pt x="13" y="1"/>
                    </a:cubicBezTo>
                    <a:cubicBezTo>
                      <a:pt x="14" y="2"/>
                      <a:pt x="14" y="3"/>
                      <a:pt x="13" y="4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4" y="6"/>
                      <a:pt x="16" y="6"/>
                      <a:pt x="16" y="7"/>
                    </a:cubicBezTo>
                    <a:cubicBezTo>
                      <a:pt x="17" y="9"/>
                      <a:pt x="16" y="10"/>
                      <a:pt x="15" y="10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6"/>
                      <a:pt x="11" y="19"/>
                      <a:pt x="11" y="22"/>
                    </a:cubicBezTo>
                    <a:cubicBezTo>
                      <a:pt x="12" y="24"/>
                      <a:pt x="13" y="26"/>
                      <a:pt x="13" y="29"/>
                    </a:cubicBezTo>
                    <a:cubicBezTo>
                      <a:pt x="13" y="29"/>
                      <a:pt x="13" y="30"/>
                      <a:pt x="14" y="30"/>
                    </a:cubicBezTo>
                    <a:cubicBezTo>
                      <a:pt x="14" y="31"/>
                      <a:pt x="13" y="33"/>
                      <a:pt x="12" y="33"/>
                    </a:cubicBezTo>
                    <a:cubicBezTo>
                      <a:pt x="12" y="33"/>
                      <a:pt x="12" y="33"/>
                      <a:pt x="11" y="33"/>
                    </a:cubicBezTo>
                    <a:cubicBezTo>
                      <a:pt x="10" y="33"/>
                      <a:pt x="10" y="32"/>
                      <a:pt x="9" y="31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4" y="32"/>
                      <a:pt x="2" y="33"/>
                      <a:pt x="1" y="32"/>
                    </a:cubicBezTo>
                    <a:cubicBezTo>
                      <a:pt x="0" y="32"/>
                      <a:pt x="0" y="31"/>
                      <a:pt x="0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4" name="Oval 121"/>
              <p:cNvSpPr>
                <a:spLocks/>
              </p:cNvSpPr>
              <p:nvPr/>
            </p:nvSpPr>
            <p:spPr bwMode="auto">
              <a:xfrm>
                <a:off x="2649538" y="4692650"/>
                <a:ext cx="19050" cy="22225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5" name="Freeform: Shape 122"/>
              <p:cNvSpPr>
                <a:spLocks/>
              </p:cNvSpPr>
              <p:nvPr/>
            </p:nvSpPr>
            <p:spPr bwMode="auto">
              <a:xfrm>
                <a:off x="2625726" y="4689475"/>
                <a:ext cx="63500" cy="85725"/>
              </a:xfrm>
              <a:custGeom>
                <a:avLst/>
                <a:gdLst/>
                <a:ahLst/>
                <a:cxnLst>
                  <a:cxn ang="0">
                    <a:pos x="19" y="18"/>
                  </a:cxn>
                  <a:cxn ang="0">
                    <a:pos x="17" y="18"/>
                  </a:cxn>
                  <a:cxn ang="0">
                    <a:pos x="17" y="14"/>
                  </a:cxn>
                  <a:cxn ang="0">
                    <a:pos x="21" y="11"/>
                  </a:cxn>
                  <a:cxn ang="0">
                    <a:pos x="22" y="9"/>
                  </a:cxn>
                  <a:cxn ang="0">
                    <a:pos x="22" y="3"/>
                  </a:cxn>
                  <a:cxn ang="0">
                    <a:pos x="20" y="0"/>
                  </a:cxn>
                  <a:cxn ang="0">
                    <a:pos x="17" y="3"/>
                  </a:cxn>
                  <a:cxn ang="0">
                    <a:pos x="17" y="8"/>
                  </a:cxn>
                  <a:cxn ang="0">
                    <a:pos x="12" y="12"/>
                  </a:cxn>
                  <a:cxn ang="0">
                    <a:pos x="7" y="9"/>
                  </a:cxn>
                  <a:cxn ang="0">
                    <a:pos x="5" y="5"/>
                  </a:cxn>
                  <a:cxn ang="0">
                    <a:pos x="2" y="4"/>
                  </a:cxn>
                  <a:cxn ang="0">
                    <a:pos x="1" y="7"/>
                  </a:cxn>
                  <a:cxn ang="0">
                    <a:pos x="3" y="12"/>
                  </a:cxn>
                  <a:cxn ang="0">
                    <a:pos x="4" y="13"/>
                  </a:cxn>
                  <a:cxn ang="0">
                    <a:pos x="8" y="15"/>
                  </a:cxn>
                  <a:cxn ang="0">
                    <a:pos x="8" y="23"/>
                  </a:cxn>
                  <a:cxn ang="0">
                    <a:pos x="8" y="23"/>
                  </a:cxn>
                  <a:cxn ang="0">
                    <a:pos x="8" y="26"/>
                  </a:cxn>
                  <a:cxn ang="0">
                    <a:pos x="2" y="26"/>
                  </a:cxn>
                  <a:cxn ang="0">
                    <a:pos x="0" y="28"/>
                  </a:cxn>
                  <a:cxn ang="0">
                    <a:pos x="2" y="30"/>
                  </a:cxn>
                  <a:cxn ang="0">
                    <a:pos x="11" y="30"/>
                  </a:cxn>
                  <a:cxn ang="0">
                    <a:pos x="13" y="28"/>
                  </a:cxn>
                  <a:cxn ang="0">
                    <a:pos x="13" y="23"/>
                  </a:cxn>
                  <a:cxn ang="0">
                    <a:pos x="17" y="23"/>
                  </a:cxn>
                  <a:cxn ang="0">
                    <a:pos x="17" y="28"/>
                  </a:cxn>
                  <a:cxn ang="0">
                    <a:pos x="19" y="30"/>
                  </a:cxn>
                  <a:cxn ang="0">
                    <a:pos x="22" y="28"/>
                  </a:cxn>
                  <a:cxn ang="0">
                    <a:pos x="22" y="20"/>
                  </a:cxn>
                  <a:cxn ang="0">
                    <a:pos x="19" y="18"/>
                  </a:cxn>
                </a:cxnLst>
                <a:rect l="0" t="0" r="r" b="b"/>
                <a:pathLst>
                  <a:path w="22" h="30">
                    <a:moveTo>
                      <a:pt x="19" y="18"/>
                    </a:move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2" y="10"/>
                      <a:pt x="22" y="10"/>
                      <a:pt x="22" y="9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2" y="1"/>
                      <a:pt x="21" y="0"/>
                      <a:pt x="20" y="0"/>
                    </a:cubicBezTo>
                    <a:cubicBezTo>
                      <a:pt x="18" y="0"/>
                      <a:pt x="17" y="1"/>
                      <a:pt x="17" y="3"/>
                    </a:cubicBezTo>
                    <a:cubicBezTo>
                      <a:pt x="17" y="8"/>
                      <a:pt x="17" y="8"/>
                      <a:pt x="17" y="8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5" y="4"/>
                      <a:pt x="3" y="3"/>
                      <a:pt x="2" y="4"/>
                    </a:cubicBezTo>
                    <a:cubicBezTo>
                      <a:pt x="1" y="4"/>
                      <a:pt x="1" y="5"/>
                      <a:pt x="1" y="7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3"/>
                      <a:pt x="4" y="13"/>
                      <a:pt x="4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29"/>
                      <a:pt x="1" y="30"/>
                      <a:pt x="2" y="30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2" y="30"/>
                      <a:pt x="13" y="29"/>
                      <a:pt x="13" y="28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9"/>
                      <a:pt x="18" y="30"/>
                      <a:pt x="19" y="30"/>
                    </a:cubicBezTo>
                    <a:cubicBezTo>
                      <a:pt x="21" y="30"/>
                      <a:pt x="22" y="29"/>
                      <a:pt x="22" y="28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19"/>
                      <a:pt x="21" y="18"/>
                      <a:pt x="19" y="18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6" name="Freeform: Shape 123"/>
              <p:cNvSpPr>
                <a:spLocks/>
              </p:cNvSpPr>
              <p:nvPr/>
            </p:nvSpPr>
            <p:spPr bwMode="auto">
              <a:xfrm>
                <a:off x="2660651" y="4586288"/>
                <a:ext cx="120650" cy="77787"/>
              </a:xfrm>
              <a:custGeom>
                <a:avLst/>
                <a:gdLst/>
                <a:ahLst/>
                <a:cxnLst>
                  <a:cxn ang="0">
                    <a:pos x="0" y="49"/>
                  </a:cxn>
                  <a:cxn ang="0">
                    <a:pos x="31" y="49"/>
                  </a:cxn>
                  <a:cxn ang="0">
                    <a:pos x="62" y="25"/>
                  </a:cxn>
                  <a:cxn ang="0">
                    <a:pos x="60" y="39"/>
                  </a:cxn>
                  <a:cxn ang="0">
                    <a:pos x="72" y="29"/>
                  </a:cxn>
                  <a:cxn ang="0">
                    <a:pos x="76" y="3"/>
                  </a:cxn>
                  <a:cxn ang="0">
                    <a:pos x="49" y="0"/>
                  </a:cxn>
                  <a:cxn ang="0">
                    <a:pos x="36" y="9"/>
                  </a:cxn>
                  <a:cxn ang="0">
                    <a:pos x="51" y="10"/>
                  </a:cxn>
                  <a:cxn ang="0">
                    <a:pos x="0" y="49"/>
                  </a:cxn>
                </a:cxnLst>
                <a:rect l="0" t="0" r="r" b="b"/>
                <a:pathLst>
                  <a:path w="76" h="49">
                    <a:moveTo>
                      <a:pt x="0" y="49"/>
                    </a:moveTo>
                    <a:lnTo>
                      <a:pt x="31" y="49"/>
                    </a:lnTo>
                    <a:lnTo>
                      <a:pt x="62" y="25"/>
                    </a:lnTo>
                    <a:lnTo>
                      <a:pt x="60" y="39"/>
                    </a:lnTo>
                    <a:lnTo>
                      <a:pt x="72" y="29"/>
                    </a:lnTo>
                    <a:lnTo>
                      <a:pt x="76" y="3"/>
                    </a:lnTo>
                    <a:lnTo>
                      <a:pt x="49" y="0"/>
                    </a:lnTo>
                    <a:lnTo>
                      <a:pt x="36" y="9"/>
                    </a:lnTo>
                    <a:lnTo>
                      <a:pt x="51" y="10"/>
                    </a:lnTo>
                    <a:lnTo>
                      <a:pt x="0" y="4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7" name="Freeform: Shape 124"/>
              <p:cNvSpPr>
                <a:spLocks/>
              </p:cNvSpPr>
              <p:nvPr/>
            </p:nvSpPr>
            <p:spPr bwMode="auto">
              <a:xfrm>
                <a:off x="2551113" y="4625975"/>
                <a:ext cx="130175" cy="42862"/>
              </a:xfrm>
              <a:custGeom>
                <a:avLst/>
                <a:gdLst/>
                <a:ahLst/>
                <a:cxnLst>
                  <a:cxn ang="0">
                    <a:pos x="58" y="20"/>
                  </a:cxn>
                  <a:cxn ang="0">
                    <a:pos x="63" y="22"/>
                  </a:cxn>
                  <a:cxn ang="0">
                    <a:pos x="82" y="7"/>
                  </a:cxn>
                  <a:cxn ang="0">
                    <a:pos x="56" y="0"/>
                  </a:cxn>
                  <a:cxn ang="0">
                    <a:pos x="0" y="27"/>
                  </a:cxn>
                  <a:cxn ang="0">
                    <a:pos x="42" y="27"/>
                  </a:cxn>
                  <a:cxn ang="0">
                    <a:pos x="58" y="20"/>
                  </a:cxn>
                </a:cxnLst>
                <a:rect l="0" t="0" r="r" b="b"/>
                <a:pathLst>
                  <a:path w="82" h="27">
                    <a:moveTo>
                      <a:pt x="58" y="20"/>
                    </a:moveTo>
                    <a:lnTo>
                      <a:pt x="63" y="22"/>
                    </a:lnTo>
                    <a:lnTo>
                      <a:pt x="82" y="7"/>
                    </a:lnTo>
                    <a:lnTo>
                      <a:pt x="56" y="0"/>
                    </a:lnTo>
                    <a:lnTo>
                      <a:pt x="0" y="27"/>
                    </a:lnTo>
                    <a:lnTo>
                      <a:pt x="42" y="27"/>
                    </a:lnTo>
                    <a:lnTo>
                      <a:pt x="58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8" name="Arc 133"/>
          <p:cNvSpPr/>
          <p:nvPr/>
        </p:nvSpPr>
        <p:spPr>
          <a:xfrm>
            <a:off x="6884606" y="2063078"/>
            <a:ext cx="1571161" cy="1571162"/>
          </a:xfrm>
          <a:prstGeom prst="arc">
            <a:avLst>
              <a:gd name="adj1" fmla="val 16559613"/>
              <a:gd name="adj2" fmla="val 591671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微软雅黑"/>
              <a:cs typeface="+mn-ea"/>
              <a:sym typeface="+mn-lt"/>
            </a:endParaRPr>
          </a:p>
        </p:txBody>
      </p:sp>
      <p:sp>
        <p:nvSpPr>
          <p:cNvPr id="29" name="Arc 134"/>
          <p:cNvSpPr/>
          <p:nvPr/>
        </p:nvSpPr>
        <p:spPr>
          <a:xfrm flipH="1" flipV="1">
            <a:off x="878123" y="2080674"/>
            <a:ext cx="1571161" cy="1571162"/>
          </a:xfrm>
          <a:prstGeom prst="arc">
            <a:avLst>
              <a:gd name="adj1" fmla="val 16559613"/>
              <a:gd name="adj2" fmla="val 591671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微软雅黑"/>
              <a:cs typeface="+mn-ea"/>
              <a:sym typeface="+mn-lt"/>
            </a:endParaRPr>
          </a:p>
        </p:txBody>
      </p:sp>
      <p:sp>
        <p:nvSpPr>
          <p:cNvPr id="66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rPr>
              <a:t>گروه‌های آزمایشی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j-lt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498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29F4C18-875E-4C73-BE45-50BA080D0931}"/>
              </a:ext>
            </a:extLst>
          </p:cNvPr>
          <p:cNvSpPr/>
          <p:nvPr/>
        </p:nvSpPr>
        <p:spPr>
          <a:xfrm rot="2675650">
            <a:off x="-2340070" y="-469111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E58C910-50C8-4CA0-860F-F78A1E4A7C29}"/>
              </a:ext>
            </a:extLst>
          </p:cNvPr>
          <p:cNvSpPr/>
          <p:nvPr/>
        </p:nvSpPr>
        <p:spPr>
          <a:xfrm rot="2675650">
            <a:off x="1572115" y="-3383776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72FCB09-0A61-4E2E-A769-A538367AA1D7}"/>
              </a:ext>
            </a:extLst>
          </p:cNvPr>
          <p:cNvSpPr/>
          <p:nvPr/>
        </p:nvSpPr>
        <p:spPr>
          <a:xfrm rot="2675650">
            <a:off x="2962965" y="3846937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D5676BD-BFEF-4019-AA6C-F5F15E0C1873}"/>
              </a:ext>
            </a:extLst>
          </p:cNvPr>
          <p:cNvSpPr/>
          <p:nvPr/>
        </p:nvSpPr>
        <p:spPr>
          <a:xfrm rot="2675650">
            <a:off x="5051196" y="4157398"/>
            <a:ext cx="4559610" cy="6106620"/>
          </a:xfrm>
          <a:custGeom>
            <a:avLst/>
            <a:gdLst>
              <a:gd name="connsiteX0" fmla="*/ 524140 w 4559610"/>
              <a:gd name="connsiteY0" fmla="*/ 518900 h 6106620"/>
              <a:gd name="connsiteX1" fmla="*/ 426811 w 4559610"/>
              <a:gd name="connsiteY1" fmla="*/ 753873 h 6106620"/>
              <a:gd name="connsiteX2" fmla="*/ 426811 w 4559610"/>
              <a:gd name="connsiteY2" fmla="*/ 5518843 h 6106620"/>
              <a:gd name="connsiteX3" fmla="*/ 759114 w 4559610"/>
              <a:gd name="connsiteY3" fmla="*/ 5851146 h 6106620"/>
              <a:gd name="connsiteX4" fmla="*/ 3991578 w 4559610"/>
              <a:gd name="connsiteY4" fmla="*/ 5851146 h 6106620"/>
              <a:gd name="connsiteX5" fmla="*/ 4323881 w 4559610"/>
              <a:gd name="connsiteY5" fmla="*/ 5518843 h 6106620"/>
              <a:gd name="connsiteX6" fmla="*/ 4323881 w 4559610"/>
              <a:gd name="connsiteY6" fmla="*/ 753873 h 6106620"/>
              <a:gd name="connsiteX7" fmla="*/ 3991578 w 4559610"/>
              <a:gd name="connsiteY7" fmla="*/ 421570 h 6106620"/>
              <a:gd name="connsiteX8" fmla="*/ 759114 w 4559610"/>
              <a:gd name="connsiteY8" fmla="*/ 421570 h 6106620"/>
              <a:gd name="connsiteX9" fmla="*/ 524140 w 4559610"/>
              <a:gd name="connsiteY9" fmla="*/ 518900 h 6106620"/>
              <a:gd name="connsiteX10" fmla="*/ 113876 w 4559610"/>
              <a:gd name="connsiteY10" fmla="*/ 113876 h 6106620"/>
              <a:gd name="connsiteX11" fmla="*/ 388798 w 4559610"/>
              <a:gd name="connsiteY11" fmla="*/ 0 h 6106620"/>
              <a:gd name="connsiteX12" fmla="*/ 4170812 w 4559610"/>
              <a:gd name="connsiteY12" fmla="*/ 0 h 6106620"/>
              <a:gd name="connsiteX13" fmla="*/ 4559610 w 4559610"/>
              <a:gd name="connsiteY13" fmla="*/ 388798 h 6106620"/>
              <a:gd name="connsiteX14" fmla="*/ 4559610 w 4559610"/>
              <a:gd name="connsiteY14" fmla="*/ 5717822 h 6106620"/>
              <a:gd name="connsiteX15" fmla="*/ 4170812 w 4559610"/>
              <a:gd name="connsiteY15" fmla="*/ 6106620 h 6106620"/>
              <a:gd name="connsiteX16" fmla="*/ 388798 w 4559610"/>
              <a:gd name="connsiteY16" fmla="*/ 6106620 h 6106620"/>
              <a:gd name="connsiteX17" fmla="*/ 0 w 4559610"/>
              <a:gd name="connsiteY17" fmla="*/ 5717822 h 6106620"/>
              <a:gd name="connsiteX18" fmla="*/ 0 w 4559610"/>
              <a:gd name="connsiteY18" fmla="*/ 388798 h 6106620"/>
              <a:gd name="connsiteX19" fmla="*/ 113876 w 4559610"/>
              <a:gd name="connsiteY19" fmla="*/ 113876 h 6106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59610" h="6106620">
                <a:moveTo>
                  <a:pt x="524140" y="518900"/>
                </a:moveTo>
                <a:cubicBezTo>
                  <a:pt x="464005" y="579035"/>
                  <a:pt x="426811" y="662110"/>
                  <a:pt x="426811" y="753873"/>
                </a:cubicBezTo>
                <a:lnTo>
                  <a:pt x="426811" y="5518843"/>
                </a:lnTo>
                <a:cubicBezTo>
                  <a:pt x="426811" y="5702369"/>
                  <a:pt x="575588" y="5851146"/>
                  <a:pt x="759114" y="5851146"/>
                </a:cubicBezTo>
                <a:lnTo>
                  <a:pt x="3991578" y="5851146"/>
                </a:lnTo>
                <a:cubicBezTo>
                  <a:pt x="4175104" y="5851146"/>
                  <a:pt x="4323881" y="5702369"/>
                  <a:pt x="4323881" y="5518843"/>
                </a:cubicBezTo>
                <a:lnTo>
                  <a:pt x="4323881" y="753873"/>
                </a:lnTo>
                <a:cubicBezTo>
                  <a:pt x="4323881" y="570347"/>
                  <a:pt x="4175104" y="421570"/>
                  <a:pt x="3991578" y="421570"/>
                </a:cubicBezTo>
                <a:lnTo>
                  <a:pt x="759114" y="421570"/>
                </a:lnTo>
                <a:cubicBezTo>
                  <a:pt x="667351" y="421570"/>
                  <a:pt x="584275" y="458765"/>
                  <a:pt x="524140" y="518900"/>
                </a:cubicBezTo>
                <a:close/>
                <a:moveTo>
                  <a:pt x="113876" y="113876"/>
                </a:moveTo>
                <a:cubicBezTo>
                  <a:pt x="184235" y="43518"/>
                  <a:pt x="281435" y="0"/>
                  <a:pt x="388798" y="0"/>
                </a:cubicBezTo>
                <a:lnTo>
                  <a:pt x="4170812" y="0"/>
                </a:lnTo>
                <a:cubicBezTo>
                  <a:pt x="4385539" y="0"/>
                  <a:pt x="4559610" y="174071"/>
                  <a:pt x="4559610" y="388798"/>
                </a:cubicBezTo>
                <a:lnTo>
                  <a:pt x="4559610" y="5717822"/>
                </a:lnTo>
                <a:cubicBezTo>
                  <a:pt x="4559610" y="5932549"/>
                  <a:pt x="4385539" y="6106620"/>
                  <a:pt x="4170812" y="6106620"/>
                </a:cubicBezTo>
                <a:lnTo>
                  <a:pt x="388798" y="6106620"/>
                </a:lnTo>
                <a:cubicBezTo>
                  <a:pt x="174071" y="6106620"/>
                  <a:pt x="0" y="5932549"/>
                  <a:pt x="0" y="5717822"/>
                </a:cubicBezTo>
                <a:lnTo>
                  <a:pt x="0" y="388798"/>
                </a:lnTo>
                <a:cubicBezTo>
                  <a:pt x="0" y="281435"/>
                  <a:pt x="43518" y="184235"/>
                  <a:pt x="113876" y="113876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lt"/>
              <a:cs typeface="+mn-ea"/>
              <a:sym typeface="+mn-lt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3D5AFC1-D1B3-4C0C-8145-1FA854F89340}"/>
              </a:ext>
            </a:extLst>
          </p:cNvPr>
          <p:cNvSpPr/>
          <p:nvPr/>
        </p:nvSpPr>
        <p:spPr>
          <a:xfrm rot="2554597">
            <a:off x="-1707549" y="1410768"/>
            <a:ext cx="2952328" cy="2808312"/>
          </a:xfrm>
          <a:prstGeom prst="roundRect">
            <a:avLst>
              <a:gd name="adj" fmla="val 15577"/>
            </a:avLst>
          </a:prstGeom>
          <a:solidFill>
            <a:srgbClr val="394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lt"/>
              <a:cs typeface="+mn-ea"/>
              <a:sym typeface="+mn-lt"/>
            </a:endParaRPr>
          </a:p>
        </p:txBody>
      </p:sp>
      <p:sp>
        <p:nvSpPr>
          <p:cNvPr id="10" name="矩形 12">
            <a:extLst>
              <a:ext uri="{FF2B5EF4-FFF2-40B4-BE49-F238E27FC236}">
                <a16:creationId xmlns:a16="http://schemas.microsoft.com/office/drawing/2014/main" id="{D068A528-1B67-EA42-9E51-531EE560753F}"/>
              </a:ext>
            </a:extLst>
          </p:cNvPr>
          <p:cNvSpPr/>
          <p:nvPr/>
        </p:nvSpPr>
        <p:spPr>
          <a:xfrm>
            <a:off x="3820130" y="1419622"/>
            <a:ext cx="53238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 rtl="1">
              <a:spcBef>
                <a:spcPts val="0"/>
              </a:spcBef>
              <a:spcAft>
                <a:spcPts val="0"/>
              </a:spcAft>
              <a:defRPr/>
            </a:pPr>
            <a:r>
              <a:rPr lang="fa-IR" altLang="en-US" sz="7200" b="1" dirty="0">
                <a:solidFill>
                  <a:srgbClr val="39425D"/>
                </a:solidFill>
                <a:ea typeface="微软雅黑" panose="020B0503020204020204" pitchFamily="34" charset="-122"/>
                <a:cs typeface="+mn-ea"/>
                <a:sym typeface="+mn-lt"/>
              </a:rPr>
              <a:t>سپاس!</a:t>
            </a:r>
          </a:p>
          <a:p>
            <a:pPr algn="ctr" fontAlgn="auto" rtl="1">
              <a:spcBef>
                <a:spcPts val="0"/>
              </a:spcBef>
              <a:spcAft>
                <a:spcPts val="0"/>
              </a:spcAft>
              <a:defRPr/>
            </a:pPr>
            <a:r>
              <a:rPr lang="fa-IR" altLang="en-US" sz="2400" dirty="0">
                <a:solidFill>
                  <a:srgbClr val="39425D"/>
                </a:solidFill>
                <a:ea typeface="微软雅黑" panose="020B0503020204020204" pitchFamily="34" charset="-122"/>
                <a:cs typeface="+mn-ea"/>
                <a:sym typeface="+mn-lt"/>
              </a:rPr>
              <a:t>استاد راهنما: دکتر رحیم نقی‌زاده</a:t>
            </a:r>
          </a:p>
          <a:p>
            <a:pPr algn="ctr" fontAlgn="auto" rtl="1">
              <a:spcBef>
                <a:spcPts val="0"/>
              </a:spcBef>
              <a:spcAft>
                <a:spcPts val="0"/>
              </a:spcAft>
              <a:defRPr/>
            </a:pPr>
            <a:r>
              <a:rPr lang="fa-IR" altLang="en-US" sz="2400" dirty="0">
                <a:solidFill>
                  <a:srgbClr val="39425D"/>
                </a:solidFill>
                <a:ea typeface="微软雅黑" panose="020B0503020204020204" pitchFamily="34" charset="-122"/>
                <a:cs typeface="+mn-ea"/>
                <a:sym typeface="+mn-lt"/>
              </a:rPr>
              <a:t>مهر ۱۴۰۵</a:t>
            </a:r>
            <a:endParaRPr lang="fa-IR" altLang="en-US" sz="2400" dirty="0">
              <a:solidFill>
                <a:srgbClr val="39425D"/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496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ig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67594"/>
            <a:ext cx="3739686" cy="3198416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916545" y="1780145"/>
            <a:ext cx="3216266" cy="1712057"/>
            <a:chOff x="954040" y="2231039"/>
            <a:chExt cx="4288354" cy="2282742"/>
          </a:xfrm>
        </p:grpSpPr>
        <p:sp>
          <p:nvSpPr>
            <p:cNvPr id="6" name="文本框 66"/>
            <p:cNvSpPr txBox="1"/>
            <p:nvPr/>
          </p:nvSpPr>
          <p:spPr>
            <a:xfrm>
              <a:off x="954041" y="2231039"/>
              <a:ext cx="4288353" cy="1077218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2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60000"/>
                      <a:lumOff val="40000"/>
                    </a:srgbClr>
                  </a:solidFill>
                  <a:effectLst/>
                  <a:uLnTx/>
                  <a:uFillTx/>
                  <a:ea typeface="微软雅黑"/>
                  <a:cs typeface="Lucida Sans Unicode" pitchFamily="34" charset="0"/>
                  <a:sym typeface="+mn-lt"/>
                </a:rPr>
                <a:t>مسیر فازی</a:t>
              </a:r>
              <a:endParaRPr kumimoji="0" lang="fa-IR" altLang="zh-CN" sz="32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0000"/>
                    <a:lumOff val="40000"/>
                  </a:srgbClr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4040" y="3559674"/>
              <a:ext cx="4288353" cy="954107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/>
            <a:p>
              <a:pPr lvl="0" rtl="1" algn="r">
                <a:defRPr/>
              </a:pPr>
              <a:r>
                <a:rPr lang="fa-IR" altLang="en-US" sz="1400" dirty="0">
                  <a:solidFill>
                    <a:srgbClr val="000000"/>
                  </a:solidFill>
                  <a:ea typeface="微软雅黑"/>
                  <a:cs typeface="Lucida Sans Unicode" pitchFamily="34" charset="0"/>
                  <a:sym typeface="+mn-lt"/>
                </a:rPr>
                <a:t>با افزایش دما، C₅A₃ واسط به C₁₂A₇ تبدیل می‌شود؛ ماینیت خالص بالاتر از حدود ۱۲۵۰ ‎°C پدید می‌آید.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微软雅黑"/>
                <a:cs typeface="Lucida Sans Unicode" pitchFamily="34" charset="0"/>
                <a:sym typeface="+mn-lt"/>
              </a:rPr>
              <a:t>مسیر فازی سنتز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908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ig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94" y="951568"/>
            <a:ext cx="3107313" cy="3537394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144097" y="990204"/>
            <a:ext cx="4380010" cy="3154423"/>
            <a:chOff x="4144097" y="990204"/>
            <a:chExt cx="4380010" cy="3154423"/>
          </a:xfrm>
        </p:grpSpPr>
        <p:sp>
          <p:nvSpPr>
            <p:cNvPr id="4" name="Rectangle 4"/>
            <p:cNvSpPr/>
            <p:nvPr/>
          </p:nvSpPr>
          <p:spPr>
            <a:xfrm>
              <a:off x="4156854" y="990204"/>
              <a:ext cx="711472" cy="559813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54055" y="1156159"/>
              <a:ext cx="3362320" cy="5889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الگوی XRD الکترایدها همان ساختار ماینیت است؛ فقط قلهٔ کوچک CaAl₂O₄ دیده می‌شود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Freeform: Shape 6"/>
            <p:cNvSpPr/>
            <p:nvPr/>
          </p:nvSpPr>
          <p:spPr>
            <a:xfrm>
              <a:off x="4856453" y="991035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Rectangle 8"/>
            <p:cNvSpPr/>
            <p:nvPr/>
          </p:nvSpPr>
          <p:spPr>
            <a:xfrm>
              <a:off x="4146365" y="1783564"/>
              <a:ext cx="711472" cy="559813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8" name="Rectangle 9"/>
            <p:cNvSpPr/>
            <p:nvPr/>
          </p:nvSpPr>
          <p:spPr>
            <a:xfrm>
              <a:off x="5152646" y="1949519"/>
              <a:ext cx="3362320" cy="58896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FE-SEM: ریزساختار نانو و میکروذرات پودر ماینیت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Freeform: Shape 10"/>
            <p:cNvSpPr/>
            <p:nvPr/>
          </p:nvSpPr>
          <p:spPr>
            <a:xfrm>
              <a:off x="4847308" y="1784394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Rectangle 12"/>
            <p:cNvSpPr/>
            <p:nvPr/>
          </p:nvSpPr>
          <p:spPr>
            <a:xfrm>
              <a:off x="4144097" y="2576925"/>
              <a:ext cx="711472" cy="559813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Rectangle 13"/>
            <p:cNvSpPr/>
            <p:nvPr/>
          </p:nvSpPr>
          <p:spPr>
            <a:xfrm>
              <a:off x="5149892" y="2742879"/>
              <a:ext cx="3362319" cy="58896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در آب، ماینیت سریع واکنش می‌دهد و هیدرات تشکیل می‌شود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Freeform: Shape 14"/>
            <p:cNvSpPr/>
            <p:nvPr/>
          </p:nvSpPr>
          <p:spPr>
            <a:xfrm>
              <a:off x="4844553" y="2577755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Rectangle 16"/>
            <p:cNvSpPr/>
            <p:nvPr/>
          </p:nvSpPr>
          <p:spPr>
            <a:xfrm>
              <a:off x="4156853" y="3389705"/>
              <a:ext cx="711471" cy="559813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Rectangle 17"/>
            <p:cNvSpPr/>
            <p:nvPr/>
          </p:nvSpPr>
          <p:spPr>
            <a:xfrm>
              <a:off x="5161788" y="3555660"/>
              <a:ext cx="3362319" cy="5889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این واکنش مبنای فرضیهٔ اثر ماینیت بر گیرش جرم است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Freeform: Shape 18"/>
            <p:cNvSpPr/>
            <p:nvPr/>
          </p:nvSpPr>
          <p:spPr>
            <a:xfrm>
              <a:off x="4856451" y="3390536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Freeform: Shape 20"/>
            <p:cNvSpPr>
              <a:spLocks/>
            </p:cNvSpPr>
            <p:nvPr/>
          </p:nvSpPr>
          <p:spPr bwMode="auto">
            <a:xfrm>
              <a:off x="4306093" y="1185091"/>
              <a:ext cx="324534" cy="243402"/>
            </a:xfrm>
            <a:custGeom>
              <a:avLst/>
              <a:gdLst/>
              <a:ahLst/>
              <a:cxnLst>
                <a:cxn ang="0">
                  <a:pos x="78" y="58"/>
                </a:cxn>
                <a:cxn ang="0">
                  <a:pos x="0" y="58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53"/>
                </a:cxn>
                <a:cxn ang="0">
                  <a:pos x="78" y="53"/>
                </a:cxn>
                <a:cxn ang="0">
                  <a:pos x="78" y="58"/>
                </a:cxn>
                <a:cxn ang="0">
                  <a:pos x="73" y="22"/>
                </a:cxn>
                <a:cxn ang="0">
                  <a:pos x="71" y="23"/>
                </a:cxn>
                <a:cxn ang="0">
                  <a:pos x="66" y="18"/>
                </a:cxn>
                <a:cxn ang="0">
                  <a:pos x="42" y="42"/>
                </a:cxn>
                <a:cxn ang="0">
                  <a:pos x="40" y="42"/>
                </a:cxn>
                <a:cxn ang="0">
                  <a:pos x="31" y="34"/>
                </a:cxn>
                <a:cxn ang="0">
                  <a:pos x="16" y="49"/>
                </a:cxn>
                <a:cxn ang="0">
                  <a:pos x="8" y="42"/>
                </a:cxn>
                <a:cxn ang="0">
                  <a:pos x="30" y="20"/>
                </a:cxn>
                <a:cxn ang="0">
                  <a:pos x="32" y="20"/>
                </a:cxn>
                <a:cxn ang="0">
                  <a:pos x="41" y="29"/>
                </a:cxn>
                <a:cxn ang="0">
                  <a:pos x="59" y="11"/>
                </a:cxn>
                <a:cxn ang="0">
                  <a:pos x="54" y="6"/>
                </a:cxn>
                <a:cxn ang="0">
                  <a:pos x="55" y="4"/>
                </a:cxn>
                <a:cxn ang="0">
                  <a:pos x="71" y="4"/>
                </a:cxn>
                <a:cxn ang="0">
                  <a:pos x="73" y="6"/>
                </a:cxn>
                <a:cxn ang="0">
                  <a:pos x="73" y="22"/>
                </a:cxn>
              </a:cxnLst>
              <a:rect l="0" t="0" r="r" b="b"/>
              <a:pathLst>
                <a:path w="78" h="58">
                  <a:moveTo>
                    <a:pt x="78" y="58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78" y="53"/>
                    <a:pt x="78" y="53"/>
                    <a:pt x="78" y="53"/>
                  </a:cubicBezTo>
                  <a:lnTo>
                    <a:pt x="78" y="58"/>
                  </a:lnTo>
                  <a:close/>
                  <a:moveTo>
                    <a:pt x="73" y="22"/>
                  </a:moveTo>
                  <a:cubicBezTo>
                    <a:pt x="73" y="23"/>
                    <a:pt x="71" y="24"/>
                    <a:pt x="71" y="23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0" y="42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19"/>
                    <a:pt x="32" y="19"/>
                    <a:pt x="32" y="2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3" y="6"/>
                    <a:pt x="54" y="4"/>
                    <a:pt x="55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2" y="4"/>
                    <a:pt x="73" y="5"/>
                    <a:pt x="73" y="6"/>
                  </a:cubicBezTo>
                  <a:lnTo>
                    <a:pt x="73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Freeform: Shape 28"/>
            <p:cNvSpPr>
              <a:spLocks/>
            </p:cNvSpPr>
            <p:nvPr/>
          </p:nvSpPr>
          <p:spPr bwMode="auto">
            <a:xfrm>
              <a:off x="4370781" y="1942057"/>
              <a:ext cx="259848" cy="243402"/>
            </a:xfrm>
            <a:custGeom>
              <a:avLst/>
              <a:gdLst/>
              <a:ahLst/>
              <a:cxnLst>
                <a:cxn ang="0">
                  <a:pos x="13" y="39"/>
                </a:cxn>
                <a:cxn ang="0">
                  <a:pos x="8" y="39"/>
                </a:cxn>
                <a:cxn ang="0">
                  <a:pos x="0" y="33"/>
                </a:cxn>
                <a:cxn ang="0">
                  <a:pos x="5" y="19"/>
                </a:cxn>
                <a:cxn ang="0">
                  <a:pos x="15" y="22"/>
                </a:cxn>
                <a:cxn ang="0">
                  <a:pos x="20" y="21"/>
                </a:cxn>
                <a:cxn ang="0">
                  <a:pos x="20" y="24"/>
                </a:cxn>
                <a:cxn ang="0">
                  <a:pos x="23" y="34"/>
                </a:cxn>
                <a:cxn ang="0">
                  <a:pos x="13" y="39"/>
                </a:cxn>
                <a:cxn ang="0">
                  <a:pos x="15" y="19"/>
                </a:cxn>
                <a:cxn ang="0">
                  <a:pos x="5" y="9"/>
                </a:cxn>
                <a:cxn ang="0">
                  <a:pos x="15" y="0"/>
                </a:cxn>
                <a:cxn ang="0">
                  <a:pos x="25" y="9"/>
                </a:cxn>
                <a:cxn ang="0">
                  <a:pos x="15" y="19"/>
                </a:cxn>
                <a:cxn ang="0">
                  <a:pos x="53" y="68"/>
                </a:cxn>
                <a:cxn ang="0">
                  <a:pos x="20" y="68"/>
                </a:cxn>
                <a:cxn ang="0">
                  <a:pos x="10" y="58"/>
                </a:cxn>
                <a:cxn ang="0">
                  <a:pos x="23" y="36"/>
                </a:cxn>
                <a:cxn ang="0">
                  <a:pos x="37" y="41"/>
                </a:cxn>
                <a:cxn ang="0">
                  <a:pos x="50" y="36"/>
                </a:cxn>
                <a:cxn ang="0">
                  <a:pos x="64" y="58"/>
                </a:cxn>
                <a:cxn ang="0">
                  <a:pos x="53" y="68"/>
                </a:cxn>
                <a:cxn ang="0">
                  <a:pos x="37" y="39"/>
                </a:cxn>
                <a:cxn ang="0">
                  <a:pos x="22" y="24"/>
                </a:cxn>
                <a:cxn ang="0">
                  <a:pos x="37" y="9"/>
                </a:cxn>
                <a:cxn ang="0">
                  <a:pos x="51" y="24"/>
                </a:cxn>
                <a:cxn ang="0">
                  <a:pos x="37" y="39"/>
                </a:cxn>
                <a:cxn ang="0">
                  <a:pos x="59" y="19"/>
                </a:cxn>
                <a:cxn ang="0">
                  <a:pos x="49" y="9"/>
                </a:cxn>
                <a:cxn ang="0">
                  <a:pos x="59" y="0"/>
                </a:cxn>
                <a:cxn ang="0">
                  <a:pos x="68" y="9"/>
                </a:cxn>
                <a:cxn ang="0">
                  <a:pos x="59" y="19"/>
                </a:cxn>
                <a:cxn ang="0">
                  <a:pos x="66" y="39"/>
                </a:cxn>
                <a:cxn ang="0">
                  <a:pos x="61" y="39"/>
                </a:cxn>
                <a:cxn ang="0">
                  <a:pos x="51" y="34"/>
                </a:cxn>
                <a:cxn ang="0">
                  <a:pos x="54" y="24"/>
                </a:cxn>
                <a:cxn ang="0">
                  <a:pos x="54" y="21"/>
                </a:cxn>
                <a:cxn ang="0">
                  <a:pos x="59" y="22"/>
                </a:cxn>
                <a:cxn ang="0">
                  <a:pos x="69" y="19"/>
                </a:cxn>
                <a:cxn ang="0">
                  <a:pos x="73" y="33"/>
                </a:cxn>
                <a:cxn ang="0">
                  <a:pos x="66" y="39"/>
                </a:cxn>
              </a:cxnLst>
              <a:rect l="0" t="0" r="r" b="b"/>
              <a:pathLst>
                <a:path w="73" h="68">
                  <a:moveTo>
                    <a:pt x="13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7"/>
                    <a:pt x="0" y="33"/>
                  </a:cubicBezTo>
                  <a:cubicBezTo>
                    <a:pt x="0" y="29"/>
                    <a:pt x="0" y="19"/>
                    <a:pt x="5" y="19"/>
                  </a:cubicBezTo>
                  <a:cubicBezTo>
                    <a:pt x="6" y="19"/>
                    <a:pt x="10" y="22"/>
                    <a:pt x="15" y="22"/>
                  </a:cubicBezTo>
                  <a:cubicBezTo>
                    <a:pt x="17" y="22"/>
                    <a:pt x="18" y="22"/>
                    <a:pt x="20" y="21"/>
                  </a:cubicBezTo>
                  <a:cubicBezTo>
                    <a:pt x="20" y="22"/>
                    <a:pt x="20" y="23"/>
                    <a:pt x="20" y="24"/>
                  </a:cubicBezTo>
                  <a:cubicBezTo>
                    <a:pt x="20" y="27"/>
                    <a:pt x="21" y="31"/>
                    <a:pt x="23" y="34"/>
                  </a:cubicBezTo>
                  <a:cubicBezTo>
                    <a:pt x="19" y="34"/>
                    <a:pt x="15" y="36"/>
                    <a:pt x="13" y="39"/>
                  </a:cubicBezTo>
                  <a:close/>
                  <a:moveTo>
                    <a:pt x="15" y="19"/>
                  </a:moveTo>
                  <a:cubicBezTo>
                    <a:pt x="10" y="19"/>
                    <a:pt x="5" y="15"/>
                    <a:pt x="5" y="9"/>
                  </a:cubicBezTo>
                  <a:cubicBezTo>
                    <a:pt x="5" y="4"/>
                    <a:pt x="10" y="0"/>
                    <a:pt x="15" y="0"/>
                  </a:cubicBezTo>
                  <a:cubicBezTo>
                    <a:pt x="20" y="0"/>
                    <a:pt x="25" y="4"/>
                    <a:pt x="25" y="9"/>
                  </a:cubicBezTo>
                  <a:cubicBezTo>
                    <a:pt x="25" y="15"/>
                    <a:pt x="20" y="19"/>
                    <a:pt x="15" y="19"/>
                  </a:cubicBezTo>
                  <a:close/>
                  <a:moveTo>
                    <a:pt x="53" y="68"/>
                  </a:moveTo>
                  <a:cubicBezTo>
                    <a:pt x="20" y="68"/>
                    <a:pt x="20" y="68"/>
                    <a:pt x="20" y="68"/>
                  </a:cubicBezTo>
                  <a:cubicBezTo>
                    <a:pt x="14" y="68"/>
                    <a:pt x="10" y="64"/>
                    <a:pt x="10" y="58"/>
                  </a:cubicBezTo>
                  <a:cubicBezTo>
                    <a:pt x="10" y="49"/>
                    <a:pt x="12" y="36"/>
                    <a:pt x="23" y="36"/>
                  </a:cubicBezTo>
                  <a:cubicBezTo>
                    <a:pt x="25" y="36"/>
                    <a:pt x="29" y="41"/>
                    <a:pt x="37" y="41"/>
                  </a:cubicBezTo>
                  <a:cubicBezTo>
                    <a:pt x="44" y="41"/>
                    <a:pt x="49" y="36"/>
                    <a:pt x="50" y="36"/>
                  </a:cubicBezTo>
                  <a:cubicBezTo>
                    <a:pt x="62" y="36"/>
                    <a:pt x="64" y="49"/>
                    <a:pt x="64" y="58"/>
                  </a:cubicBezTo>
                  <a:cubicBezTo>
                    <a:pt x="64" y="64"/>
                    <a:pt x="60" y="68"/>
                    <a:pt x="53" y="68"/>
                  </a:cubicBezTo>
                  <a:close/>
                  <a:moveTo>
                    <a:pt x="37" y="39"/>
                  </a:moveTo>
                  <a:cubicBezTo>
                    <a:pt x="29" y="39"/>
                    <a:pt x="22" y="32"/>
                    <a:pt x="22" y="24"/>
                  </a:cubicBezTo>
                  <a:cubicBezTo>
                    <a:pt x="22" y="16"/>
                    <a:pt x="29" y="9"/>
                    <a:pt x="37" y="9"/>
                  </a:cubicBezTo>
                  <a:cubicBezTo>
                    <a:pt x="45" y="9"/>
                    <a:pt x="51" y="16"/>
                    <a:pt x="51" y="24"/>
                  </a:cubicBezTo>
                  <a:cubicBezTo>
                    <a:pt x="51" y="32"/>
                    <a:pt x="45" y="39"/>
                    <a:pt x="37" y="39"/>
                  </a:cubicBezTo>
                  <a:close/>
                  <a:moveTo>
                    <a:pt x="59" y="19"/>
                  </a:moveTo>
                  <a:cubicBezTo>
                    <a:pt x="53" y="19"/>
                    <a:pt x="49" y="15"/>
                    <a:pt x="49" y="9"/>
                  </a:cubicBezTo>
                  <a:cubicBezTo>
                    <a:pt x="49" y="4"/>
                    <a:pt x="53" y="0"/>
                    <a:pt x="59" y="0"/>
                  </a:cubicBezTo>
                  <a:cubicBezTo>
                    <a:pt x="64" y="0"/>
                    <a:pt x="68" y="4"/>
                    <a:pt x="68" y="9"/>
                  </a:cubicBezTo>
                  <a:cubicBezTo>
                    <a:pt x="68" y="15"/>
                    <a:pt x="64" y="19"/>
                    <a:pt x="59" y="19"/>
                  </a:cubicBezTo>
                  <a:close/>
                  <a:moveTo>
                    <a:pt x="66" y="39"/>
                  </a:moveTo>
                  <a:cubicBezTo>
                    <a:pt x="61" y="39"/>
                    <a:pt x="61" y="39"/>
                    <a:pt x="61" y="39"/>
                  </a:cubicBezTo>
                  <a:cubicBezTo>
                    <a:pt x="58" y="36"/>
                    <a:pt x="55" y="34"/>
                    <a:pt x="51" y="34"/>
                  </a:cubicBezTo>
                  <a:cubicBezTo>
                    <a:pt x="53" y="31"/>
                    <a:pt x="54" y="27"/>
                    <a:pt x="54" y="24"/>
                  </a:cubicBezTo>
                  <a:cubicBezTo>
                    <a:pt x="54" y="23"/>
                    <a:pt x="54" y="22"/>
                    <a:pt x="54" y="21"/>
                  </a:cubicBezTo>
                  <a:cubicBezTo>
                    <a:pt x="55" y="22"/>
                    <a:pt x="57" y="22"/>
                    <a:pt x="59" y="22"/>
                  </a:cubicBezTo>
                  <a:cubicBezTo>
                    <a:pt x="64" y="22"/>
                    <a:pt x="68" y="19"/>
                    <a:pt x="69" y="19"/>
                  </a:cubicBezTo>
                  <a:cubicBezTo>
                    <a:pt x="73" y="19"/>
                    <a:pt x="73" y="29"/>
                    <a:pt x="73" y="33"/>
                  </a:cubicBezTo>
                  <a:cubicBezTo>
                    <a:pt x="73" y="37"/>
                    <a:pt x="70" y="39"/>
                    <a:pt x="66" y="3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Freeform: Shape 31"/>
            <p:cNvSpPr>
              <a:spLocks/>
            </p:cNvSpPr>
            <p:nvPr/>
          </p:nvSpPr>
          <p:spPr bwMode="auto">
            <a:xfrm>
              <a:off x="4402826" y="2720265"/>
              <a:ext cx="290455" cy="292430"/>
            </a:xfrm>
            <a:custGeom>
              <a:avLst/>
              <a:gdLst/>
              <a:ahLst/>
              <a:cxnLst>
                <a:cxn ang="0">
                  <a:pos x="68" y="34"/>
                </a:cxn>
                <a:cxn ang="0">
                  <a:pos x="34" y="68"/>
                </a:cxn>
                <a:cxn ang="0">
                  <a:pos x="0" y="34"/>
                </a:cxn>
                <a:cxn ang="0">
                  <a:pos x="34" y="0"/>
                </a:cxn>
                <a:cxn ang="0">
                  <a:pos x="68" y="34"/>
                </a:cxn>
                <a:cxn ang="0">
                  <a:pos x="15" y="40"/>
                </a:cxn>
                <a:cxn ang="0">
                  <a:pos x="14" y="34"/>
                </a:cxn>
                <a:cxn ang="0">
                  <a:pos x="15" y="27"/>
                </a:cxn>
                <a:cxn ang="0">
                  <a:pos x="8" y="20"/>
                </a:cxn>
                <a:cxn ang="0">
                  <a:pos x="5" y="34"/>
                </a:cxn>
                <a:cxn ang="0">
                  <a:pos x="8" y="47"/>
                </a:cxn>
                <a:cxn ang="0">
                  <a:pos x="15" y="40"/>
                </a:cxn>
                <a:cxn ang="0">
                  <a:pos x="48" y="34"/>
                </a:cxn>
                <a:cxn ang="0">
                  <a:pos x="34" y="19"/>
                </a:cxn>
                <a:cxn ang="0">
                  <a:pos x="19" y="34"/>
                </a:cxn>
                <a:cxn ang="0">
                  <a:pos x="34" y="48"/>
                </a:cxn>
                <a:cxn ang="0">
                  <a:pos x="48" y="34"/>
                </a:cxn>
                <a:cxn ang="0">
                  <a:pos x="20" y="8"/>
                </a:cxn>
                <a:cxn ang="0">
                  <a:pos x="27" y="15"/>
                </a:cxn>
                <a:cxn ang="0">
                  <a:pos x="34" y="14"/>
                </a:cxn>
                <a:cxn ang="0">
                  <a:pos x="40" y="15"/>
                </a:cxn>
                <a:cxn ang="0">
                  <a:pos x="47" y="8"/>
                </a:cxn>
                <a:cxn ang="0">
                  <a:pos x="34" y="5"/>
                </a:cxn>
                <a:cxn ang="0">
                  <a:pos x="20" y="8"/>
                </a:cxn>
                <a:cxn ang="0">
                  <a:pos x="47" y="59"/>
                </a:cxn>
                <a:cxn ang="0">
                  <a:pos x="40" y="52"/>
                </a:cxn>
                <a:cxn ang="0">
                  <a:pos x="34" y="53"/>
                </a:cxn>
                <a:cxn ang="0">
                  <a:pos x="27" y="52"/>
                </a:cxn>
                <a:cxn ang="0">
                  <a:pos x="20" y="59"/>
                </a:cxn>
                <a:cxn ang="0">
                  <a:pos x="34" y="63"/>
                </a:cxn>
                <a:cxn ang="0">
                  <a:pos x="47" y="59"/>
                </a:cxn>
                <a:cxn ang="0">
                  <a:pos x="60" y="47"/>
                </a:cxn>
                <a:cxn ang="0">
                  <a:pos x="63" y="34"/>
                </a:cxn>
                <a:cxn ang="0">
                  <a:pos x="60" y="20"/>
                </a:cxn>
                <a:cxn ang="0">
                  <a:pos x="52" y="27"/>
                </a:cxn>
                <a:cxn ang="0">
                  <a:pos x="53" y="34"/>
                </a:cxn>
                <a:cxn ang="0">
                  <a:pos x="52" y="40"/>
                </a:cxn>
                <a:cxn ang="0">
                  <a:pos x="60" y="47"/>
                </a:cxn>
              </a:cxnLst>
              <a:rect l="0" t="0" r="r" b="b"/>
              <a:pathLst>
                <a:path w="68" h="68">
                  <a:moveTo>
                    <a:pt x="68" y="34"/>
                  </a:moveTo>
                  <a:cubicBezTo>
                    <a:pt x="68" y="52"/>
                    <a:pt x="53" y="68"/>
                    <a:pt x="34" y="68"/>
                  </a:cubicBezTo>
                  <a:cubicBezTo>
                    <a:pt x="15" y="68"/>
                    <a:pt x="0" y="52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3" y="0"/>
                    <a:pt x="68" y="15"/>
                    <a:pt x="68" y="34"/>
                  </a:cubicBezTo>
                  <a:close/>
                  <a:moveTo>
                    <a:pt x="15" y="40"/>
                  </a:moveTo>
                  <a:cubicBezTo>
                    <a:pt x="15" y="38"/>
                    <a:pt x="14" y="36"/>
                    <a:pt x="14" y="34"/>
                  </a:cubicBezTo>
                  <a:cubicBezTo>
                    <a:pt x="14" y="31"/>
                    <a:pt x="15" y="29"/>
                    <a:pt x="15" y="2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6" y="24"/>
                    <a:pt x="5" y="29"/>
                    <a:pt x="5" y="34"/>
                  </a:cubicBezTo>
                  <a:cubicBezTo>
                    <a:pt x="5" y="39"/>
                    <a:pt x="6" y="43"/>
                    <a:pt x="8" y="47"/>
                  </a:cubicBezTo>
                  <a:lnTo>
                    <a:pt x="15" y="40"/>
                  </a:lnTo>
                  <a:close/>
                  <a:moveTo>
                    <a:pt x="48" y="34"/>
                  </a:moveTo>
                  <a:cubicBezTo>
                    <a:pt x="48" y="26"/>
                    <a:pt x="42" y="19"/>
                    <a:pt x="34" y="19"/>
                  </a:cubicBezTo>
                  <a:cubicBezTo>
                    <a:pt x="26" y="19"/>
                    <a:pt x="19" y="26"/>
                    <a:pt x="19" y="34"/>
                  </a:cubicBezTo>
                  <a:cubicBezTo>
                    <a:pt x="19" y="42"/>
                    <a:pt x="26" y="48"/>
                    <a:pt x="34" y="48"/>
                  </a:cubicBezTo>
                  <a:cubicBezTo>
                    <a:pt x="42" y="48"/>
                    <a:pt x="48" y="42"/>
                    <a:pt x="48" y="34"/>
                  </a:cubicBezTo>
                  <a:close/>
                  <a:moveTo>
                    <a:pt x="20" y="8"/>
                  </a:moveTo>
                  <a:cubicBezTo>
                    <a:pt x="27" y="15"/>
                    <a:pt x="27" y="15"/>
                    <a:pt x="27" y="15"/>
                  </a:cubicBezTo>
                  <a:cubicBezTo>
                    <a:pt x="29" y="15"/>
                    <a:pt x="32" y="14"/>
                    <a:pt x="34" y="14"/>
                  </a:cubicBezTo>
                  <a:cubicBezTo>
                    <a:pt x="36" y="14"/>
                    <a:pt x="38" y="15"/>
                    <a:pt x="40" y="15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3" y="6"/>
                    <a:pt x="39" y="5"/>
                    <a:pt x="34" y="5"/>
                  </a:cubicBezTo>
                  <a:cubicBezTo>
                    <a:pt x="29" y="5"/>
                    <a:pt x="24" y="6"/>
                    <a:pt x="20" y="8"/>
                  </a:cubicBezTo>
                  <a:close/>
                  <a:moveTo>
                    <a:pt x="47" y="59"/>
                  </a:moveTo>
                  <a:cubicBezTo>
                    <a:pt x="40" y="52"/>
                    <a:pt x="40" y="52"/>
                    <a:pt x="40" y="52"/>
                  </a:cubicBezTo>
                  <a:cubicBezTo>
                    <a:pt x="38" y="53"/>
                    <a:pt x="36" y="53"/>
                    <a:pt x="34" y="53"/>
                  </a:cubicBezTo>
                  <a:cubicBezTo>
                    <a:pt x="32" y="53"/>
                    <a:pt x="29" y="53"/>
                    <a:pt x="27" y="52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4" y="62"/>
                    <a:pt x="29" y="63"/>
                    <a:pt x="34" y="63"/>
                  </a:cubicBezTo>
                  <a:cubicBezTo>
                    <a:pt x="39" y="63"/>
                    <a:pt x="43" y="62"/>
                    <a:pt x="47" y="59"/>
                  </a:cubicBezTo>
                  <a:close/>
                  <a:moveTo>
                    <a:pt x="60" y="47"/>
                  </a:moveTo>
                  <a:cubicBezTo>
                    <a:pt x="62" y="43"/>
                    <a:pt x="63" y="39"/>
                    <a:pt x="63" y="34"/>
                  </a:cubicBezTo>
                  <a:cubicBezTo>
                    <a:pt x="63" y="29"/>
                    <a:pt x="62" y="24"/>
                    <a:pt x="60" y="20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3" y="29"/>
                    <a:pt x="53" y="32"/>
                    <a:pt x="53" y="34"/>
                  </a:cubicBezTo>
                  <a:cubicBezTo>
                    <a:pt x="53" y="36"/>
                    <a:pt x="53" y="38"/>
                    <a:pt x="52" y="40"/>
                  </a:cubicBezTo>
                  <a:lnTo>
                    <a:pt x="60" y="4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0" name="Freeform: Shape 34"/>
            <p:cNvSpPr>
              <a:spLocks/>
            </p:cNvSpPr>
            <p:nvPr/>
          </p:nvSpPr>
          <p:spPr bwMode="auto">
            <a:xfrm>
              <a:off x="4390881" y="3533961"/>
              <a:ext cx="254090" cy="371212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16" y="74"/>
                </a:cxn>
                <a:cxn ang="0">
                  <a:pos x="35" y="102"/>
                </a:cxn>
                <a:cxn ang="0">
                  <a:pos x="54" y="74"/>
                </a:cxn>
                <a:cxn ang="0">
                  <a:pos x="70" y="35"/>
                </a:cxn>
                <a:cxn ang="0">
                  <a:pos x="35" y="0"/>
                </a:cxn>
                <a:cxn ang="0">
                  <a:pos x="43" y="87"/>
                </a:cxn>
                <a:cxn ang="0">
                  <a:pos x="27" y="89"/>
                </a:cxn>
                <a:cxn ang="0">
                  <a:pos x="26" y="83"/>
                </a:cxn>
                <a:cxn ang="0">
                  <a:pos x="26" y="83"/>
                </a:cxn>
                <a:cxn ang="0">
                  <a:pos x="45" y="80"/>
                </a:cxn>
                <a:cxn ang="0">
                  <a:pos x="44" y="83"/>
                </a:cxn>
                <a:cxn ang="0">
                  <a:pos x="43" y="87"/>
                </a:cxn>
                <a:cxn ang="0">
                  <a:pos x="25" y="79"/>
                </a:cxn>
                <a:cxn ang="0">
                  <a:pos x="23" y="73"/>
                </a:cxn>
                <a:cxn ang="0">
                  <a:pos x="47" y="73"/>
                </a:cxn>
                <a:cxn ang="0">
                  <a:pos x="46" y="77"/>
                </a:cxn>
                <a:cxn ang="0">
                  <a:pos x="25" y="79"/>
                </a:cxn>
                <a:cxn ang="0">
                  <a:pos x="35" y="96"/>
                </a:cxn>
                <a:cxn ang="0">
                  <a:pos x="29" y="92"/>
                </a:cxn>
                <a:cxn ang="0">
                  <a:pos x="42" y="90"/>
                </a:cxn>
                <a:cxn ang="0">
                  <a:pos x="35" y="96"/>
                </a:cxn>
                <a:cxn ang="0">
                  <a:pos x="50" y="67"/>
                </a:cxn>
                <a:cxn ang="0">
                  <a:pos x="20" y="67"/>
                </a:cxn>
                <a:cxn ang="0">
                  <a:pos x="15" y="57"/>
                </a:cxn>
                <a:cxn ang="0">
                  <a:pos x="6" y="35"/>
                </a:cxn>
                <a:cxn ang="0">
                  <a:pos x="35" y="6"/>
                </a:cxn>
                <a:cxn ang="0">
                  <a:pos x="64" y="35"/>
                </a:cxn>
                <a:cxn ang="0">
                  <a:pos x="55" y="57"/>
                </a:cxn>
                <a:cxn ang="0">
                  <a:pos x="50" y="67"/>
                </a:cxn>
                <a:cxn ang="0">
                  <a:pos x="50" y="67"/>
                </a:cxn>
                <a:cxn ang="0">
                  <a:pos x="50" y="67"/>
                </a:cxn>
              </a:cxnLst>
              <a:rect l="0" t="0" r="r" b="b"/>
              <a:pathLst>
                <a:path w="70" h="102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48"/>
                    <a:pt x="12" y="62"/>
                    <a:pt x="16" y="74"/>
                  </a:cubicBezTo>
                  <a:cubicBezTo>
                    <a:pt x="22" y="91"/>
                    <a:pt x="22" y="102"/>
                    <a:pt x="35" y="102"/>
                  </a:cubicBezTo>
                  <a:cubicBezTo>
                    <a:pt x="49" y="102"/>
                    <a:pt x="48" y="92"/>
                    <a:pt x="54" y="74"/>
                  </a:cubicBezTo>
                  <a:cubicBezTo>
                    <a:pt x="58" y="62"/>
                    <a:pt x="70" y="48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43" y="87"/>
                  </a:moveTo>
                  <a:cubicBezTo>
                    <a:pt x="27" y="89"/>
                    <a:pt x="27" y="89"/>
                    <a:pt x="27" y="89"/>
                  </a:cubicBezTo>
                  <a:cubicBezTo>
                    <a:pt x="27" y="87"/>
                    <a:pt x="26" y="85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5" y="82"/>
                    <a:pt x="44" y="83"/>
                  </a:cubicBezTo>
                  <a:cubicBezTo>
                    <a:pt x="44" y="84"/>
                    <a:pt x="44" y="86"/>
                    <a:pt x="43" y="87"/>
                  </a:cubicBezTo>
                  <a:close/>
                  <a:moveTo>
                    <a:pt x="25" y="79"/>
                  </a:moveTo>
                  <a:cubicBezTo>
                    <a:pt x="24" y="78"/>
                    <a:pt x="23" y="76"/>
                    <a:pt x="23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5"/>
                    <a:pt x="47" y="76"/>
                    <a:pt x="46" y="77"/>
                  </a:cubicBezTo>
                  <a:lnTo>
                    <a:pt x="25" y="79"/>
                  </a:lnTo>
                  <a:close/>
                  <a:moveTo>
                    <a:pt x="35" y="96"/>
                  </a:moveTo>
                  <a:cubicBezTo>
                    <a:pt x="32" y="96"/>
                    <a:pt x="30" y="95"/>
                    <a:pt x="29" y="92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0" y="95"/>
                    <a:pt x="39" y="96"/>
                    <a:pt x="35" y="96"/>
                  </a:cubicBezTo>
                  <a:close/>
                  <a:moveTo>
                    <a:pt x="50" y="67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19" y="64"/>
                    <a:pt x="17" y="60"/>
                    <a:pt x="15" y="57"/>
                  </a:cubicBezTo>
                  <a:cubicBezTo>
                    <a:pt x="11" y="49"/>
                    <a:pt x="6" y="41"/>
                    <a:pt x="6" y="35"/>
                  </a:cubicBezTo>
                  <a:cubicBezTo>
                    <a:pt x="6" y="19"/>
                    <a:pt x="19" y="6"/>
                    <a:pt x="35" y="6"/>
                  </a:cubicBezTo>
                  <a:cubicBezTo>
                    <a:pt x="51" y="6"/>
                    <a:pt x="64" y="19"/>
                    <a:pt x="64" y="35"/>
                  </a:cubicBezTo>
                  <a:cubicBezTo>
                    <a:pt x="64" y="41"/>
                    <a:pt x="60" y="49"/>
                    <a:pt x="55" y="57"/>
                  </a:cubicBezTo>
                  <a:cubicBezTo>
                    <a:pt x="53" y="60"/>
                    <a:pt x="52" y="64"/>
                    <a:pt x="50" y="67"/>
                  </a:cubicBezTo>
                  <a:close/>
                  <a:moveTo>
                    <a:pt x="50" y="67"/>
                  </a:moveTo>
                  <a:cubicBezTo>
                    <a:pt x="50" y="67"/>
                    <a:pt x="50" y="67"/>
                    <a:pt x="50" y="6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ماینیت: XRD و آب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47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ig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67594"/>
            <a:ext cx="3739686" cy="3198416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916545" y="1780145"/>
            <a:ext cx="3216266" cy="1712057"/>
            <a:chOff x="954040" y="2231039"/>
            <a:chExt cx="4288354" cy="2282742"/>
          </a:xfrm>
        </p:grpSpPr>
        <p:sp>
          <p:nvSpPr>
            <p:cNvPr id="6" name="文本框 66"/>
            <p:cNvSpPr txBox="1"/>
            <p:nvPr/>
          </p:nvSpPr>
          <p:spPr>
            <a:xfrm>
              <a:off x="954041" y="2231039"/>
              <a:ext cx="4288353" cy="1077218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2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60000"/>
                      <a:lumOff val="40000"/>
                    </a:srgbClr>
                  </a:solidFill>
                  <a:effectLst/>
                  <a:uLnTx/>
                  <a:uFillTx/>
                  <a:ea typeface="微软雅黑"/>
                  <a:cs typeface="Lucida Sans Unicode" pitchFamily="34" charset="0"/>
                  <a:sym typeface="+mn-lt"/>
                </a:rPr>
                <a:t>سه مرحله</a:t>
              </a:r>
              <a:endParaRPr kumimoji="0" lang="fa-IR" altLang="zh-CN" sz="32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0000"/>
                    <a:lumOff val="40000"/>
                  </a:srgbClr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4040" y="3559674"/>
              <a:ext cx="4288353" cy="954107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/>
            <a:p>
              <a:pPr lvl="0" rtl="1" algn="r">
                <a:defRPr/>
              </a:pPr>
              <a:r>
                <a:rPr lang="fa-IR" altLang="en-US" sz="1400" dirty="0">
                  <a:solidFill>
                    <a:srgbClr val="000000"/>
                  </a:solidFill>
                  <a:ea typeface="微软雅黑"/>
                  <a:cs typeface="Lucida Sans Unicode" pitchFamily="34" charset="0"/>
                  <a:sym typeface="+mn-lt"/>
                </a:rPr>
                <a:t>انحلال، جوانه‌زنی و رسوب هیدرات‌ها؛ با افزایش دما قلهٔ گرمازایی زودتر رخ می‌دهد.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微软雅黑"/>
                <a:cs typeface="Lucida Sans Unicode" pitchFamily="34" charset="0"/>
                <a:sym typeface="+mn-lt"/>
              </a:rPr>
              <a:t>سینتیک هیدراتاسیون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908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Fig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65" y="988864"/>
            <a:ext cx="2486426" cy="371031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063282" y="1491630"/>
            <a:ext cx="2739044" cy="563303"/>
            <a:chOff x="2063282" y="1491630"/>
            <a:chExt cx="2739044" cy="563303"/>
          </a:xfrm>
        </p:grpSpPr>
        <p:grpSp>
          <p:nvGrpSpPr>
            <p:cNvPr id="4" name="Group 5"/>
            <p:cNvGrpSpPr/>
            <p:nvPr/>
          </p:nvGrpSpPr>
          <p:grpSpPr>
            <a:xfrm>
              <a:off x="2735796" y="1491630"/>
              <a:ext cx="2066530" cy="563303"/>
              <a:chOff x="8689521" y="2412324"/>
              <a:chExt cx="2755373" cy="751070"/>
            </a:xfrm>
          </p:grpSpPr>
          <p:sp>
            <p:nvSpPr>
              <p:cNvPr id="49" name="TextBox 6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ریزساختار هیدرات‌ها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0" name="Rectangle 7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CAH₁₀ و C₂AH₈ شبه‌پایدار؛ C₃AH₆ مکعبی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8" name="Rectangle 51"/>
            <p:cNvSpPr/>
            <p:nvPr/>
          </p:nvSpPr>
          <p:spPr>
            <a:xfrm>
              <a:off x="2063282" y="1505259"/>
              <a:ext cx="527599" cy="5275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Freeform: Shape 52"/>
            <p:cNvSpPr>
              <a:spLocks/>
            </p:cNvSpPr>
            <p:nvPr/>
          </p:nvSpPr>
          <p:spPr bwMode="auto">
            <a:xfrm>
              <a:off x="2143329" y="1578375"/>
              <a:ext cx="365863" cy="369683"/>
            </a:xfrm>
            <a:custGeom>
              <a:avLst/>
              <a:gdLst>
                <a:gd name="T0" fmla="*/ 138 w 306"/>
                <a:gd name="T1" fmla="*/ 226 h 309"/>
                <a:gd name="T2" fmla="*/ 149 w 306"/>
                <a:gd name="T3" fmla="*/ 229 h 309"/>
                <a:gd name="T4" fmla="*/ 198 w 306"/>
                <a:gd name="T5" fmla="*/ 216 h 309"/>
                <a:gd name="T6" fmla="*/ 226 w 306"/>
                <a:gd name="T7" fmla="*/ 169 h 309"/>
                <a:gd name="T8" fmla="*/ 215 w 306"/>
                <a:gd name="T9" fmla="*/ 147 h 309"/>
                <a:gd name="T10" fmla="*/ 171 w 306"/>
                <a:gd name="T11" fmla="*/ 209 h 309"/>
                <a:gd name="T12" fmla="*/ 138 w 306"/>
                <a:gd name="T13" fmla="*/ 226 h 309"/>
                <a:gd name="T14" fmla="*/ 80 w 306"/>
                <a:gd name="T15" fmla="*/ 107 h 309"/>
                <a:gd name="T16" fmla="*/ 142 w 306"/>
                <a:gd name="T17" fmla="*/ 15 h 309"/>
                <a:gd name="T18" fmla="*/ 164 w 306"/>
                <a:gd name="T19" fmla="*/ 16 h 309"/>
                <a:gd name="T20" fmla="*/ 225 w 306"/>
                <a:gd name="T21" fmla="*/ 107 h 309"/>
                <a:gd name="T22" fmla="*/ 241 w 306"/>
                <a:gd name="T23" fmla="*/ 153 h 309"/>
                <a:gd name="T24" fmla="*/ 193 w 306"/>
                <a:gd name="T25" fmla="*/ 237 h 309"/>
                <a:gd name="T26" fmla="*/ 112 w 306"/>
                <a:gd name="T27" fmla="*/ 237 h 309"/>
                <a:gd name="T28" fmla="*/ 65 w 306"/>
                <a:gd name="T29" fmla="*/ 153 h 309"/>
                <a:gd name="T30" fmla="*/ 80 w 306"/>
                <a:gd name="T31" fmla="*/ 107 h 309"/>
                <a:gd name="T32" fmla="*/ 153 w 306"/>
                <a:gd name="T33" fmla="*/ 277 h 309"/>
                <a:gd name="T34" fmla="*/ 238 w 306"/>
                <a:gd name="T35" fmla="*/ 257 h 309"/>
                <a:gd name="T36" fmla="*/ 237 w 306"/>
                <a:gd name="T37" fmla="*/ 226 h 309"/>
                <a:gd name="T38" fmla="*/ 234 w 306"/>
                <a:gd name="T39" fmla="*/ 224 h 309"/>
                <a:gd name="T40" fmla="*/ 246 w 306"/>
                <a:gd name="T41" fmla="*/ 205 h 309"/>
                <a:gd name="T42" fmla="*/ 295 w 306"/>
                <a:gd name="T43" fmla="*/ 260 h 309"/>
                <a:gd name="T44" fmla="*/ 252 w 306"/>
                <a:gd name="T45" fmla="*/ 294 h 309"/>
                <a:gd name="T46" fmla="*/ 153 w 306"/>
                <a:gd name="T47" fmla="*/ 309 h 309"/>
                <a:gd name="T48" fmla="*/ 53 w 306"/>
                <a:gd name="T49" fmla="*/ 294 h 309"/>
                <a:gd name="T50" fmla="*/ 10 w 306"/>
                <a:gd name="T51" fmla="*/ 260 h 309"/>
                <a:gd name="T52" fmla="*/ 60 w 306"/>
                <a:gd name="T53" fmla="*/ 205 h 309"/>
                <a:gd name="T54" fmla="*/ 71 w 306"/>
                <a:gd name="T55" fmla="*/ 224 h 309"/>
                <a:gd name="T56" fmla="*/ 69 w 306"/>
                <a:gd name="T57" fmla="*/ 226 h 309"/>
                <a:gd name="T58" fmla="*/ 67 w 306"/>
                <a:gd name="T59" fmla="*/ 257 h 309"/>
                <a:gd name="T60" fmla="*/ 153 w 306"/>
                <a:gd name="T61" fmla="*/ 277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06" h="309">
                  <a:moveTo>
                    <a:pt x="138" y="226"/>
                  </a:moveTo>
                  <a:cubicBezTo>
                    <a:pt x="141" y="227"/>
                    <a:pt x="145" y="229"/>
                    <a:pt x="149" y="229"/>
                  </a:cubicBezTo>
                  <a:cubicBezTo>
                    <a:pt x="164" y="232"/>
                    <a:pt x="182" y="227"/>
                    <a:pt x="198" y="216"/>
                  </a:cubicBezTo>
                  <a:cubicBezTo>
                    <a:pt x="215" y="204"/>
                    <a:pt x="226" y="186"/>
                    <a:pt x="226" y="169"/>
                  </a:cubicBezTo>
                  <a:cubicBezTo>
                    <a:pt x="226" y="160"/>
                    <a:pt x="220" y="151"/>
                    <a:pt x="215" y="147"/>
                  </a:cubicBezTo>
                  <a:cubicBezTo>
                    <a:pt x="210" y="170"/>
                    <a:pt x="193" y="193"/>
                    <a:pt x="171" y="209"/>
                  </a:cubicBezTo>
                  <a:cubicBezTo>
                    <a:pt x="160" y="216"/>
                    <a:pt x="149" y="222"/>
                    <a:pt x="138" y="226"/>
                  </a:cubicBezTo>
                  <a:close/>
                  <a:moveTo>
                    <a:pt x="80" y="107"/>
                  </a:moveTo>
                  <a:cubicBezTo>
                    <a:pt x="98" y="76"/>
                    <a:pt x="122" y="47"/>
                    <a:pt x="142" y="15"/>
                  </a:cubicBezTo>
                  <a:cubicBezTo>
                    <a:pt x="151" y="1"/>
                    <a:pt x="154" y="0"/>
                    <a:pt x="164" y="16"/>
                  </a:cubicBezTo>
                  <a:cubicBezTo>
                    <a:pt x="183" y="47"/>
                    <a:pt x="207" y="76"/>
                    <a:pt x="225" y="107"/>
                  </a:cubicBezTo>
                  <a:cubicBezTo>
                    <a:pt x="234" y="122"/>
                    <a:pt x="241" y="138"/>
                    <a:pt x="241" y="153"/>
                  </a:cubicBezTo>
                  <a:cubicBezTo>
                    <a:pt x="241" y="190"/>
                    <a:pt x="221" y="222"/>
                    <a:pt x="193" y="237"/>
                  </a:cubicBezTo>
                  <a:cubicBezTo>
                    <a:pt x="167" y="251"/>
                    <a:pt x="137" y="251"/>
                    <a:pt x="112" y="237"/>
                  </a:cubicBezTo>
                  <a:cubicBezTo>
                    <a:pt x="84" y="221"/>
                    <a:pt x="65" y="190"/>
                    <a:pt x="65" y="153"/>
                  </a:cubicBezTo>
                  <a:cubicBezTo>
                    <a:pt x="65" y="138"/>
                    <a:pt x="71" y="122"/>
                    <a:pt x="80" y="107"/>
                  </a:cubicBezTo>
                  <a:close/>
                  <a:moveTo>
                    <a:pt x="153" y="277"/>
                  </a:moveTo>
                  <a:cubicBezTo>
                    <a:pt x="178" y="277"/>
                    <a:pt x="218" y="273"/>
                    <a:pt x="238" y="257"/>
                  </a:cubicBezTo>
                  <a:cubicBezTo>
                    <a:pt x="251" y="247"/>
                    <a:pt x="250" y="236"/>
                    <a:pt x="237" y="226"/>
                  </a:cubicBezTo>
                  <a:cubicBezTo>
                    <a:pt x="236" y="226"/>
                    <a:pt x="235" y="225"/>
                    <a:pt x="234" y="224"/>
                  </a:cubicBezTo>
                  <a:cubicBezTo>
                    <a:pt x="239" y="218"/>
                    <a:pt x="243" y="212"/>
                    <a:pt x="246" y="205"/>
                  </a:cubicBezTo>
                  <a:cubicBezTo>
                    <a:pt x="267" y="213"/>
                    <a:pt x="306" y="232"/>
                    <a:pt x="295" y="260"/>
                  </a:cubicBezTo>
                  <a:cubicBezTo>
                    <a:pt x="289" y="277"/>
                    <a:pt x="268" y="288"/>
                    <a:pt x="252" y="294"/>
                  </a:cubicBezTo>
                  <a:cubicBezTo>
                    <a:pt x="225" y="304"/>
                    <a:pt x="189" y="309"/>
                    <a:pt x="153" y="309"/>
                  </a:cubicBezTo>
                  <a:cubicBezTo>
                    <a:pt x="116" y="309"/>
                    <a:pt x="80" y="304"/>
                    <a:pt x="53" y="294"/>
                  </a:cubicBezTo>
                  <a:cubicBezTo>
                    <a:pt x="38" y="288"/>
                    <a:pt x="16" y="277"/>
                    <a:pt x="10" y="260"/>
                  </a:cubicBezTo>
                  <a:cubicBezTo>
                    <a:pt x="0" y="232"/>
                    <a:pt x="38" y="213"/>
                    <a:pt x="60" y="205"/>
                  </a:cubicBezTo>
                  <a:cubicBezTo>
                    <a:pt x="63" y="212"/>
                    <a:pt x="67" y="218"/>
                    <a:pt x="71" y="224"/>
                  </a:cubicBezTo>
                  <a:cubicBezTo>
                    <a:pt x="70" y="225"/>
                    <a:pt x="70" y="226"/>
                    <a:pt x="69" y="226"/>
                  </a:cubicBezTo>
                  <a:cubicBezTo>
                    <a:pt x="56" y="236"/>
                    <a:pt x="54" y="247"/>
                    <a:pt x="67" y="257"/>
                  </a:cubicBezTo>
                  <a:cubicBezTo>
                    <a:pt x="88" y="273"/>
                    <a:pt x="128" y="277"/>
                    <a:pt x="153" y="2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063282" y="2457456"/>
            <a:ext cx="2739044" cy="563303"/>
            <a:chOff x="2063282" y="2457456"/>
            <a:chExt cx="2739044" cy="563303"/>
          </a:xfrm>
        </p:grpSpPr>
        <p:sp>
          <p:nvSpPr>
            <p:cNvPr id="10" name="Rectangle 54"/>
            <p:cNvSpPr/>
            <p:nvPr/>
          </p:nvSpPr>
          <p:spPr>
            <a:xfrm>
              <a:off x="2063282" y="2457456"/>
              <a:ext cx="527599" cy="5275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1" name="Group 55"/>
            <p:cNvGrpSpPr/>
            <p:nvPr/>
          </p:nvGrpSpPr>
          <p:grpSpPr>
            <a:xfrm>
              <a:off x="2169543" y="2598805"/>
              <a:ext cx="318937" cy="245215"/>
              <a:chOff x="2849564" y="3636963"/>
              <a:chExt cx="315912" cy="242888"/>
            </a:xfrm>
            <a:solidFill>
              <a:schemeClr val="bg1"/>
            </a:solidFill>
          </p:grpSpPr>
          <p:sp>
            <p:nvSpPr>
              <p:cNvPr id="18" name="Freeform: Shape 56"/>
              <p:cNvSpPr>
                <a:spLocks/>
              </p:cNvSpPr>
              <p:nvPr/>
            </p:nvSpPr>
            <p:spPr bwMode="auto">
              <a:xfrm>
                <a:off x="2849564" y="3671888"/>
                <a:ext cx="298450" cy="207963"/>
              </a:xfrm>
              <a:custGeom>
                <a:avLst/>
                <a:gdLst>
                  <a:gd name="T0" fmla="*/ 103 w 112"/>
                  <a:gd name="T1" fmla="*/ 78 h 78"/>
                  <a:gd name="T2" fmla="*/ 9 w 112"/>
                  <a:gd name="T3" fmla="*/ 78 h 78"/>
                  <a:gd name="T4" fmla="*/ 0 w 112"/>
                  <a:gd name="T5" fmla="*/ 69 h 78"/>
                  <a:gd name="T6" fmla="*/ 0 w 112"/>
                  <a:gd name="T7" fmla="*/ 8 h 78"/>
                  <a:gd name="T8" fmla="*/ 9 w 112"/>
                  <a:gd name="T9" fmla="*/ 0 h 78"/>
                  <a:gd name="T10" fmla="*/ 42 w 112"/>
                  <a:gd name="T11" fmla="*/ 0 h 78"/>
                  <a:gd name="T12" fmla="*/ 46 w 112"/>
                  <a:gd name="T13" fmla="*/ 4 h 78"/>
                  <a:gd name="T14" fmla="*/ 42 w 112"/>
                  <a:gd name="T15" fmla="*/ 8 h 78"/>
                  <a:gd name="T16" fmla="*/ 9 w 112"/>
                  <a:gd name="T17" fmla="*/ 8 h 78"/>
                  <a:gd name="T18" fmla="*/ 8 w 112"/>
                  <a:gd name="T19" fmla="*/ 8 h 78"/>
                  <a:gd name="T20" fmla="*/ 8 w 112"/>
                  <a:gd name="T21" fmla="*/ 69 h 78"/>
                  <a:gd name="T22" fmla="*/ 9 w 112"/>
                  <a:gd name="T23" fmla="*/ 70 h 78"/>
                  <a:gd name="T24" fmla="*/ 103 w 112"/>
                  <a:gd name="T25" fmla="*/ 70 h 78"/>
                  <a:gd name="T26" fmla="*/ 104 w 112"/>
                  <a:gd name="T27" fmla="*/ 69 h 78"/>
                  <a:gd name="T28" fmla="*/ 104 w 112"/>
                  <a:gd name="T29" fmla="*/ 43 h 78"/>
                  <a:gd name="T30" fmla="*/ 108 w 112"/>
                  <a:gd name="T31" fmla="*/ 39 h 78"/>
                  <a:gd name="T32" fmla="*/ 112 w 112"/>
                  <a:gd name="T33" fmla="*/ 43 h 78"/>
                  <a:gd name="T34" fmla="*/ 112 w 112"/>
                  <a:gd name="T35" fmla="*/ 69 h 78"/>
                  <a:gd name="T36" fmla="*/ 103 w 112"/>
                  <a:gd name="T37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2" h="78">
                    <a:moveTo>
                      <a:pt x="103" y="78"/>
                    </a:moveTo>
                    <a:cubicBezTo>
                      <a:pt x="9" y="78"/>
                      <a:pt x="9" y="78"/>
                      <a:pt x="9" y="78"/>
                    </a:cubicBezTo>
                    <a:cubicBezTo>
                      <a:pt x="4" y="78"/>
                      <a:pt x="0" y="74"/>
                      <a:pt x="0" y="6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6" y="1"/>
                      <a:pt x="46" y="4"/>
                    </a:cubicBezTo>
                    <a:cubicBezTo>
                      <a:pt x="46" y="6"/>
                      <a:pt x="44" y="8"/>
                      <a:pt x="42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70"/>
                      <a:pt x="8" y="70"/>
                      <a:pt x="9" y="70"/>
                    </a:cubicBezTo>
                    <a:cubicBezTo>
                      <a:pt x="103" y="70"/>
                      <a:pt x="103" y="70"/>
                      <a:pt x="103" y="70"/>
                    </a:cubicBezTo>
                    <a:cubicBezTo>
                      <a:pt x="103" y="70"/>
                      <a:pt x="104" y="70"/>
                      <a:pt x="104" y="69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1"/>
                      <a:pt x="105" y="39"/>
                      <a:pt x="108" y="39"/>
                    </a:cubicBezTo>
                    <a:cubicBezTo>
                      <a:pt x="110" y="39"/>
                      <a:pt x="112" y="41"/>
                      <a:pt x="112" y="43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74"/>
                      <a:pt x="108" y="78"/>
                      <a:pt x="103" y="7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9" name="Freeform: Shape 57"/>
              <p:cNvSpPr>
                <a:spLocks/>
              </p:cNvSpPr>
              <p:nvPr/>
            </p:nvSpPr>
            <p:spPr bwMode="auto">
              <a:xfrm>
                <a:off x="2943226" y="3636963"/>
                <a:ext cx="222250" cy="200025"/>
              </a:xfrm>
              <a:custGeom>
                <a:avLst/>
                <a:gdLst>
                  <a:gd name="T0" fmla="*/ 46 w 83"/>
                  <a:gd name="T1" fmla="*/ 58 h 75"/>
                  <a:gd name="T2" fmla="*/ 83 w 83"/>
                  <a:gd name="T3" fmla="*/ 29 h 75"/>
                  <a:gd name="T4" fmla="*/ 46 w 83"/>
                  <a:gd name="T5" fmla="*/ 0 h 75"/>
                  <a:gd name="T6" fmla="*/ 46 w 83"/>
                  <a:gd name="T7" fmla="*/ 20 h 75"/>
                  <a:gd name="T8" fmla="*/ 0 w 83"/>
                  <a:gd name="T9" fmla="*/ 75 h 75"/>
                  <a:gd name="T10" fmla="*/ 46 w 83"/>
                  <a:gd name="T11" fmla="*/ 40 h 75"/>
                  <a:gd name="T12" fmla="*/ 46 w 83"/>
                  <a:gd name="T13" fmla="*/ 5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75">
                    <a:moveTo>
                      <a:pt x="46" y="58"/>
                    </a:moveTo>
                    <a:cubicBezTo>
                      <a:pt x="83" y="29"/>
                      <a:pt x="83" y="29"/>
                      <a:pt x="83" y="29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10" y="21"/>
                      <a:pt x="0" y="38"/>
                      <a:pt x="0" y="75"/>
                    </a:cubicBezTo>
                    <a:cubicBezTo>
                      <a:pt x="15" y="43"/>
                      <a:pt x="30" y="41"/>
                      <a:pt x="46" y="40"/>
                    </a:cubicBezTo>
                    <a:cubicBezTo>
                      <a:pt x="46" y="58"/>
                      <a:pt x="46" y="58"/>
                      <a:pt x="46" y="5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12" name="Group 53"/>
            <p:cNvGrpSpPr/>
            <p:nvPr/>
          </p:nvGrpSpPr>
          <p:grpSpPr>
            <a:xfrm>
              <a:off x="2735796" y="2457456"/>
              <a:ext cx="2066530" cy="563303"/>
              <a:chOff x="8689521" y="2412324"/>
              <a:chExt cx="2755373" cy="751070"/>
            </a:xfrm>
          </p:grpSpPr>
          <p:sp>
            <p:nvSpPr>
              <p:cNvPr id="16" name="TextBox 58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تبدیل در ۶۰ ‎°C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7" name="Rectangle 59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فقط در حضور آب آزاد رخ می‌دهد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2063282" y="3367418"/>
            <a:ext cx="2762269" cy="575980"/>
            <a:chOff x="2063282" y="3367418"/>
            <a:chExt cx="2762269" cy="575980"/>
          </a:xfrm>
        </p:grpSpPr>
        <p:sp>
          <p:nvSpPr>
            <p:cNvPr id="5" name="Rectangle 15"/>
            <p:cNvSpPr/>
            <p:nvPr/>
          </p:nvSpPr>
          <p:spPr>
            <a:xfrm>
              <a:off x="2063282" y="3367418"/>
              <a:ext cx="527599" cy="52759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Freeform: Shape 16"/>
            <p:cNvSpPr>
              <a:spLocks/>
            </p:cNvSpPr>
            <p:nvPr/>
          </p:nvSpPr>
          <p:spPr bwMode="auto">
            <a:xfrm>
              <a:off x="2194504" y="3513605"/>
              <a:ext cx="312556" cy="255099"/>
            </a:xfrm>
            <a:custGeom>
              <a:avLst/>
              <a:gdLst>
                <a:gd name="T0" fmla="*/ 307 w 382"/>
                <a:gd name="T1" fmla="*/ 135 h 312"/>
                <a:gd name="T2" fmla="*/ 362 w 382"/>
                <a:gd name="T3" fmla="*/ 71 h 312"/>
                <a:gd name="T4" fmla="*/ 238 w 382"/>
                <a:gd name="T5" fmla="*/ 25 h 312"/>
                <a:gd name="T6" fmla="*/ 229 w 382"/>
                <a:gd name="T7" fmla="*/ 19 h 312"/>
                <a:gd name="T8" fmla="*/ 229 w 382"/>
                <a:gd name="T9" fmla="*/ 134 h 312"/>
                <a:gd name="T10" fmla="*/ 180 w 382"/>
                <a:gd name="T11" fmla="*/ 214 h 312"/>
                <a:gd name="T12" fmla="*/ 86 w 382"/>
                <a:gd name="T13" fmla="*/ 189 h 312"/>
                <a:gd name="T14" fmla="*/ 129 w 382"/>
                <a:gd name="T15" fmla="*/ 97 h 312"/>
                <a:gd name="T16" fmla="*/ 190 w 382"/>
                <a:gd name="T17" fmla="*/ 93 h 312"/>
                <a:gd name="T18" fmla="*/ 190 w 382"/>
                <a:gd name="T19" fmla="*/ 4 h 312"/>
                <a:gd name="T20" fmla="*/ 154 w 382"/>
                <a:gd name="T21" fmla="*/ 0 h 312"/>
                <a:gd name="T22" fmla="*/ 0 w 382"/>
                <a:gd name="T23" fmla="*/ 156 h 312"/>
                <a:gd name="T24" fmla="*/ 154 w 382"/>
                <a:gd name="T25" fmla="*/ 312 h 312"/>
                <a:gd name="T26" fmla="*/ 308 w 382"/>
                <a:gd name="T27" fmla="*/ 156 h 312"/>
                <a:gd name="T28" fmla="*/ 307 w 382"/>
                <a:gd name="T29" fmla="*/ 135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2" h="312">
                  <a:moveTo>
                    <a:pt x="307" y="135"/>
                  </a:moveTo>
                  <a:cubicBezTo>
                    <a:pt x="354" y="122"/>
                    <a:pt x="382" y="72"/>
                    <a:pt x="362" y="71"/>
                  </a:cubicBezTo>
                  <a:cubicBezTo>
                    <a:pt x="311" y="68"/>
                    <a:pt x="267" y="43"/>
                    <a:pt x="238" y="25"/>
                  </a:cubicBezTo>
                  <a:cubicBezTo>
                    <a:pt x="235" y="23"/>
                    <a:pt x="232" y="21"/>
                    <a:pt x="229" y="19"/>
                  </a:cubicBezTo>
                  <a:cubicBezTo>
                    <a:pt x="229" y="134"/>
                    <a:pt x="229" y="134"/>
                    <a:pt x="229" y="134"/>
                  </a:cubicBezTo>
                  <a:cubicBezTo>
                    <a:pt x="229" y="172"/>
                    <a:pt x="206" y="202"/>
                    <a:pt x="180" y="214"/>
                  </a:cubicBezTo>
                  <a:cubicBezTo>
                    <a:pt x="142" y="233"/>
                    <a:pt x="100" y="221"/>
                    <a:pt x="86" y="189"/>
                  </a:cubicBezTo>
                  <a:cubicBezTo>
                    <a:pt x="72" y="157"/>
                    <a:pt x="91" y="116"/>
                    <a:pt x="129" y="97"/>
                  </a:cubicBezTo>
                  <a:cubicBezTo>
                    <a:pt x="150" y="87"/>
                    <a:pt x="172" y="86"/>
                    <a:pt x="190" y="93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78" y="1"/>
                    <a:pt x="166" y="0"/>
                    <a:pt x="154" y="0"/>
                  </a:cubicBezTo>
                  <a:cubicBezTo>
                    <a:pt x="69" y="0"/>
                    <a:pt x="0" y="70"/>
                    <a:pt x="0" y="156"/>
                  </a:cubicBezTo>
                  <a:cubicBezTo>
                    <a:pt x="0" y="242"/>
                    <a:pt x="69" y="312"/>
                    <a:pt x="154" y="312"/>
                  </a:cubicBezTo>
                  <a:cubicBezTo>
                    <a:pt x="239" y="312"/>
                    <a:pt x="308" y="242"/>
                    <a:pt x="308" y="156"/>
                  </a:cubicBezTo>
                  <a:cubicBezTo>
                    <a:pt x="308" y="149"/>
                    <a:pt x="308" y="142"/>
                    <a:pt x="307" y="1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3" name="Group 60"/>
            <p:cNvGrpSpPr/>
            <p:nvPr/>
          </p:nvGrpSpPr>
          <p:grpSpPr>
            <a:xfrm>
              <a:off x="2759021" y="3380095"/>
              <a:ext cx="2066530" cy="563303"/>
              <a:chOff x="8689521" y="2412324"/>
              <a:chExt cx="2755373" cy="751070"/>
            </a:xfrm>
          </p:grpSpPr>
          <p:sp>
            <p:nvSpPr>
              <p:cNvPr id="14" name="TextBox 61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non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سازوکار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5" name="Rectangle 62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انحلال و رسوب، نه واکنش حالت‌جامد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5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هیدرات‌ها و تبدیل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928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ig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67594"/>
            <a:ext cx="3739686" cy="3198416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916545" y="1780145"/>
            <a:ext cx="3216266" cy="1712057"/>
            <a:chOff x="954040" y="2231039"/>
            <a:chExt cx="4288354" cy="2282742"/>
          </a:xfrm>
        </p:grpSpPr>
        <p:sp>
          <p:nvSpPr>
            <p:cNvPr id="6" name="文本框 66"/>
            <p:cNvSpPr txBox="1"/>
            <p:nvPr/>
          </p:nvSpPr>
          <p:spPr>
            <a:xfrm>
              <a:off x="954041" y="2231039"/>
              <a:ext cx="4288353" cy="1077218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2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60000"/>
                      <a:lumOff val="40000"/>
                    </a:srgbClr>
                  </a:solidFill>
                  <a:effectLst/>
                  <a:uLnTx/>
                  <a:uFillTx/>
                  <a:ea typeface="微软雅黑"/>
                  <a:cs typeface="Lucida Sans Unicode" pitchFamily="34" charset="0"/>
                  <a:sym typeface="+mn-lt"/>
                </a:rPr>
                <a:t>گیرش</a:t>
              </a:r>
              <a:endParaRPr kumimoji="0" lang="fa-IR" altLang="zh-CN" sz="32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0000"/>
                    <a:lumOff val="40000"/>
                  </a:srgbClr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4040" y="3559674"/>
              <a:ext cx="4288353" cy="954107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/>
            <a:p>
              <a:pPr lvl="0" rtl="1" algn="r">
                <a:defRPr/>
              </a:pPr>
              <a:r>
                <a:rPr lang="fa-IR" altLang="en-US" sz="1400" dirty="0">
                  <a:solidFill>
                    <a:srgbClr val="000000"/>
                  </a:solidFill>
                  <a:ea typeface="微软雅黑"/>
                  <a:cs typeface="Lucida Sans Unicode" pitchFamily="34" charset="0"/>
                  <a:sym typeface="+mn-lt"/>
                </a:rPr>
                <a:t>میکروسیلیس گیرش را کند و آلومینای فعال آن را تسریع می‌کند؛ سل سیلیس گرمای هیدراتاسیون و استحکام را تغییر می‌دهد.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微软雅黑"/>
                <a:cs typeface="Lucida Sans Unicode" pitchFamily="34" charset="0"/>
                <a:sym typeface="+mn-lt"/>
              </a:rPr>
              <a:t>ریزدانه و گیرش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908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Fig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65" y="988864"/>
            <a:ext cx="2486426" cy="371031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063282" y="1491630"/>
            <a:ext cx="2739044" cy="563303"/>
            <a:chOff x="2063282" y="1491630"/>
            <a:chExt cx="2739044" cy="563303"/>
          </a:xfrm>
        </p:grpSpPr>
        <p:grpSp>
          <p:nvGrpSpPr>
            <p:cNvPr id="4" name="Group 5"/>
            <p:cNvGrpSpPr/>
            <p:nvPr/>
          </p:nvGrpSpPr>
          <p:grpSpPr>
            <a:xfrm>
              <a:off x="2735796" y="1491630"/>
              <a:ext cx="2066530" cy="563303"/>
              <a:chOff x="8689521" y="2412324"/>
              <a:chExt cx="2755373" cy="751070"/>
            </a:xfrm>
          </p:grpSpPr>
          <p:sp>
            <p:nvSpPr>
              <p:cNvPr id="49" name="TextBox 6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انبساط ماندگار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50" name="Rectangle 7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تا ۰٫۵٪ میکروسیلیس بیشتر می‌شود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sp>
          <p:nvSpPr>
            <p:cNvPr id="8" name="Rectangle 51"/>
            <p:cNvSpPr/>
            <p:nvPr/>
          </p:nvSpPr>
          <p:spPr>
            <a:xfrm>
              <a:off x="2063282" y="1505259"/>
              <a:ext cx="527599" cy="5275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Freeform: Shape 52"/>
            <p:cNvSpPr>
              <a:spLocks/>
            </p:cNvSpPr>
            <p:nvPr/>
          </p:nvSpPr>
          <p:spPr bwMode="auto">
            <a:xfrm>
              <a:off x="2143329" y="1578375"/>
              <a:ext cx="365863" cy="369683"/>
            </a:xfrm>
            <a:custGeom>
              <a:avLst/>
              <a:gdLst>
                <a:gd name="T0" fmla="*/ 138 w 306"/>
                <a:gd name="T1" fmla="*/ 226 h 309"/>
                <a:gd name="T2" fmla="*/ 149 w 306"/>
                <a:gd name="T3" fmla="*/ 229 h 309"/>
                <a:gd name="T4" fmla="*/ 198 w 306"/>
                <a:gd name="T5" fmla="*/ 216 h 309"/>
                <a:gd name="T6" fmla="*/ 226 w 306"/>
                <a:gd name="T7" fmla="*/ 169 h 309"/>
                <a:gd name="T8" fmla="*/ 215 w 306"/>
                <a:gd name="T9" fmla="*/ 147 h 309"/>
                <a:gd name="T10" fmla="*/ 171 w 306"/>
                <a:gd name="T11" fmla="*/ 209 h 309"/>
                <a:gd name="T12" fmla="*/ 138 w 306"/>
                <a:gd name="T13" fmla="*/ 226 h 309"/>
                <a:gd name="T14" fmla="*/ 80 w 306"/>
                <a:gd name="T15" fmla="*/ 107 h 309"/>
                <a:gd name="T16" fmla="*/ 142 w 306"/>
                <a:gd name="T17" fmla="*/ 15 h 309"/>
                <a:gd name="T18" fmla="*/ 164 w 306"/>
                <a:gd name="T19" fmla="*/ 16 h 309"/>
                <a:gd name="T20" fmla="*/ 225 w 306"/>
                <a:gd name="T21" fmla="*/ 107 h 309"/>
                <a:gd name="T22" fmla="*/ 241 w 306"/>
                <a:gd name="T23" fmla="*/ 153 h 309"/>
                <a:gd name="T24" fmla="*/ 193 w 306"/>
                <a:gd name="T25" fmla="*/ 237 h 309"/>
                <a:gd name="T26" fmla="*/ 112 w 306"/>
                <a:gd name="T27" fmla="*/ 237 h 309"/>
                <a:gd name="T28" fmla="*/ 65 w 306"/>
                <a:gd name="T29" fmla="*/ 153 h 309"/>
                <a:gd name="T30" fmla="*/ 80 w 306"/>
                <a:gd name="T31" fmla="*/ 107 h 309"/>
                <a:gd name="T32" fmla="*/ 153 w 306"/>
                <a:gd name="T33" fmla="*/ 277 h 309"/>
                <a:gd name="T34" fmla="*/ 238 w 306"/>
                <a:gd name="T35" fmla="*/ 257 h 309"/>
                <a:gd name="T36" fmla="*/ 237 w 306"/>
                <a:gd name="T37" fmla="*/ 226 h 309"/>
                <a:gd name="T38" fmla="*/ 234 w 306"/>
                <a:gd name="T39" fmla="*/ 224 h 309"/>
                <a:gd name="T40" fmla="*/ 246 w 306"/>
                <a:gd name="T41" fmla="*/ 205 h 309"/>
                <a:gd name="T42" fmla="*/ 295 w 306"/>
                <a:gd name="T43" fmla="*/ 260 h 309"/>
                <a:gd name="T44" fmla="*/ 252 w 306"/>
                <a:gd name="T45" fmla="*/ 294 h 309"/>
                <a:gd name="T46" fmla="*/ 153 w 306"/>
                <a:gd name="T47" fmla="*/ 309 h 309"/>
                <a:gd name="T48" fmla="*/ 53 w 306"/>
                <a:gd name="T49" fmla="*/ 294 h 309"/>
                <a:gd name="T50" fmla="*/ 10 w 306"/>
                <a:gd name="T51" fmla="*/ 260 h 309"/>
                <a:gd name="T52" fmla="*/ 60 w 306"/>
                <a:gd name="T53" fmla="*/ 205 h 309"/>
                <a:gd name="T54" fmla="*/ 71 w 306"/>
                <a:gd name="T55" fmla="*/ 224 h 309"/>
                <a:gd name="T56" fmla="*/ 69 w 306"/>
                <a:gd name="T57" fmla="*/ 226 h 309"/>
                <a:gd name="T58" fmla="*/ 67 w 306"/>
                <a:gd name="T59" fmla="*/ 257 h 309"/>
                <a:gd name="T60" fmla="*/ 153 w 306"/>
                <a:gd name="T61" fmla="*/ 277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06" h="309">
                  <a:moveTo>
                    <a:pt x="138" y="226"/>
                  </a:moveTo>
                  <a:cubicBezTo>
                    <a:pt x="141" y="227"/>
                    <a:pt x="145" y="229"/>
                    <a:pt x="149" y="229"/>
                  </a:cubicBezTo>
                  <a:cubicBezTo>
                    <a:pt x="164" y="232"/>
                    <a:pt x="182" y="227"/>
                    <a:pt x="198" y="216"/>
                  </a:cubicBezTo>
                  <a:cubicBezTo>
                    <a:pt x="215" y="204"/>
                    <a:pt x="226" y="186"/>
                    <a:pt x="226" y="169"/>
                  </a:cubicBezTo>
                  <a:cubicBezTo>
                    <a:pt x="226" y="160"/>
                    <a:pt x="220" y="151"/>
                    <a:pt x="215" y="147"/>
                  </a:cubicBezTo>
                  <a:cubicBezTo>
                    <a:pt x="210" y="170"/>
                    <a:pt x="193" y="193"/>
                    <a:pt x="171" y="209"/>
                  </a:cubicBezTo>
                  <a:cubicBezTo>
                    <a:pt x="160" y="216"/>
                    <a:pt x="149" y="222"/>
                    <a:pt x="138" y="226"/>
                  </a:cubicBezTo>
                  <a:close/>
                  <a:moveTo>
                    <a:pt x="80" y="107"/>
                  </a:moveTo>
                  <a:cubicBezTo>
                    <a:pt x="98" y="76"/>
                    <a:pt x="122" y="47"/>
                    <a:pt x="142" y="15"/>
                  </a:cubicBezTo>
                  <a:cubicBezTo>
                    <a:pt x="151" y="1"/>
                    <a:pt x="154" y="0"/>
                    <a:pt x="164" y="16"/>
                  </a:cubicBezTo>
                  <a:cubicBezTo>
                    <a:pt x="183" y="47"/>
                    <a:pt x="207" y="76"/>
                    <a:pt x="225" y="107"/>
                  </a:cubicBezTo>
                  <a:cubicBezTo>
                    <a:pt x="234" y="122"/>
                    <a:pt x="241" y="138"/>
                    <a:pt x="241" y="153"/>
                  </a:cubicBezTo>
                  <a:cubicBezTo>
                    <a:pt x="241" y="190"/>
                    <a:pt x="221" y="222"/>
                    <a:pt x="193" y="237"/>
                  </a:cubicBezTo>
                  <a:cubicBezTo>
                    <a:pt x="167" y="251"/>
                    <a:pt x="137" y="251"/>
                    <a:pt x="112" y="237"/>
                  </a:cubicBezTo>
                  <a:cubicBezTo>
                    <a:pt x="84" y="221"/>
                    <a:pt x="65" y="190"/>
                    <a:pt x="65" y="153"/>
                  </a:cubicBezTo>
                  <a:cubicBezTo>
                    <a:pt x="65" y="138"/>
                    <a:pt x="71" y="122"/>
                    <a:pt x="80" y="107"/>
                  </a:cubicBezTo>
                  <a:close/>
                  <a:moveTo>
                    <a:pt x="153" y="277"/>
                  </a:moveTo>
                  <a:cubicBezTo>
                    <a:pt x="178" y="277"/>
                    <a:pt x="218" y="273"/>
                    <a:pt x="238" y="257"/>
                  </a:cubicBezTo>
                  <a:cubicBezTo>
                    <a:pt x="251" y="247"/>
                    <a:pt x="250" y="236"/>
                    <a:pt x="237" y="226"/>
                  </a:cubicBezTo>
                  <a:cubicBezTo>
                    <a:pt x="236" y="226"/>
                    <a:pt x="235" y="225"/>
                    <a:pt x="234" y="224"/>
                  </a:cubicBezTo>
                  <a:cubicBezTo>
                    <a:pt x="239" y="218"/>
                    <a:pt x="243" y="212"/>
                    <a:pt x="246" y="205"/>
                  </a:cubicBezTo>
                  <a:cubicBezTo>
                    <a:pt x="267" y="213"/>
                    <a:pt x="306" y="232"/>
                    <a:pt x="295" y="260"/>
                  </a:cubicBezTo>
                  <a:cubicBezTo>
                    <a:pt x="289" y="277"/>
                    <a:pt x="268" y="288"/>
                    <a:pt x="252" y="294"/>
                  </a:cubicBezTo>
                  <a:cubicBezTo>
                    <a:pt x="225" y="304"/>
                    <a:pt x="189" y="309"/>
                    <a:pt x="153" y="309"/>
                  </a:cubicBezTo>
                  <a:cubicBezTo>
                    <a:pt x="116" y="309"/>
                    <a:pt x="80" y="304"/>
                    <a:pt x="53" y="294"/>
                  </a:cubicBezTo>
                  <a:cubicBezTo>
                    <a:pt x="38" y="288"/>
                    <a:pt x="16" y="277"/>
                    <a:pt x="10" y="260"/>
                  </a:cubicBezTo>
                  <a:cubicBezTo>
                    <a:pt x="0" y="232"/>
                    <a:pt x="38" y="213"/>
                    <a:pt x="60" y="205"/>
                  </a:cubicBezTo>
                  <a:cubicBezTo>
                    <a:pt x="63" y="212"/>
                    <a:pt x="67" y="218"/>
                    <a:pt x="71" y="224"/>
                  </a:cubicBezTo>
                  <a:cubicBezTo>
                    <a:pt x="70" y="225"/>
                    <a:pt x="70" y="226"/>
                    <a:pt x="69" y="226"/>
                  </a:cubicBezTo>
                  <a:cubicBezTo>
                    <a:pt x="56" y="236"/>
                    <a:pt x="54" y="247"/>
                    <a:pt x="67" y="257"/>
                  </a:cubicBezTo>
                  <a:cubicBezTo>
                    <a:pt x="88" y="273"/>
                    <a:pt x="128" y="277"/>
                    <a:pt x="153" y="2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063282" y="2457456"/>
            <a:ext cx="2739044" cy="563303"/>
            <a:chOff x="2063282" y="2457456"/>
            <a:chExt cx="2739044" cy="563303"/>
          </a:xfrm>
        </p:grpSpPr>
        <p:sp>
          <p:nvSpPr>
            <p:cNvPr id="10" name="Rectangle 54"/>
            <p:cNvSpPr/>
            <p:nvPr/>
          </p:nvSpPr>
          <p:spPr>
            <a:xfrm>
              <a:off x="2063282" y="2457456"/>
              <a:ext cx="527599" cy="5275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1" name="Group 55"/>
            <p:cNvGrpSpPr/>
            <p:nvPr/>
          </p:nvGrpSpPr>
          <p:grpSpPr>
            <a:xfrm>
              <a:off x="2169543" y="2598805"/>
              <a:ext cx="318937" cy="245215"/>
              <a:chOff x="2849564" y="3636963"/>
              <a:chExt cx="315912" cy="242888"/>
            </a:xfrm>
            <a:solidFill>
              <a:schemeClr val="bg1"/>
            </a:solidFill>
          </p:grpSpPr>
          <p:sp>
            <p:nvSpPr>
              <p:cNvPr id="18" name="Freeform: Shape 56"/>
              <p:cNvSpPr>
                <a:spLocks/>
              </p:cNvSpPr>
              <p:nvPr/>
            </p:nvSpPr>
            <p:spPr bwMode="auto">
              <a:xfrm>
                <a:off x="2849564" y="3671888"/>
                <a:ext cx="298450" cy="207963"/>
              </a:xfrm>
              <a:custGeom>
                <a:avLst/>
                <a:gdLst>
                  <a:gd name="T0" fmla="*/ 103 w 112"/>
                  <a:gd name="T1" fmla="*/ 78 h 78"/>
                  <a:gd name="T2" fmla="*/ 9 w 112"/>
                  <a:gd name="T3" fmla="*/ 78 h 78"/>
                  <a:gd name="T4" fmla="*/ 0 w 112"/>
                  <a:gd name="T5" fmla="*/ 69 h 78"/>
                  <a:gd name="T6" fmla="*/ 0 w 112"/>
                  <a:gd name="T7" fmla="*/ 8 h 78"/>
                  <a:gd name="T8" fmla="*/ 9 w 112"/>
                  <a:gd name="T9" fmla="*/ 0 h 78"/>
                  <a:gd name="T10" fmla="*/ 42 w 112"/>
                  <a:gd name="T11" fmla="*/ 0 h 78"/>
                  <a:gd name="T12" fmla="*/ 46 w 112"/>
                  <a:gd name="T13" fmla="*/ 4 h 78"/>
                  <a:gd name="T14" fmla="*/ 42 w 112"/>
                  <a:gd name="T15" fmla="*/ 8 h 78"/>
                  <a:gd name="T16" fmla="*/ 9 w 112"/>
                  <a:gd name="T17" fmla="*/ 8 h 78"/>
                  <a:gd name="T18" fmla="*/ 8 w 112"/>
                  <a:gd name="T19" fmla="*/ 8 h 78"/>
                  <a:gd name="T20" fmla="*/ 8 w 112"/>
                  <a:gd name="T21" fmla="*/ 69 h 78"/>
                  <a:gd name="T22" fmla="*/ 9 w 112"/>
                  <a:gd name="T23" fmla="*/ 70 h 78"/>
                  <a:gd name="T24" fmla="*/ 103 w 112"/>
                  <a:gd name="T25" fmla="*/ 70 h 78"/>
                  <a:gd name="T26" fmla="*/ 104 w 112"/>
                  <a:gd name="T27" fmla="*/ 69 h 78"/>
                  <a:gd name="T28" fmla="*/ 104 w 112"/>
                  <a:gd name="T29" fmla="*/ 43 h 78"/>
                  <a:gd name="T30" fmla="*/ 108 w 112"/>
                  <a:gd name="T31" fmla="*/ 39 h 78"/>
                  <a:gd name="T32" fmla="*/ 112 w 112"/>
                  <a:gd name="T33" fmla="*/ 43 h 78"/>
                  <a:gd name="T34" fmla="*/ 112 w 112"/>
                  <a:gd name="T35" fmla="*/ 69 h 78"/>
                  <a:gd name="T36" fmla="*/ 103 w 112"/>
                  <a:gd name="T37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2" h="78">
                    <a:moveTo>
                      <a:pt x="103" y="78"/>
                    </a:moveTo>
                    <a:cubicBezTo>
                      <a:pt x="9" y="78"/>
                      <a:pt x="9" y="78"/>
                      <a:pt x="9" y="78"/>
                    </a:cubicBezTo>
                    <a:cubicBezTo>
                      <a:pt x="4" y="78"/>
                      <a:pt x="0" y="74"/>
                      <a:pt x="0" y="6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6" y="1"/>
                      <a:pt x="46" y="4"/>
                    </a:cubicBezTo>
                    <a:cubicBezTo>
                      <a:pt x="46" y="6"/>
                      <a:pt x="44" y="8"/>
                      <a:pt x="42" y="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69"/>
                      <a:pt x="8" y="69"/>
                      <a:pt x="8" y="69"/>
                    </a:cubicBezTo>
                    <a:cubicBezTo>
                      <a:pt x="8" y="70"/>
                      <a:pt x="8" y="70"/>
                      <a:pt x="9" y="70"/>
                    </a:cubicBezTo>
                    <a:cubicBezTo>
                      <a:pt x="103" y="70"/>
                      <a:pt x="103" y="70"/>
                      <a:pt x="103" y="70"/>
                    </a:cubicBezTo>
                    <a:cubicBezTo>
                      <a:pt x="103" y="70"/>
                      <a:pt x="104" y="70"/>
                      <a:pt x="104" y="69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1"/>
                      <a:pt x="105" y="39"/>
                      <a:pt x="108" y="39"/>
                    </a:cubicBezTo>
                    <a:cubicBezTo>
                      <a:pt x="110" y="39"/>
                      <a:pt x="112" y="41"/>
                      <a:pt x="112" y="43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112" y="74"/>
                      <a:pt x="108" y="78"/>
                      <a:pt x="103" y="7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9" name="Freeform: Shape 57"/>
              <p:cNvSpPr>
                <a:spLocks/>
              </p:cNvSpPr>
              <p:nvPr/>
            </p:nvSpPr>
            <p:spPr bwMode="auto">
              <a:xfrm>
                <a:off x="2943226" y="3636963"/>
                <a:ext cx="222250" cy="200025"/>
              </a:xfrm>
              <a:custGeom>
                <a:avLst/>
                <a:gdLst>
                  <a:gd name="T0" fmla="*/ 46 w 83"/>
                  <a:gd name="T1" fmla="*/ 58 h 75"/>
                  <a:gd name="T2" fmla="*/ 83 w 83"/>
                  <a:gd name="T3" fmla="*/ 29 h 75"/>
                  <a:gd name="T4" fmla="*/ 46 w 83"/>
                  <a:gd name="T5" fmla="*/ 0 h 75"/>
                  <a:gd name="T6" fmla="*/ 46 w 83"/>
                  <a:gd name="T7" fmla="*/ 20 h 75"/>
                  <a:gd name="T8" fmla="*/ 0 w 83"/>
                  <a:gd name="T9" fmla="*/ 75 h 75"/>
                  <a:gd name="T10" fmla="*/ 46 w 83"/>
                  <a:gd name="T11" fmla="*/ 40 h 75"/>
                  <a:gd name="T12" fmla="*/ 46 w 83"/>
                  <a:gd name="T13" fmla="*/ 58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75">
                    <a:moveTo>
                      <a:pt x="46" y="58"/>
                    </a:moveTo>
                    <a:cubicBezTo>
                      <a:pt x="83" y="29"/>
                      <a:pt x="83" y="29"/>
                      <a:pt x="83" y="29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10" y="21"/>
                      <a:pt x="0" y="38"/>
                      <a:pt x="0" y="75"/>
                    </a:cubicBezTo>
                    <a:cubicBezTo>
                      <a:pt x="15" y="43"/>
                      <a:pt x="30" y="41"/>
                      <a:pt x="46" y="40"/>
                    </a:cubicBezTo>
                    <a:cubicBezTo>
                      <a:pt x="46" y="58"/>
                      <a:pt x="46" y="58"/>
                      <a:pt x="46" y="5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  <p:grpSp>
          <p:nvGrpSpPr>
            <p:cNvPr id="12" name="Group 53"/>
            <p:cNvGrpSpPr/>
            <p:nvPr/>
          </p:nvGrpSpPr>
          <p:grpSpPr>
            <a:xfrm>
              <a:off x="2735796" y="2457456"/>
              <a:ext cx="2066530" cy="563303"/>
              <a:chOff x="8689521" y="2412324"/>
              <a:chExt cx="2755373" cy="751070"/>
            </a:xfrm>
          </p:grpSpPr>
          <p:sp>
            <p:nvSpPr>
              <p:cNvPr id="16" name="TextBox 58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در ۱٪ میکروسیلیس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7" name="Rectangle 59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انقباض تف‌جوشی فاز مایع غالب است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2063282" y="3367418"/>
            <a:ext cx="2762269" cy="575980"/>
            <a:chOff x="2063282" y="3367418"/>
            <a:chExt cx="2762269" cy="575980"/>
          </a:xfrm>
        </p:grpSpPr>
        <p:sp>
          <p:nvSpPr>
            <p:cNvPr id="5" name="Rectangle 15"/>
            <p:cNvSpPr/>
            <p:nvPr/>
          </p:nvSpPr>
          <p:spPr>
            <a:xfrm>
              <a:off x="2063282" y="3367418"/>
              <a:ext cx="527599" cy="52759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Freeform: Shape 16"/>
            <p:cNvSpPr>
              <a:spLocks/>
            </p:cNvSpPr>
            <p:nvPr/>
          </p:nvSpPr>
          <p:spPr bwMode="auto">
            <a:xfrm>
              <a:off x="2194504" y="3513605"/>
              <a:ext cx="312556" cy="255099"/>
            </a:xfrm>
            <a:custGeom>
              <a:avLst/>
              <a:gdLst>
                <a:gd name="T0" fmla="*/ 307 w 382"/>
                <a:gd name="T1" fmla="*/ 135 h 312"/>
                <a:gd name="T2" fmla="*/ 362 w 382"/>
                <a:gd name="T3" fmla="*/ 71 h 312"/>
                <a:gd name="T4" fmla="*/ 238 w 382"/>
                <a:gd name="T5" fmla="*/ 25 h 312"/>
                <a:gd name="T6" fmla="*/ 229 w 382"/>
                <a:gd name="T7" fmla="*/ 19 h 312"/>
                <a:gd name="T8" fmla="*/ 229 w 382"/>
                <a:gd name="T9" fmla="*/ 134 h 312"/>
                <a:gd name="T10" fmla="*/ 180 w 382"/>
                <a:gd name="T11" fmla="*/ 214 h 312"/>
                <a:gd name="T12" fmla="*/ 86 w 382"/>
                <a:gd name="T13" fmla="*/ 189 h 312"/>
                <a:gd name="T14" fmla="*/ 129 w 382"/>
                <a:gd name="T15" fmla="*/ 97 h 312"/>
                <a:gd name="T16" fmla="*/ 190 w 382"/>
                <a:gd name="T17" fmla="*/ 93 h 312"/>
                <a:gd name="T18" fmla="*/ 190 w 382"/>
                <a:gd name="T19" fmla="*/ 4 h 312"/>
                <a:gd name="T20" fmla="*/ 154 w 382"/>
                <a:gd name="T21" fmla="*/ 0 h 312"/>
                <a:gd name="T22" fmla="*/ 0 w 382"/>
                <a:gd name="T23" fmla="*/ 156 h 312"/>
                <a:gd name="T24" fmla="*/ 154 w 382"/>
                <a:gd name="T25" fmla="*/ 312 h 312"/>
                <a:gd name="T26" fmla="*/ 308 w 382"/>
                <a:gd name="T27" fmla="*/ 156 h 312"/>
                <a:gd name="T28" fmla="*/ 307 w 382"/>
                <a:gd name="T29" fmla="*/ 135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82" h="312">
                  <a:moveTo>
                    <a:pt x="307" y="135"/>
                  </a:moveTo>
                  <a:cubicBezTo>
                    <a:pt x="354" y="122"/>
                    <a:pt x="382" y="72"/>
                    <a:pt x="362" y="71"/>
                  </a:cubicBezTo>
                  <a:cubicBezTo>
                    <a:pt x="311" y="68"/>
                    <a:pt x="267" y="43"/>
                    <a:pt x="238" y="25"/>
                  </a:cubicBezTo>
                  <a:cubicBezTo>
                    <a:pt x="235" y="23"/>
                    <a:pt x="232" y="21"/>
                    <a:pt x="229" y="19"/>
                  </a:cubicBezTo>
                  <a:cubicBezTo>
                    <a:pt x="229" y="134"/>
                    <a:pt x="229" y="134"/>
                    <a:pt x="229" y="134"/>
                  </a:cubicBezTo>
                  <a:cubicBezTo>
                    <a:pt x="229" y="172"/>
                    <a:pt x="206" y="202"/>
                    <a:pt x="180" y="214"/>
                  </a:cubicBezTo>
                  <a:cubicBezTo>
                    <a:pt x="142" y="233"/>
                    <a:pt x="100" y="221"/>
                    <a:pt x="86" y="189"/>
                  </a:cubicBezTo>
                  <a:cubicBezTo>
                    <a:pt x="72" y="157"/>
                    <a:pt x="91" y="116"/>
                    <a:pt x="129" y="97"/>
                  </a:cubicBezTo>
                  <a:cubicBezTo>
                    <a:pt x="150" y="87"/>
                    <a:pt x="172" y="86"/>
                    <a:pt x="190" y="93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78" y="1"/>
                    <a:pt x="166" y="0"/>
                    <a:pt x="154" y="0"/>
                  </a:cubicBezTo>
                  <a:cubicBezTo>
                    <a:pt x="69" y="0"/>
                    <a:pt x="0" y="70"/>
                    <a:pt x="0" y="156"/>
                  </a:cubicBezTo>
                  <a:cubicBezTo>
                    <a:pt x="0" y="242"/>
                    <a:pt x="69" y="312"/>
                    <a:pt x="154" y="312"/>
                  </a:cubicBezTo>
                  <a:cubicBezTo>
                    <a:pt x="239" y="312"/>
                    <a:pt x="308" y="242"/>
                    <a:pt x="308" y="156"/>
                  </a:cubicBezTo>
                  <a:cubicBezTo>
                    <a:pt x="308" y="149"/>
                    <a:pt x="308" y="142"/>
                    <a:pt x="307" y="1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grpSp>
          <p:nvGrpSpPr>
            <p:cNvPr id="13" name="Group 60"/>
            <p:cNvGrpSpPr/>
            <p:nvPr/>
          </p:nvGrpSpPr>
          <p:grpSpPr>
            <a:xfrm>
              <a:off x="2759021" y="3380095"/>
              <a:ext cx="2066530" cy="563303"/>
              <a:chOff x="8689521" y="2412324"/>
              <a:chExt cx="2755373" cy="751070"/>
            </a:xfrm>
          </p:grpSpPr>
          <p:sp>
            <p:nvSpPr>
              <p:cNvPr id="14" name="TextBox 61"/>
              <p:cNvSpPr txBox="1"/>
              <p:nvPr/>
            </p:nvSpPr>
            <p:spPr>
              <a:xfrm>
                <a:off x="8689522" y="2412324"/>
                <a:ext cx="275537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 anchorCtr="0">
                <a:normAutofit fontScale="85000"/>
              </a:bodyPr>
              <a:lstStyle/>
              <a:p>
                <a:pPr marL="0" marR="0" lvl="0" indent="0" algn="r" defTabSz="914400" rtl="1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هیبونیت CA₆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  <p:sp>
            <p:nvSpPr>
              <p:cNvPr id="15" name="Rectangle 62"/>
              <p:cNvSpPr/>
              <p:nvPr/>
            </p:nvSpPr>
            <p:spPr>
              <a:xfrm>
                <a:off x="8689521" y="2642354"/>
                <a:ext cx="2755373" cy="521040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normAutofit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100" dirty="0">
                    <a:solidFill>
                      <a:srgbClr val="000000"/>
                    </a:solidFill>
                    <a:latin typeface="Lucida Sans Unicode" pitchFamily="34" charset="0"/>
                    <a:ea typeface="微软雅黑"/>
                    <a:cs typeface="Lucida Sans Unicode" pitchFamily="34" charset="0"/>
                    <a:sym typeface="+mn-lt"/>
                  </a:rPr>
                  <a:t>ریخت‌شناسی بلورها با سیلیس تغییر می‌کند</a:t>
                </a:r>
                <a:endParaRPr kumimoji="0" lang="fa-IR" altLang="en-US" sz="1100" b="0" i="0" u="none" strike="noStrike" kern="1200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endParaRPr>
              </a:p>
            </p:txBody>
          </p:sp>
        </p:grpSp>
      </p:grpSp>
      <p:sp>
        <p:nvSpPr>
          <p:cNvPr id="5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میکروسیلیس و CA₆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928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ig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67594"/>
            <a:ext cx="3739686" cy="3198416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916545" y="1780145"/>
            <a:ext cx="3216266" cy="1712057"/>
            <a:chOff x="954040" y="2231039"/>
            <a:chExt cx="4288354" cy="2282742"/>
          </a:xfrm>
        </p:grpSpPr>
        <p:sp>
          <p:nvSpPr>
            <p:cNvPr id="6" name="文本框 66"/>
            <p:cNvSpPr txBox="1"/>
            <p:nvPr/>
          </p:nvSpPr>
          <p:spPr>
            <a:xfrm>
              <a:off x="954041" y="2231039"/>
              <a:ext cx="4288353" cy="1077218"/>
            </a:xfrm>
            <a:prstGeom prst="rect">
              <a:avLst/>
            </a:prstGeom>
            <a:noFill/>
          </p:spPr>
          <p:txBody>
            <a:bodyPr wrap="square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2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60000"/>
                      <a:lumOff val="40000"/>
                    </a:srgbClr>
                  </a:solidFill>
                  <a:effectLst/>
                  <a:uLnTx/>
                  <a:uFillTx/>
                  <a:ea typeface="微软雅黑"/>
                  <a:cs typeface="Lucida Sans Unicode" pitchFamily="34" charset="0"/>
                  <a:sym typeface="+mn-lt"/>
                </a:rPr>
                <a:t>اثر آلومینا</a:t>
              </a:r>
              <a:endParaRPr kumimoji="0" lang="fa-IR" altLang="zh-CN" sz="32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0000"/>
                    <a:lumOff val="40000"/>
                  </a:srgbClr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4040" y="3559674"/>
              <a:ext cx="4288353" cy="954107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/>
            <a:p>
              <a:pPr lvl="0" rtl="1" algn="r">
                <a:defRPr/>
              </a:pPr>
              <a:r>
                <a:rPr lang="fa-IR" altLang="en-US" sz="1400" dirty="0">
                  <a:solidFill>
                    <a:srgbClr val="000000"/>
                  </a:solidFill>
                  <a:ea typeface="微软雅黑"/>
                  <a:cs typeface="Lucida Sans Unicode" pitchFamily="34" charset="0"/>
                  <a:sym typeface="+mn-lt"/>
                </a:rPr>
                <a:t>نوع آلومینا بر هیدراتاسیون، مدول یانگ و انبساط اثر می‌گذارد؛ همراه با دود سیلیس، قلهٔ گرمایی اول تغییر می‌کند.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微软雅黑"/>
                <a:cs typeface="Lucida Sans Unicode" pitchFamily="34" charset="0"/>
                <a:sym typeface="+mn-lt"/>
              </a:rPr>
              <a:t>آلومینای واکنش‌پذیر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908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ig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94" y="951568"/>
            <a:ext cx="3107313" cy="3537394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144097" y="990204"/>
            <a:ext cx="4380010" cy="3154423"/>
            <a:chOff x="4144097" y="990204"/>
            <a:chExt cx="4380010" cy="3154423"/>
          </a:xfrm>
        </p:grpSpPr>
        <p:sp>
          <p:nvSpPr>
            <p:cNvPr id="4" name="Rectangle 4"/>
            <p:cNvSpPr/>
            <p:nvPr/>
          </p:nvSpPr>
          <p:spPr>
            <a:xfrm>
              <a:off x="4156854" y="990204"/>
              <a:ext cx="711472" cy="559813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54055" y="1156159"/>
              <a:ext cx="3362320" cy="5889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با افزایش دما، CA به CA₂ و CA₆ تبدیل می‌شود و ترکیب فازی تغییر می‌کند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6" name="Freeform: Shape 6"/>
            <p:cNvSpPr/>
            <p:nvPr/>
          </p:nvSpPr>
          <p:spPr>
            <a:xfrm>
              <a:off x="4856453" y="991035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Rectangle 8"/>
            <p:cNvSpPr/>
            <p:nvPr/>
          </p:nvSpPr>
          <p:spPr>
            <a:xfrm>
              <a:off x="4146365" y="1783564"/>
              <a:ext cx="711472" cy="559813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8" name="Rectangle 9"/>
            <p:cNvSpPr/>
            <p:nvPr/>
          </p:nvSpPr>
          <p:spPr>
            <a:xfrm>
              <a:off x="5152646" y="1949519"/>
              <a:ext cx="3362320" cy="58896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استحکام در دمای میانی افت می‌کند و در دمای بالا دوباره بالا می‌رود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Freeform: Shape 10"/>
            <p:cNvSpPr/>
            <p:nvPr/>
          </p:nvSpPr>
          <p:spPr>
            <a:xfrm>
              <a:off x="4847308" y="1784394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Rectangle 12"/>
            <p:cNvSpPr/>
            <p:nvPr/>
          </p:nvSpPr>
          <p:spPr>
            <a:xfrm>
              <a:off x="4144097" y="2576925"/>
              <a:ext cx="711472" cy="559813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Rectangle 13"/>
            <p:cNvSpPr/>
            <p:nvPr/>
          </p:nvSpPr>
          <p:spPr>
            <a:xfrm>
              <a:off x="5149892" y="2742879"/>
              <a:ext cx="3362319" cy="58896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تخلخل و چگالی با دمای پخت تغییر می‌کنند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Freeform: Shape 14"/>
            <p:cNvSpPr/>
            <p:nvPr/>
          </p:nvSpPr>
          <p:spPr>
            <a:xfrm>
              <a:off x="4844553" y="2577755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Rectangle 16"/>
            <p:cNvSpPr/>
            <p:nvPr/>
          </p:nvSpPr>
          <p:spPr>
            <a:xfrm>
              <a:off x="4156853" y="3389705"/>
              <a:ext cx="711471" cy="559813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Rectangle 17"/>
            <p:cNvSpPr/>
            <p:nvPr/>
          </p:nvSpPr>
          <p:spPr>
            <a:xfrm>
              <a:off x="5161788" y="3555660"/>
              <a:ext cx="3362319" cy="58896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rmAutofit/>
            </a:bodyPr>
            <a:lstStyle/>
            <a:p>
              <a:pPr lvl="0" algn="ctr" rtl="1">
                <a:lnSpc>
                  <a:spcPct val="120000"/>
                </a:lnSpc>
                <a:defRPr/>
              </a:pPr>
              <a:r>
                <a:rPr lang="fa-IR" altLang="en-US" sz="1100" dirty="0">
                  <a:solidFill>
                    <a:srgbClr val="FFFFFF"/>
                  </a:solidFill>
                  <a:latin typeface="Lucida Sans Unicode" pitchFamily="34" charset="0"/>
                  <a:ea typeface="微软雅黑"/>
                  <a:cs typeface="Lucida Sans Unicode" pitchFamily="34" charset="0"/>
                  <a:sym typeface="+mn-lt"/>
                </a:rPr>
                <a:t>نتایج پژوهش حاضر با همین معیارها مقایسه می‌شود</a:t>
              </a:r>
              <a:endParaRPr kumimoji="0" lang="fa-IR" altLang="en-US" sz="110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Freeform: Shape 18"/>
            <p:cNvSpPr/>
            <p:nvPr/>
          </p:nvSpPr>
          <p:spPr>
            <a:xfrm>
              <a:off x="4856451" y="3390536"/>
              <a:ext cx="305338" cy="754091"/>
            </a:xfrm>
            <a:custGeom>
              <a:avLst/>
              <a:gdLst>
                <a:gd name="connsiteX0" fmla="*/ 0 w 515816"/>
                <a:gd name="connsiteY0" fmla="*/ 0 h 1430216"/>
                <a:gd name="connsiteX1" fmla="*/ 35169 w 515816"/>
                <a:gd name="connsiteY1" fmla="*/ 1055077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15816"/>
                <a:gd name="connsiteY0" fmla="*/ 0 h 1430216"/>
                <a:gd name="connsiteX1" fmla="*/ 20976 w 515816"/>
                <a:gd name="connsiteY1" fmla="*/ 1051022 h 1430216"/>
                <a:gd name="connsiteX2" fmla="*/ 515816 w 515816"/>
                <a:gd name="connsiteY2" fmla="*/ 1430216 h 1430216"/>
                <a:gd name="connsiteX3" fmla="*/ 504092 w 515816"/>
                <a:gd name="connsiteY3" fmla="*/ 304800 h 1430216"/>
                <a:gd name="connsiteX4" fmla="*/ 0 w 515816"/>
                <a:gd name="connsiteY4" fmla="*/ 0 h 1430216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9 w 501623"/>
                <a:gd name="connsiteY3" fmla="*/ 314937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3816 w 501623"/>
                <a:gd name="connsiteY3" fmla="*/ 308855 h 1440353"/>
                <a:gd name="connsiteX4" fmla="*/ 0 w 501623"/>
                <a:gd name="connsiteY4" fmla="*/ 0 h 1440353"/>
                <a:gd name="connsiteX0" fmla="*/ 0 w 501623"/>
                <a:gd name="connsiteY0" fmla="*/ 0 h 1440353"/>
                <a:gd name="connsiteX1" fmla="*/ 6783 w 501623"/>
                <a:gd name="connsiteY1" fmla="*/ 1061159 h 1440353"/>
                <a:gd name="connsiteX2" fmla="*/ 501623 w 501623"/>
                <a:gd name="connsiteY2" fmla="*/ 1440353 h 1440353"/>
                <a:gd name="connsiteX3" fmla="*/ 489898 w 501623"/>
                <a:gd name="connsiteY3" fmla="*/ 314938 h 1440353"/>
                <a:gd name="connsiteX4" fmla="*/ 0 w 501623"/>
                <a:gd name="connsiteY4" fmla="*/ 0 h 1440353"/>
                <a:gd name="connsiteX0" fmla="*/ 0 w 497568"/>
                <a:gd name="connsiteY0" fmla="*/ 0 h 1444408"/>
                <a:gd name="connsiteX1" fmla="*/ 6783 w 497568"/>
                <a:gd name="connsiteY1" fmla="*/ 1061159 h 1444408"/>
                <a:gd name="connsiteX2" fmla="*/ 497568 w 497568"/>
                <a:gd name="connsiteY2" fmla="*/ 1444408 h 1444408"/>
                <a:gd name="connsiteX3" fmla="*/ 489898 w 497568"/>
                <a:gd name="connsiteY3" fmla="*/ 314938 h 1444408"/>
                <a:gd name="connsiteX4" fmla="*/ 0 w 497568"/>
                <a:gd name="connsiteY4" fmla="*/ 0 h 1444408"/>
                <a:gd name="connsiteX0" fmla="*/ 0 w 490588"/>
                <a:gd name="connsiteY0" fmla="*/ 0 h 1444408"/>
                <a:gd name="connsiteX1" fmla="*/ 6783 w 490588"/>
                <a:gd name="connsiteY1" fmla="*/ 1061159 h 1444408"/>
                <a:gd name="connsiteX2" fmla="*/ 489458 w 490588"/>
                <a:gd name="connsiteY2" fmla="*/ 1444408 h 1444408"/>
                <a:gd name="connsiteX3" fmla="*/ 489898 w 490588"/>
                <a:gd name="connsiteY3" fmla="*/ 314938 h 1444408"/>
                <a:gd name="connsiteX4" fmla="*/ 0 w 490588"/>
                <a:gd name="connsiteY4" fmla="*/ 0 h 1444408"/>
                <a:gd name="connsiteX0" fmla="*/ 0 w 490218"/>
                <a:gd name="connsiteY0" fmla="*/ 0 h 1446436"/>
                <a:gd name="connsiteX1" fmla="*/ 6783 w 490218"/>
                <a:gd name="connsiteY1" fmla="*/ 1061159 h 1446436"/>
                <a:gd name="connsiteX2" fmla="*/ 481348 w 490218"/>
                <a:gd name="connsiteY2" fmla="*/ 1446436 h 1446436"/>
                <a:gd name="connsiteX3" fmla="*/ 489898 w 490218"/>
                <a:gd name="connsiteY3" fmla="*/ 314938 h 1446436"/>
                <a:gd name="connsiteX4" fmla="*/ 0 w 49021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4938 h 1446436"/>
                <a:gd name="connsiteX4" fmla="*/ 0 w 490588"/>
                <a:gd name="connsiteY4" fmla="*/ 0 h 1446436"/>
                <a:gd name="connsiteX0" fmla="*/ 0 w 492459"/>
                <a:gd name="connsiteY0" fmla="*/ 0 h 1446436"/>
                <a:gd name="connsiteX1" fmla="*/ 6783 w 492459"/>
                <a:gd name="connsiteY1" fmla="*/ 1061159 h 1446436"/>
                <a:gd name="connsiteX2" fmla="*/ 489458 w 492459"/>
                <a:gd name="connsiteY2" fmla="*/ 1446436 h 1446436"/>
                <a:gd name="connsiteX3" fmla="*/ 491925 w 492459"/>
                <a:gd name="connsiteY3" fmla="*/ 308856 h 1446436"/>
                <a:gd name="connsiteX4" fmla="*/ 0 w 492459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02774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90588"/>
                <a:gd name="connsiteY0" fmla="*/ 0 h 1446436"/>
                <a:gd name="connsiteX1" fmla="*/ 6783 w 490588"/>
                <a:gd name="connsiteY1" fmla="*/ 1061159 h 1446436"/>
                <a:gd name="connsiteX2" fmla="*/ 489458 w 490588"/>
                <a:gd name="connsiteY2" fmla="*/ 1446436 h 1446436"/>
                <a:gd name="connsiteX3" fmla="*/ 489898 w 490588"/>
                <a:gd name="connsiteY3" fmla="*/ 316966 h 1446436"/>
                <a:gd name="connsiteX4" fmla="*/ 0 w 490588"/>
                <a:gd name="connsiteY4" fmla="*/ 0 h 1446436"/>
                <a:gd name="connsiteX0" fmla="*/ 0 w 489458"/>
                <a:gd name="connsiteY0" fmla="*/ 0 h 1446436"/>
                <a:gd name="connsiteX1" fmla="*/ 6783 w 489458"/>
                <a:gd name="connsiteY1" fmla="*/ 1061159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46436"/>
                <a:gd name="connsiteX1" fmla="*/ 2728 w 489458"/>
                <a:gd name="connsiteY1" fmla="*/ 1057104 h 1446436"/>
                <a:gd name="connsiteX2" fmla="*/ 489458 w 489458"/>
                <a:gd name="connsiteY2" fmla="*/ 1446436 h 1446436"/>
                <a:gd name="connsiteX3" fmla="*/ 487870 w 489458"/>
                <a:gd name="connsiteY3" fmla="*/ 312911 h 1446436"/>
                <a:gd name="connsiteX4" fmla="*/ 0 w 489458"/>
                <a:gd name="connsiteY4" fmla="*/ 0 h 1446436"/>
                <a:gd name="connsiteX0" fmla="*/ 0 w 489458"/>
                <a:gd name="connsiteY0" fmla="*/ 0 h 1438340"/>
                <a:gd name="connsiteX1" fmla="*/ 2728 w 489458"/>
                <a:gd name="connsiteY1" fmla="*/ 1057104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89458"/>
                <a:gd name="connsiteY0" fmla="*/ 0 h 1438340"/>
                <a:gd name="connsiteX1" fmla="*/ 4756 w 489458"/>
                <a:gd name="connsiteY1" fmla="*/ 1065200 h 1438340"/>
                <a:gd name="connsiteX2" fmla="*/ 489458 w 489458"/>
                <a:gd name="connsiteY2" fmla="*/ 1438340 h 1438340"/>
                <a:gd name="connsiteX3" fmla="*/ 487870 w 489458"/>
                <a:gd name="connsiteY3" fmla="*/ 312911 h 1438340"/>
                <a:gd name="connsiteX4" fmla="*/ 0 w 489458"/>
                <a:gd name="connsiteY4" fmla="*/ 0 h 1438340"/>
                <a:gd name="connsiteX0" fmla="*/ 0 w 491485"/>
                <a:gd name="connsiteY0" fmla="*/ 0 h 1438340"/>
                <a:gd name="connsiteX1" fmla="*/ 4756 w 491485"/>
                <a:gd name="connsiteY1" fmla="*/ 1065200 h 1438340"/>
                <a:gd name="connsiteX2" fmla="*/ 491485 w 491485"/>
                <a:gd name="connsiteY2" fmla="*/ 1438340 h 1438340"/>
                <a:gd name="connsiteX3" fmla="*/ 487870 w 491485"/>
                <a:gd name="connsiteY3" fmla="*/ 312911 h 1438340"/>
                <a:gd name="connsiteX4" fmla="*/ 0 w 491485"/>
                <a:gd name="connsiteY4" fmla="*/ 0 h 1438340"/>
                <a:gd name="connsiteX0" fmla="*/ 0 w 488560"/>
                <a:gd name="connsiteY0" fmla="*/ 0 h 1438340"/>
                <a:gd name="connsiteX1" fmla="*/ 4756 w 488560"/>
                <a:gd name="connsiteY1" fmla="*/ 1065200 h 1438340"/>
                <a:gd name="connsiteX2" fmla="*/ 487430 w 488560"/>
                <a:gd name="connsiteY2" fmla="*/ 1438340 h 1438340"/>
                <a:gd name="connsiteX3" fmla="*/ 487870 w 488560"/>
                <a:gd name="connsiteY3" fmla="*/ 312911 h 1438340"/>
                <a:gd name="connsiteX4" fmla="*/ 0 w 488560"/>
                <a:gd name="connsiteY4" fmla="*/ 0 h 1438340"/>
                <a:gd name="connsiteX0" fmla="*/ 0 w 488404"/>
                <a:gd name="connsiteY0" fmla="*/ 0 h 1444413"/>
                <a:gd name="connsiteX1" fmla="*/ 4756 w 488404"/>
                <a:gd name="connsiteY1" fmla="*/ 1065200 h 1444413"/>
                <a:gd name="connsiteX2" fmla="*/ 485402 w 488404"/>
                <a:gd name="connsiteY2" fmla="*/ 1444413 h 1444413"/>
                <a:gd name="connsiteX3" fmla="*/ 487870 w 488404"/>
                <a:gd name="connsiteY3" fmla="*/ 312911 h 1444413"/>
                <a:gd name="connsiteX4" fmla="*/ 0 w 488404"/>
                <a:gd name="connsiteY4" fmla="*/ 0 h 1444413"/>
                <a:gd name="connsiteX0" fmla="*/ 0 w 489457"/>
                <a:gd name="connsiteY0" fmla="*/ 0 h 1444413"/>
                <a:gd name="connsiteX1" fmla="*/ 4756 w 489457"/>
                <a:gd name="connsiteY1" fmla="*/ 1065200 h 1444413"/>
                <a:gd name="connsiteX2" fmla="*/ 489457 w 489457"/>
                <a:gd name="connsiteY2" fmla="*/ 1444413 h 1444413"/>
                <a:gd name="connsiteX3" fmla="*/ 487870 w 489457"/>
                <a:gd name="connsiteY3" fmla="*/ 312911 h 1444413"/>
                <a:gd name="connsiteX4" fmla="*/ 0 w 489457"/>
                <a:gd name="connsiteY4" fmla="*/ 0 h 1444413"/>
                <a:gd name="connsiteX0" fmla="*/ 0 w 488560"/>
                <a:gd name="connsiteY0" fmla="*/ 0 h 1438341"/>
                <a:gd name="connsiteX1" fmla="*/ 4756 w 488560"/>
                <a:gd name="connsiteY1" fmla="*/ 1065200 h 1438341"/>
                <a:gd name="connsiteX2" fmla="*/ 487430 w 488560"/>
                <a:gd name="connsiteY2" fmla="*/ 1438341 h 1438341"/>
                <a:gd name="connsiteX3" fmla="*/ 487870 w 488560"/>
                <a:gd name="connsiteY3" fmla="*/ 312911 h 1438341"/>
                <a:gd name="connsiteX4" fmla="*/ 0 w 488560"/>
                <a:gd name="connsiteY4" fmla="*/ 0 h 1438341"/>
                <a:gd name="connsiteX0" fmla="*/ 0 w 490432"/>
                <a:gd name="connsiteY0" fmla="*/ 0 h 1438341"/>
                <a:gd name="connsiteX1" fmla="*/ 4756 w 490432"/>
                <a:gd name="connsiteY1" fmla="*/ 1065200 h 1438341"/>
                <a:gd name="connsiteX2" fmla="*/ 487430 w 490432"/>
                <a:gd name="connsiteY2" fmla="*/ 1438341 h 1438341"/>
                <a:gd name="connsiteX3" fmla="*/ 489898 w 490432"/>
                <a:gd name="connsiteY3" fmla="*/ 323032 h 1438341"/>
                <a:gd name="connsiteX4" fmla="*/ 0 w 490432"/>
                <a:gd name="connsiteY4" fmla="*/ 0 h 1438341"/>
                <a:gd name="connsiteX0" fmla="*/ 0 w 488561"/>
                <a:gd name="connsiteY0" fmla="*/ 0 h 1438341"/>
                <a:gd name="connsiteX1" fmla="*/ 4756 w 488561"/>
                <a:gd name="connsiteY1" fmla="*/ 1065200 h 1438341"/>
                <a:gd name="connsiteX2" fmla="*/ 487430 w 488561"/>
                <a:gd name="connsiteY2" fmla="*/ 1438341 h 1438341"/>
                <a:gd name="connsiteX3" fmla="*/ 487871 w 488561"/>
                <a:gd name="connsiteY3" fmla="*/ 316959 h 1438341"/>
                <a:gd name="connsiteX4" fmla="*/ 0 w 488561"/>
                <a:gd name="connsiteY4" fmla="*/ 0 h 1438341"/>
                <a:gd name="connsiteX0" fmla="*/ 0 w 489457"/>
                <a:gd name="connsiteY0" fmla="*/ 0 h 1438341"/>
                <a:gd name="connsiteX1" fmla="*/ 4756 w 489457"/>
                <a:gd name="connsiteY1" fmla="*/ 1065200 h 1438341"/>
                <a:gd name="connsiteX2" fmla="*/ 489457 w 489457"/>
                <a:gd name="connsiteY2" fmla="*/ 1438341 h 1438341"/>
                <a:gd name="connsiteX3" fmla="*/ 487871 w 489457"/>
                <a:gd name="connsiteY3" fmla="*/ 316959 h 1438341"/>
                <a:gd name="connsiteX4" fmla="*/ 0 w 489457"/>
                <a:gd name="connsiteY4" fmla="*/ 0 h 1438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9457" h="1438341">
                  <a:moveTo>
                    <a:pt x="0" y="0"/>
                  </a:moveTo>
                  <a:cubicBezTo>
                    <a:pt x="909" y="352368"/>
                    <a:pt x="3847" y="712832"/>
                    <a:pt x="4756" y="1065200"/>
                  </a:cubicBezTo>
                  <a:lnTo>
                    <a:pt x="489457" y="1438341"/>
                  </a:lnTo>
                  <a:cubicBezTo>
                    <a:pt x="486900" y="1061851"/>
                    <a:pt x="490428" y="693449"/>
                    <a:pt x="487871" y="3169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Freeform: Shape 20"/>
            <p:cNvSpPr>
              <a:spLocks/>
            </p:cNvSpPr>
            <p:nvPr/>
          </p:nvSpPr>
          <p:spPr bwMode="auto">
            <a:xfrm>
              <a:off x="4306093" y="1185091"/>
              <a:ext cx="324534" cy="243402"/>
            </a:xfrm>
            <a:custGeom>
              <a:avLst/>
              <a:gdLst/>
              <a:ahLst/>
              <a:cxnLst>
                <a:cxn ang="0">
                  <a:pos x="78" y="58"/>
                </a:cxn>
                <a:cxn ang="0">
                  <a:pos x="0" y="58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53"/>
                </a:cxn>
                <a:cxn ang="0">
                  <a:pos x="78" y="53"/>
                </a:cxn>
                <a:cxn ang="0">
                  <a:pos x="78" y="58"/>
                </a:cxn>
                <a:cxn ang="0">
                  <a:pos x="73" y="22"/>
                </a:cxn>
                <a:cxn ang="0">
                  <a:pos x="71" y="23"/>
                </a:cxn>
                <a:cxn ang="0">
                  <a:pos x="66" y="18"/>
                </a:cxn>
                <a:cxn ang="0">
                  <a:pos x="42" y="42"/>
                </a:cxn>
                <a:cxn ang="0">
                  <a:pos x="40" y="42"/>
                </a:cxn>
                <a:cxn ang="0">
                  <a:pos x="31" y="34"/>
                </a:cxn>
                <a:cxn ang="0">
                  <a:pos x="16" y="49"/>
                </a:cxn>
                <a:cxn ang="0">
                  <a:pos x="8" y="42"/>
                </a:cxn>
                <a:cxn ang="0">
                  <a:pos x="30" y="20"/>
                </a:cxn>
                <a:cxn ang="0">
                  <a:pos x="32" y="20"/>
                </a:cxn>
                <a:cxn ang="0">
                  <a:pos x="41" y="29"/>
                </a:cxn>
                <a:cxn ang="0">
                  <a:pos x="59" y="11"/>
                </a:cxn>
                <a:cxn ang="0">
                  <a:pos x="54" y="6"/>
                </a:cxn>
                <a:cxn ang="0">
                  <a:pos x="55" y="4"/>
                </a:cxn>
                <a:cxn ang="0">
                  <a:pos x="71" y="4"/>
                </a:cxn>
                <a:cxn ang="0">
                  <a:pos x="73" y="6"/>
                </a:cxn>
                <a:cxn ang="0">
                  <a:pos x="73" y="22"/>
                </a:cxn>
              </a:cxnLst>
              <a:rect l="0" t="0" r="r" b="b"/>
              <a:pathLst>
                <a:path w="78" h="58">
                  <a:moveTo>
                    <a:pt x="78" y="58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78" y="53"/>
                    <a:pt x="78" y="53"/>
                    <a:pt x="78" y="53"/>
                  </a:cubicBezTo>
                  <a:lnTo>
                    <a:pt x="78" y="58"/>
                  </a:lnTo>
                  <a:close/>
                  <a:moveTo>
                    <a:pt x="73" y="22"/>
                  </a:moveTo>
                  <a:cubicBezTo>
                    <a:pt x="73" y="23"/>
                    <a:pt x="71" y="24"/>
                    <a:pt x="71" y="23"/>
                  </a:cubicBezTo>
                  <a:cubicBezTo>
                    <a:pt x="66" y="18"/>
                    <a:pt x="66" y="18"/>
                    <a:pt x="66" y="18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0" y="42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19"/>
                    <a:pt x="32" y="19"/>
                    <a:pt x="32" y="2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3" y="6"/>
                    <a:pt x="54" y="4"/>
                    <a:pt x="55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2" y="4"/>
                    <a:pt x="73" y="5"/>
                    <a:pt x="73" y="6"/>
                  </a:cubicBezTo>
                  <a:lnTo>
                    <a:pt x="73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Freeform: Shape 28"/>
            <p:cNvSpPr>
              <a:spLocks/>
            </p:cNvSpPr>
            <p:nvPr/>
          </p:nvSpPr>
          <p:spPr bwMode="auto">
            <a:xfrm>
              <a:off x="4370781" y="1942057"/>
              <a:ext cx="259848" cy="243402"/>
            </a:xfrm>
            <a:custGeom>
              <a:avLst/>
              <a:gdLst/>
              <a:ahLst/>
              <a:cxnLst>
                <a:cxn ang="0">
                  <a:pos x="13" y="39"/>
                </a:cxn>
                <a:cxn ang="0">
                  <a:pos x="8" y="39"/>
                </a:cxn>
                <a:cxn ang="0">
                  <a:pos x="0" y="33"/>
                </a:cxn>
                <a:cxn ang="0">
                  <a:pos x="5" y="19"/>
                </a:cxn>
                <a:cxn ang="0">
                  <a:pos x="15" y="22"/>
                </a:cxn>
                <a:cxn ang="0">
                  <a:pos x="20" y="21"/>
                </a:cxn>
                <a:cxn ang="0">
                  <a:pos x="20" y="24"/>
                </a:cxn>
                <a:cxn ang="0">
                  <a:pos x="23" y="34"/>
                </a:cxn>
                <a:cxn ang="0">
                  <a:pos x="13" y="39"/>
                </a:cxn>
                <a:cxn ang="0">
                  <a:pos x="15" y="19"/>
                </a:cxn>
                <a:cxn ang="0">
                  <a:pos x="5" y="9"/>
                </a:cxn>
                <a:cxn ang="0">
                  <a:pos x="15" y="0"/>
                </a:cxn>
                <a:cxn ang="0">
                  <a:pos x="25" y="9"/>
                </a:cxn>
                <a:cxn ang="0">
                  <a:pos x="15" y="19"/>
                </a:cxn>
                <a:cxn ang="0">
                  <a:pos x="53" y="68"/>
                </a:cxn>
                <a:cxn ang="0">
                  <a:pos x="20" y="68"/>
                </a:cxn>
                <a:cxn ang="0">
                  <a:pos x="10" y="58"/>
                </a:cxn>
                <a:cxn ang="0">
                  <a:pos x="23" y="36"/>
                </a:cxn>
                <a:cxn ang="0">
                  <a:pos x="37" y="41"/>
                </a:cxn>
                <a:cxn ang="0">
                  <a:pos x="50" y="36"/>
                </a:cxn>
                <a:cxn ang="0">
                  <a:pos x="64" y="58"/>
                </a:cxn>
                <a:cxn ang="0">
                  <a:pos x="53" y="68"/>
                </a:cxn>
                <a:cxn ang="0">
                  <a:pos x="37" y="39"/>
                </a:cxn>
                <a:cxn ang="0">
                  <a:pos x="22" y="24"/>
                </a:cxn>
                <a:cxn ang="0">
                  <a:pos x="37" y="9"/>
                </a:cxn>
                <a:cxn ang="0">
                  <a:pos x="51" y="24"/>
                </a:cxn>
                <a:cxn ang="0">
                  <a:pos x="37" y="39"/>
                </a:cxn>
                <a:cxn ang="0">
                  <a:pos x="59" y="19"/>
                </a:cxn>
                <a:cxn ang="0">
                  <a:pos x="49" y="9"/>
                </a:cxn>
                <a:cxn ang="0">
                  <a:pos x="59" y="0"/>
                </a:cxn>
                <a:cxn ang="0">
                  <a:pos x="68" y="9"/>
                </a:cxn>
                <a:cxn ang="0">
                  <a:pos x="59" y="19"/>
                </a:cxn>
                <a:cxn ang="0">
                  <a:pos x="66" y="39"/>
                </a:cxn>
                <a:cxn ang="0">
                  <a:pos x="61" y="39"/>
                </a:cxn>
                <a:cxn ang="0">
                  <a:pos x="51" y="34"/>
                </a:cxn>
                <a:cxn ang="0">
                  <a:pos x="54" y="24"/>
                </a:cxn>
                <a:cxn ang="0">
                  <a:pos x="54" y="21"/>
                </a:cxn>
                <a:cxn ang="0">
                  <a:pos x="59" y="22"/>
                </a:cxn>
                <a:cxn ang="0">
                  <a:pos x="69" y="19"/>
                </a:cxn>
                <a:cxn ang="0">
                  <a:pos x="73" y="33"/>
                </a:cxn>
                <a:cxn ang="0">
                  <a:pos x="66" y="39"/>
                </a:cxn>
              </a:cxnLst>
              <a:rect l="0" t="0" r="r" b="b"/>
              <a:pathLst>
                <a:path w="73" h="68">
                  <a:moveTo>
                    <a:pt x="13" y="39"/>
                  </a:moveTo>
                  <a:cubicBezTo>
                    <a:pt x="8" y="39"/>
                    <a:pt x="8" y="39"/>
                    <a:pt x="8" y="39"/>
                  </a:cubicBezTo>
                  <a:cubicBezTo>
                    <a:pt x="4" y="39"/>
                    <a:pt x="0" y="37"/>
                    <a:pt x="0" y="33"/>
                  </a:cubicBezTo>
                  <a:cubicBezTo>
                    <a:pt x="0" y="29"/>
                    <a:pt x="0" y="19"/>
                    <a:pt x="5" y="19"/>
                  </a:cubicBezTo>
                  <a:cubicBezTo>
                    <a:pt x="6" y="19"/>
                    <a:pt x="10" y="22"/>
                    <a:pt x="15" y="22"/>
                  </a:cubicBezTo>
                  <a:cubicBezTo>
                    <a:pt x="17" y="22"/>
                    <a:pt x="18" y="22"/>
                    <a:pt x="20" y="21"/>
                  </a:cubicBezTo>
                  <a:cubicBezTo>
                    <a:pt x="20" y="22"/>
                    <a:pt x="20" y="23"/>
                    <a:pt x="20" y="24"/>
                  </a:cubicBezTo>
                  <a:cubicBezTo>
                    <a:pt x="20" y="27"/>
                    <a:pt x="21" y="31"/>
                    <a:pt x="23" y="34"/>
                  </a:cubicBezTo>
                  <a:cubicBezTo>
                    <a:pt x="19" y="34"/>
                    <a:pt x="15" y="36"/>
                    <a:pt x="13" y="39"/>
                  </a:cubicBezTo>
                  <a:close/>
                  <a:moveTo>
                    <a:pt x="15" y="19"/>
                  </a:moveTo>
                  <a:cubicBezTo>
                    <a:pt x="10" y="19"/>
                    <a:pt x="5" y="15"/>
                    <a:pt x="5" y="9"/>
                  </a:cubicBezTo>
                  <a:cubicBezTo>
                    <a:pt x="5" y="4"/>
                    <a:pt x="10" y="0"/>
                    <a:pt x="15" y="0"/>
                  </a:cubicBezTo>
                  <a:cubicBezTo>
                    <a:pt x="20" y="0"/>
                    <a:pt x="25" y="4"/>
                    <a:pt x="25" y="9"/>
                  </a:cubicBezTo>
                  <a:cubicBezTo>
                    <a:pt x="25" y="15"/>
                    <a:pt x="20" y="19"/>
                    <a:pt x="15" y="19"/>
                  </a:cubicBezTo>
                  <a:close/>
                  <a:moveTo>
                    <a:pt x="53" y="68"/>
                  </a:moveTo>
                  <a:cubicBezTo>
                    <a:pt x="20" y="68"/>
                    <a:pt x="20" y="68"/>
                    <a:pt x="20" y="68"/>
                  </a:cubicBezTo>
                  <a:cubicBezTo>
                    <a:pt x="14" y="68"/>
                    <a:pt x="10" y="64"/>
                    <a:pt x="10" y="58"/>
                  </a:cubicBezTo>
                  <a:cubicBezTo>
                    <a:pt x="10" y="49"/>
                    <a:pt x="12" y="36"/>
                    <a:pt x="23" y="36"/>
                  </a:cubicBezTo>
                  <a:cubicBezTo>
                    <a:pt x="25" y="36"/>
                    <a:pt x="29" y="41"/>
                    <a:pt x="37" y="41"/>
                  </a:cubicBezTo>
                  <a:cubicBezTo>
                    <a:pt x="44" y="41"/>
                    <a:pt x="49" y="36"/>
                    <a:pt x="50" y="36"/>
                  </a:cubicBezTo>
                  <a:cubicBezTo>
                    <a:pt x="62" y="36"/>
                    <a:pt x="64" y="49"/>
                    <a:pt x="64" y="58"/>
                  </a:cubicBezTo>
                  <a:cubicBezTo>
                    <a:pt x="64" y="64"/>
                    <a:pt x="60" y="68"/>
                    <a:pt x="53" y="68"/>
                  </a:cubicBezTo>
                  <a:close/>
                  <a:moveTo>
                    <a:pt x="37" y="39"/>
                  </a:moveTo>
                  <a:cubicBezTo>
                    <a:pt x="29" y="39"/>
                    <a:pt x="22" y="32"/>
                    <a:pt x="22" y="24"/>
                  </a:cubicBezTo>
                  <a:cubicBezTo>
                    <a:pt x="22" y="16"/>
                    <a:pt x="29" y="9"/>
                    <a:pt x="37" y="9"/>
                  </a:cubicBezTo>
                  <a:cubicBezTo>
                    <a:pt x="45" y="9"/>
                    <a:pt x="51" y="16"/>
                    <a:pt x="51" y="24"/>
                  </a:cubicBezTo>
                  <a:cubicBezTo>
                    <a:pt x="51" y="32"/>
                    <a:pt x="45" y="39"/>
                    <a:pt x="37" y="39"/>
                  </a:cubicBezTo>
                  <a:close/>
                  <a:moveTo>
                    <a:pt x="59" y="19"/>
                  </a:moveTo>
                  <a:cubicBezTo>
                    <a:pt x="53" y="19"/>
                    <a:pt x="49" y="15"/>
                    <a:pt x="49" y="9"/>
                  </a:cubicBezTo>
                  <a:cubicBezTo>
                    <a:pt x="49" y="4"/>
                    <a:pt x="53" y="0"/>
                    <a:pt x="59" y="0"/>
                  </a:cubicBezTo>
                  <a:cubicBezTo>
                    <a:pt x="64" y="0"/>
                    <a:pt x="68" y="4"/>
                    <a:pt x="68" y="9"/>
                  </a:cubicBezTo>
                  <a:cubicBezTo>
                    <a:pt x="68" y="15"/>
                    <a:pt x="64" y="19"/>
                    <a:pt x="59" y="19"/>
                  </a:cubicBezTo>
                  <a:close/>
                  <a:moveTo>
                    <a:pt x="66" y="39"/>
                  </a:moveTo>
                  <a:cubicBezTo>
                    <a:pt x="61" y="39"/>
                    <a:pt x="61" y="39"/>
                    <a:pt x="61" y="39"/>
                  </a:cubicBezTo>
                  <a:cubicBezTo>
                    <a:pt x="58" y="36"/>
                    <a:pt x="55" y="34"/>
                    <a:pt x="51" y="34"/>
                  </a:cubicBezTo>
                  <a:cubicBezTo>
                    <a:pt x="53" y="31"/>
                    <a:pt x="54" y="27"/>
                    <a:pt x="54" y="24"/>
                  </a:cubicBezTo>
                  <a:cubicBezTo>
                    <a:pt x="54" y="23"/>
                    <a:pt x="54" y="22"/>
                    <a:pt x="54" y="21"/>
                  </a:cubicBezTo>
                  <a:cubicBezTo>
                    <a:pt x="55" y="22"/>
                    <a:pt x="57" y="22"/>
                    <a:pt x="59" y="22"/>
                  </a:cubicBezTo>
                  <a:cubicBezTo>
                    <a:pt x="64" y="22"/>
                    <a:pt x="68" y="19"/>
                    <a:pt x="69" y="19"/>
                  </a:cubicBezTo>
                  <a:cubicBezTo>
                    <a:pt x="73" y="19"/>
                    <a:pt x="73" y="29"/>
                    <a:pt x="73" y="33"/>
                  </a:cubicBezTo>
                  <a:cubicBezTo>
                    <a:pt x="73" y="37"/>
                    <a:pt x="70" y="39"/>
                    <a:pt x="66" y="3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Freeform: Shape 31"/>
            <p:cNvSpPr>
              <a:spLocks/>
            </p:cNvSpPr>
            <p:nvPr/>
          </p:nvSpPr>
          <p:spPr bwMode="auto">
            <a:xfrm>
              <a:off x="4402826" y="2720265"/>
              <a:ext cx="290455" cy="292430"/>
            </a:xfrm>
            <a:custGeom>
              <a:avLst/>
              <a:gdLst/>
              <a:ahLst/>
              <a:cxnLst>
                <a:cxn ang="0">
                  <a:pos x="68" y="34"/>
                </a:cxn>
                <a:cxn ang="0">
                  <a:pos x="34" y="68"/>
                </a:cxn>
                <a:cxn ang="0">
                  <a:pos x="0" y="34"/>
                </a:cxn>
                <a:cxn ang="0">
                  <a:pos x="34" y="0"/>
                </a:cxn>
                <a:cxn ang="0">
                  <a:pos x="68" y="34"/>
                </a:cxn>
                <a:cxn ang="0">
                  <a:pos x="15" y="40"/>
                </a:cxn>
                <a:cxn ang="0">
                  <a:pos x="14" y="34"/>
                </a:cxn>
                <a:cxn ang="0">
                  <a:pos x="15" y="27"/>
                </a:cxn>
                <a:cxn ang="0">
                  <a:pos x="8" y="20"/>
                </a:cxn>
                <a:cxn ang="0">
                  <a:pos x="5" y="34"/>
                </a:cxn>
                <a:cxn ang="0">
                  <a:pos x="8" y="47"/>
                </a:cxn>
                <a:cxn ang="0">
                  <a:pos x="15" y="40"/>
                </a:cxn>
                <a:cxn ang="0">
                  <a:pos x="48" y="34"/>
                </a:cxn>
                <a:cxn ang="0">
                  <a:pos x="34" y="19"/>
                </a:cxn>
                <a:cxn ang="0">
                  <a:pos x="19" y="34"/>
                </a:cxn>
                <a:cxn ang="0">
                  <a:pos x="34" y="48"/>
                </a:cxn>
                <a:cxn ang="0">
                  <a:pos x="48" y="34"/>
                </a:cxn>
                <a:cxn ang="0">
                  <a:pos x="20" y="8"/>
                </a:cxn>
                <a:cxn ang="0">
                  <a:pos x="27" y="15"/>
                </a:cxn>
                <a:cxn ang="0">
                  <a:pos x="34" y="14"/>
                </a:cxn>
                <a:cxn ang="0">
                  <a:pos x="40" y="15"/>
                </a:cxn>
                <a:cxn ang="0">
                  <a:pos x="47" y="8"/>
                </a:cxn>
                <a:cxn ang="0">
                  <a:pos x="34" y="5"/>
                </a:cxn>
                <a:cxn ang="0">
                  <a:pos x="20" y="8"/>
                </a:cxn>
                <a:cxn ang="0">
                  <a:pos x="47" y="59"/>
                </a:cxn>
                <a:cxn ang="0">
                  <a:pos x="40" y="52"/>
                </a:cxn>
                <a:cxn ang="0">
                  <a:pos x="34" y="53"/>
                </a:cxn>
                <a:cxn ang="0">
                  <a:pos x="27" y="52"/>
                </a:cxn>
                <a:cxn ang="0">
                  <a:pos x="20" y="59"/>
                </a:cxn>
                <a:cxn ang="0">
                  <a:pos x="34" y="63"/>
                </a:cxn>
                <a:cxn ang="0">
                  <a:pos x="47" y="59"/>
                </a:cxn>
                <a:cxn ang="0">
                  <a:pos x="60" y="47"/>
                </a:cxn>
                <a:cxn ang="0">
                  <a:pos x="63" y="34"/>
                </a:cxn>
                <a:cxn ang="0">
                  <a:pos x="60" y="20"/>
                </a:cxn>
                <a:cxn ang="0">
                  <a:pos x="52" y="27"/>
                </a:cxn>
                <a:cxn ang="0">
                  <a:pos x="53" y="34"/>
                </a:cxn>
                <a:cxn ang="0">
                  <a:pos x="52" y="40"/>
                </a:cxn>
                <a:cxn ang="0">
                  <a:pos x="60" y="47"/>
                </a:cxn>
              </a:cxnLst>
              <a:rect l="0" t="0" r="r" b="b"/>
              <a:pathLst>
                <a:path w="68" h="68">
                  <a:moveTo>
                    <a:pt x="68" y="34"/>
                  </a:moveTo>
                  <a:cubicBezTo>
                    <a:pt x="68" y="52"/>
                    <a:pt x="53" y="68"/>
                    <a:pt x="34" y="68"/>
                  </a:cubicBezTo>
                  <a:cubicBezTo>
                    <a:pt x="15" y="68"/>
                    <a:pt x="0" y="52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3" y="0"/>
                    <a:pt x="68" y="15"/>
                    <a:pt x="68" y="34"/>
                  </a:cubicBezTo>
                  <a:close/>
                  <a:moveTo>
                    <a:pt x="15" y="40"/>
                  </a:moveTo>
                  <a:cubicBezTo>
                    <a:pt x="15" y="38"/>
                    <a:pt x="14" y="36"/>
                    <a:pt x="14" y="34"/>
                  </a:cubicBezTo>
                  <a:cubicBezTo>
                    <a:pt x="14" y="31"/>
                    <a:pt x="15" y="29"/>
                    <a:pt x="15" y="27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6" y="24"/>
                    <a:pt x="5" y="29"/>
                    <a:pt x="5" y="34"/>
                  </a:cubicBezTo>
                  <a:cubicBezTo>
                    <a:pt x="5" y="39"/>
                    <a:pt x="6" y="43"/>
                    <a:pt x="8" y="47"/>
                  </a:cubicBezTo>
                  <a:lnTo>
                    <a:pt x="15" y="40"/>
                  </a:lnTo>
                  <a:close/>
                  <a:moveTo>
                    <a:pt x="48" y="34"/>
                  </a:moveTo>
                  <a:cubicBezTo>
                    <a:pt x="48" y="26"/>
                    <a:pt x="42" y="19"/>
                    <a:pt x="34" y="19"/>
                  </a:cubicBezTo>
                  <a:cubicBezTo>
                    <a:pt x="26" y="19"/>
                    <a:pt x="19" y="26"/>
                    <a:pt x="19" y="34"/>
                  </a:cubicBezTo>
                  <a:cubicBezTo>
                    <a:pt x="19" y="42"/>
                    <a:pt x="26" y="48"/>
                    <a:pt x="34" y="48"/>
                  </a:cubicBezTo>
                  <a:cubicBezTo>
                    <a:pt x="42" y="48"/>
                    <a:pt x="48" y="42"/>
                    <a:pt x="48" y="34"/>
                  </a:cubicBezTo>
                  <a:close/>
                  <a:moveTo>
                    <a:pt x="20" y="8"/>
                  </a:moveTo>
                  <a:cubicBezTo>
                    <a:pt x="27" y="15"/>
                    <a:pt x="27" y="15"/>
                    <a:pt x="27" y="15"/>
                  </a:cubicBezTo>
                  <a:cubicBezTo>
                    <a:pt x="29" y="15"/>
                    <a:pt x="32" y="14"/>
                    <a:pt x="34" y="14"/>
                  </a:cubicBezTo>
                  <a:cubicBezTo>
                    <a:pt x="36" y="14"/>
                    <a:pt x="38" y="15"/>
                    <a:pt x="40" y="15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3" y="6"/>
                    <a:pt x="39" y="5"/>
                    <a:pt x="34" y="5"/>
                  </a:cubicBezTo>
                  <a:cubicBezTo>
                    <a:pt x="29" y="5"/>
                    <a:pt x="24" y="6"/>
                    <a:pt x="20" y="8"/>
                  </a:cubicBezTo>
                  <a:close/>
                  <a:moveTo>
                    <a:pt x="47" y="59"/>
                  </a:moveTo>
                  <a:cubicBezTo>
                    <a:pt x="40" y="52"/>
                    <a:pt x="40" y="52"/>
                    <a:pt x="40" y="52"/>
                  </a:cubicBezTo>
                  <a:cubicBezTo>
                    <a:pt x="38" y="53"/>
                    <a:pt x="36" y="53"/>
                    <a:pt x="34" y="53"/>
                  </a:cubicBezTo>
                  <a:cubicBezTo>
                    <a:pt x="32" y="53"/>
                    <a:pt x="29" y="53"/>
                    <a:pt x="27" y="52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4" y="62"/>
                    <a:pt x="29" y="63"/>
                    <a:pt x="34" y="63"/>
                  </a:cubicBezTo>
                  <a:cubicBezTo>
                    <a:pt x="39" y="63"/>
                    <a:pt x="43" y="62"/>
                    <a:pt x="47" y="59"/>
                  </a:cubicBezTo>
                  <a:close/>
                  <a:moveTo>
                    <a:pt x="60" y="47"/>
                  </a:moveTo>
                  <a:cubicBezTo>
                    <a:pt x="62" y="43"/>
                    <a:pt x="63" y="39"/>
                    <a:pt x="63" y="34"/>
                  </a:cubicBezTo>
                  <a:cubicBezTo>
                    <a:pt x="63" y="29"/>
                    <a:pt x="62" y="24"/>
                    <a:pt x="60" y="20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3" y="29"/>
                    <a:pt x="53" y="32"/>
                    <a:pt x="53" y="34"/>
                  </a:cubicBezTo>
                  <a:cubicBezTo>
                    <a:pt x="53" y="36"/>
                    <a:pt x="53" y="38"/>
                    <a:pt x="52" y="40"/>
                  </a:cubicBezTo>
                  <a:lnTo>
                    <a:pt x="60" y="4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0" name="Freeform: Shape 34"/>
            <p:cNvSpPr>
              <a:spLocks/>
            </p:cNvSpPr>
            <p:nvPr/>
          </p:nvSpPr>
          <p:spPr bwMode="auto">
            <a:xfrm>
              <a:off x="4390881" y="3533961"/>
              <a:ext cx="254090" cy="371212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0" y="35"/>
                </a:cxn>
                <a:cxn ang="0">
                  <a:pos x="16" y="74"/>
                </a:cxn>
                <a:cxn ang="0">
                  <a:pos x="35" y="102"/>
                </a:cxn>
                <a:cxn ang="0">
                  <a:pos x="54" y="74"/>
                </a:cxn>
                <a:cxn ang="0">
                  <a:pos x="70" y="35"/>
                </a:cxn>
                <a:cxn ang="0">
                  <a:pos x="35" y="0"/>
                </a:cxn>
                <a:cxn ang="0">
                  <a:pos x="43" y="87"/>
                </a:cxn>
                <a:cxn ang="0">
                  <a:pos x="27" y="89"/>
                </a:cxn>
                <a:cxn ang="0">
                  <a:pos x="26" y="83"/>
                </a:cxn>
                <a:cxn ang="0">
                  <a:pos x="26" y="83"/>
                </a:cxn>
                <a:cxn ang="0">
                  <a:pos x="45" y="80"/>
                </a:cxn>
                <a:cxn ang="0">
                  <a:pos x="44" y="83"/>
                </a:cxn>
                <a:cxn ang="0">
                  <a:pos x="43" y="87"/>
                </a:cxn>
                <a:cxn ang="0">
                  <a:pos x="25" y="79"/>
                </a:cxn>
                <a:cxn ang="0">
                  <a:pos x="23" y="73"/>
                </a:cxn>
                <a:cxn ang="0">
                  <a:pos x="47" y="73"/>
                </a:cxn>
                <a:cxn ang="0">
                  <a:pos x="46" y="77"/>
                </a:cxn>
                <a:cxn ang="0">
                  <a:pos x="25" y="79"/>
                </a:cxn>
                <a:cxn ang="0">
                  <a:pos x="35" y="96"/>
                </a:cxn>
                <a:cxn ang="0">
                  <a:pos x="29" y="92"/>
                </a:cxn>
                <a:cxn ang="0">
                  <a:pos x="42" y="90"/>
                </a:cxn>
                <a:cxn ang="0">
                  <a:pos x="35" y="96"/>
                </a:cxn>
                <a:cxn ang="0">
                  <a:pos x="50" y="67"/>
                </a:cxn>
                <a:cxn ang="0">
                  <a:pos x="20" y="67"/>
                </a:cxn>
                <a:cxn ang="0">
                  <a:pos x="15" y="57"/>
                </a:cxn>
                <a:cxn ang="0">
                  <a:pos x="6" y="35"/>
                </a:cxn>
                <a:cxn ang="0">
                  <a:pos x="35" y="6"/>
                </a:cxn>
                <a:cxn ang="0">
                  <a:pos x="64" y="35"/>
                </a:cxn>
                <a:cxn ang="0">
                  <a:pos x="55" y="57"/>
                </a:cxn>
                <a:cxn ang="0">
                  <a:pos x="50" y="67"/>
                </a:cxn>
                <a:cxn ang="0">
                  <a:pos x="50" y="67"/>
                </a:cxn>
                <a:cxn ang="0">
                  <a:pos x="50" y="67"/>
                </a:cxn>
              </a:cxnLst>
              <a:rect l="0" t="0" r="r" b="b"/>
              <a:pathLst>
                <a:path w="70" h="102">
                  <a:moveTo>
                    <a:pt x="35" y="0"/>
                  </a:moveTo>
                  <a:cubicBezTo>
                    <a:pt x="16" y="0"/>
                    <a:pt x="0" y="16"/>
                    <a:pt x="0" y="35"/>
                  </a:cubicBezTo>
                  <a:cubicBezTo>
                    <a:pt x="0" y="48"/>
                    <a:pt x="12" y="62"/>
                    <a:pt x="16" y="74"/>
                  </a:cubicBezTo>
                  <a:cubicBezTo>
                    <a:pt x="22" y="91"/>
                    <a:pt x="22" y="102"/>
                    <a:pt x="35" y="102"/>
                  </a:cubicBezTo>
                  <a:cubicBezTo>
                    <a:pt x="49" y="102"/>
                    <a:pt x="48" y="92"/>
                    <a:pt x="54" y="74"/>
                  </a:cubicBezTo>
                  <a:cubicBezTo>
                    <a:pt x="58" y="62"/>
                    <a:pt x="70" y="48"/>
                    <a:pt x="70" y="35"/>
                  </a:cubicBezTo>
                  <a:cubicBezTo>
                    <a:pt x="70" y="16"/>
                    <a:pt x="54" y="0"/>
                    <a:pt x="35" y="0"/>
                  </a:cubicBezTo>
                  <a:close/>
                  <a:moveTo>
                    <a:pt x="43" y="87"/>
                  </a:moveTo>
                  <a:cubicBezTo>
                    <a:pt x="27" y="89"/>
                    <a:pt x="27" y="89"/>
                    <a:pt x="27" y="89"/>
                  </a:cubicBezTo>
                  <a:cubicBezTo>
                    <a:pt x="27" y="87"/>
                    <a:pt x="26" y="85"/>
                    <a:pt x="26" y="83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5" y="82"/>
                    <a:pt x="44" y="83"/>
                  </a:cubicBezTo>
                  <a:cubicBezTo>
                    <a:pt x="44" y="84"/>
                    <a:pt x="44" y="86"/>
                    <a:pt x="43" y="87"/>
                  </a:cubicBezTo>
                  <a:close/>
                  <a:moveTo>
                    <a:pt x="25" y="79"/>
                  </a:moveTo>
                  <a:cubicBezTo>
                    <a:pt x="24" y="78"/>
                    <a:pt x="23" y="76"/>
                    <a:pt x="23" y="73"/>
                  </a:cubicBezTo>
                  <a:cubicBezTo>
                    <a:pt x="47" y="73"/>
                    <a:pt x="47" y="73"/>
                    <a:pt x="47" y="73"/>
                  </a:cubicBezTo>
                  <a:cubicBezTo>
                    <a:pt x="47" y="75"/>
                    <a:pt x="47" y="76"/>
                    <a:pt x="46" y="77"/>
                  </a:cubicBezTo>
                  <a:lnTo>
                    <a:pt x="25" y="79"/>
                  </a:lnTo>
                  <a:close/>
                  <a:moveTo>
                    <a:pt x="35" y="96"/>
                  </a:moveTo>
                  <a:cubicBezTo>
                    <a:pt x="32" y="96"/>
                    <a:pt x="30" y="95"/>
                    <a:pt x="29" y="92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0" y="95"/>
                    <a:pt x="39" y="96"/>
                    <a:pt x="35" y="96"/>
                  </a:cubicBezTo>
                  <a:close/>
                  <a:moveTo>
                    <a:pt x="50" y="67"/>
                  </a:moveTo>
                  <a:cubicBezTo>
                    <a:pt x="20" y="67"/>
                    <a:pt x="20" y="67"/>
                    <a:pt x="20" y="67"/>
                  </a:cubicBezTo>
                  <a:cubicBezTo>
                    <a:pt x="19" y="64"/>
                    <a:pt x="17" y="60"/>
                    <a:pt x="15" y="57"/>
                  </a:cubicBezTo>
                  <a:cubicBezTo>
                    <a:pt x="11" y="49"/>
                    <a:pt x="6" y="41"/>
                    <a:pt x="6" y="35"/>
                  </a:cubicBezTo>
                  <a:cubicBezTo>
                    <a:pt x="6" y="19"/>
                    <a:pt x="19" y="6"/>
                    <a:pt x="35" y="6"/>
                  </a:cubicBezTo>
                  <a:cubicBezTo>
                    <a:pt x="51" y="6"/>
                    <a:pt x="64" y="19"/>
                    <a:pt x="64" y="35"/>
                  </a:cubicBezTo>
                  <a:cubicBezTo>
                    <a:pt x="64" y="41"/>
                    <a:pt x="60" y="49"/>
                    <a:pt x="55" y="57"/>
                  </a:cubicBezTo>
                  <a:cubicBezTo>
                    <a:pt x="53" y="60"/>
                    <a:pt x="52" y="64"/>
                    <a:pt x="50" y="67"/>
                  </a:cubicBezTo>
                  <a:close/>
                  <a:moveTo>
                    <a:pt x="50" y="67"/>
                  </a:moveTo>
                  <a:cubicBezTo>
                    <a:pt x="50" y="67"/>
                    <a:pt x="50" y="67"/>
                    <a:pt x="50" y="67"/>
                  </a:cubicBez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Lucida Sans Unicode" pitchFamily="34" charset="0"/>
                <a:ea typeface="微软雅黑"/>
                <a:cs typeface="Lucida Sans Unicode" pitchFamily="34" charset="0"/>
                <a:sym typeface="+mn-lt"/>
              </a:rPr>
              <a:t>دما، فاز و استحکام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ucida Sans Unicode" pitchFamily="34" charset="0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47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3"/>
          <p:cNvGrpSpPr/>
          <p:nvPr/>
        </p:nvGrpSpPr>
        <p:grpSpPr>
          <a:xfrm>
            <a:off x="1158094" y="1284711"/>
            <a:ext cx="3048000" cy="2942285"/>
            <a:chOff x="1544125" y="1712948"/>
            <a:chExt cx="4064000" cy="3923046"/>
          </a:xfrm>
        </p:grpSpPr>
        <p:grpSp>
          <p:nvGrpSpPr>
            <p:cNvPr id="40" name="Group 3"/>
            <p:cNvGrpSpPr/>
            <p:nvPr/>
          </p:nvGrpSpPr>
          <p:grpSpPr>
            <a:xfrm>
              <a:off x="4130979" y="2623012"/>
              <a:ext cx="315809" cy="399615"/>
              <a:chOff x="2943440" y="2191613"/>
              <a:chExt cx="236857" cy="299711"/>
            </a:xfrm>
          </p:grpSpPr>
          <p:sp>
            <p:nvSpPr>
              <p:cNvPr id="73" name="Arrow: Right 4"/>
              <p:cNvSpPr/>
              <p:nvPr/>
            </p:nvSpPr>
            <p:spPr>
              <a:xfrm rot="2160000">
                <a:off x="2943440" y="2191613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2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74" name="Rectangle 5"/>
              <p:cNvSpPr/>
              <p:nvPr/>
            </p:nvSpPr>
            <p:spPr>
              <a:xfrm rot="2160000">
                <a:off x="2950225" y="2230672"/>
                <a:ext cx="165800" cy="17982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Group 6"/>
            <p:cNvGrpSpPr/>
            <p:nvPr/>
          </p:nvGrpSpPr>
          <p:grpSpPr>
            <a:xfrm>
              <a:off x="4544047" y="4031171"/>
              <a:ext cx="399615" cy="315809"/>
              <a:chOff x="3253241" y="3247732"/>
              <a:chExt cx="299711" cy="236857"/>
            </a:xfrm>
          </p:grpSpPr>
          <p:sp>
            <p:nvSpPr>
              <p:cNvPr id="71" name="Arrow: Right 7"/>
              <p:cNvSpPr/>
              <p:nvPr/>
            </p:nvSpPr>
            <p:spPr>
              <a:xfrm rot="6480000">
                <a:off x="3284668" y="3216305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3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72" name="Rectangle 8"/>
              <p:cNvSpPr/>
              <p:nvPr/>
            </p:nvSpPr>
            <p:spPr>
              <a:xfrm rot="17280000">
                <a:off x="3331176" y="3242457"/>
                <a:ext cx="165800" cy="17982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Group 9"/>
            <p:cNvGrpSpPr/>
            <p:nvPr/>
          </p:nvGrpSpPr>
          <p:grpSpPr>
            <a:xfrm>
              <a:off x="3427159" y="4844165"/>
              <a:ext cx="315809" cy="399615"/>
              <a:chOff x="2415575" y="3857478"/>
              <a:chExt cx="236857" cy="299711"/>
            </a:xfrm>
          </p:grpSpPr>
          <p:sp>
            <p:nvSpPr>
              <p:cNvPr id="69" name="Arrow: Right 10"/>
              <p:cNvSpPr/>
              <p:nvPr/>
            </p:nvSpPr>
            <p:spPr>
              <a:xfrm rot="10800000">
                <a:off x="2415575" y="3857478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4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70" name="Rectangle 11"/>
              <p:cNvSpPr/>
              <p:nvPr/>
            </p:nvSpPr>
            <p:spPr>
              <a:xfrm>
                <a:off x="2486632" y="3917420"/>
                <a:ext cx="165800" cy="17982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3" name="Group 12"/>
            <p:cNvGrpSpPr/>
            <p:nvPr/>
          </p:nvGrpSpPr>
          <p:grpSpPr>
            <a:xfrm>
              <a:off x="2214113" y="4048171"/>
              <a:ext cx="399615" cy="315809"/>
              <a:chOff x="1505791" y="3260482"/>
              <a:chExt cx="299711" cy="236857"/>
            </a:xfrm>
          </p:grpSpPr>
          <p:sp>
            <p:nvSpPr>
              <p:cNvPr id="67" name="Arrow: Right 13"/>
              <p:cNvSpPr/>
              <p:nvPr/>
            </p:nvSpPr>
            <p:spPr>
              <a:xfrm rot="15120000">
                <a:off x="1537218" y="3229055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5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8" name="Rectangle 14"/>
              <p:cNvSpPr/>
              <p:nvPr/>
            </p:nvSpPr>
            <p:spPr>
              <a:xfrm rot="4320000">
                <a:off x="1583726" y="3322787"/>
                <a:ext cx="165800" cy="17982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4" name="Group 15"/>
            <p:cNvGrpSpPr/>
            <p:nvPr/>
          </p:nvGrpSpPr>
          <p:grpSpPr>
            <a:xfrm>
              <a:off x="2691002" y="2633520"/>
              <a:ext cx="315809" cy="399615"/>
              <a:chOff x="1863457" y="2199494"/>
              <a:chExt cx="236857" cy="299711"/>
            </a:xfrm>
          </p:grpSpPr>
          <p:sp>
            <p:nvSpPr>
              <p:cNvPr id="65" name="Arrow: Right 16"/>
              <p:cNvSpPr/>
              <p:nvPr/>
            </p:nvSpPr>
            <p:spPr>
              <a:xfrm rot="19440000">
                <a:off x="1863457" y="2199494"/>
                <a:ext cx="236857" cy="299711"/>
              </a:xfrm>
              <a:prstGeom prst="rightArrow">
                <a:avLst>
                  <a:gd name="adj1" fmla="val 60000"/>
                  <a:gd name="adj2" fmla="val 50000"/>
                </a:avLst>
              </a:prstGeom>
              <a:solidFill>
                <a:schemeClr val="accent1"/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6" name="Rectangle 17"/>
              <p:cNvSpPr/>
              <p:nvPr/>
            </p:nvSpPr>
            <p:spPr>
              <a:xfrm rot="19440000">
                <a:off x="1870242" y="2280319"/>
                <a:ext cx="165800" cy="17982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5" name="Group 18"/>
            <p:cNvGrpSpPr/>
            <p:nvPr/>
          </p:nvGrpSpPr>
          <p:grpSpPr>
            <a:xfrm>
              <a:off x="2746391" y="2980204"/>
              <a:ext cx="1659467" cy="1659467"/>
              <a:chOff x="1016000" y="1689100"/>
              <a:chExt cx="787400" cy="787400"/>
            </a:xfrm>
          </p:grpSpPr>
          <p:grpSp>
            <p:nvGrpSpPr>
              <p:cNvPr id="61" name="Group 19"/>
              <p:cNvGrpSpPr/>
              <p:nvPr/>
            </p:nvGrpSpPr>
            <p:grpSpPr>
              <a:xfrm>
                <a:off x="1016000" y="1689100"/>
                <a:ext cx="787400" cy="787400"/>
                <a:chOff x="4343400" y="1854885"/>
                <a:chExt cx="457200" cy="457200"/>
              </a:xfrm>
            </p:grpSpPr>
            <p:sp>
              <p:nvSpPr>
                <p:cNvPr id="63" name="Oval 21"/>
                <p:cNvSpPr/>
                <p:nvPr/>
              </p:nvSpPr>
              <p:spPr>
                <a:xfrm>
                  <a:off x="4343400" y="1854885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Oval 22"/>
                <p:cNvSpPr/>
                <p:nvPr/>
              </p:nvSpPr>
              <p:spPr>
                <a:xfrm>
                  <a:off x="4408030" y="1919516"/>
                  <a:ext cx="327939" cy="32793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2" name="Freeform: Shape 20"/>
              <p:cNvSpPr>
                <a:spLocks/>
              </p:cNvSpPr>
              <p:nvPr/>
            </p:nvSpPr>
            <p:spPr bwMode="auto">
              <a:xfrm>
                <a:off x="1267654" y="1960311"/>
                <a:ext cx="284092" cy="244978"/>
              </a:xfrm>
              <a:custGeom>
                <a:avLst/>
                <a:gdLst/>
                <a:ahLst/>
                <a:cxnLst>
                  <a:cxn ang="0">
                    <a:pos x="64" y="51"/>
                  </a:cxn>
                  <a:cxn ang="0">
                    <a:pos x="60" y="55"/>
                  </a:cxn>
                  <a:cxn ang="0">
                    <a:pos x="49" y="55"/>
                  </a:cxn>
                  <a:cxn ang="0">
                    <a:pos x="45" y="51"/>
                  </a:cxn>
                  <a:cxn ang="0">
                    <a:pos x="45" y="40"/>
                  </a:cxn>
                  <a:cxn ang="0">
                    <a:pos x="49" y="36"/>
                  </a:cxn>
                  <a:cxn ang="0">
                    <a:pos x="52" y="36"/>
                  </a:cxn>
                  <a:cxn ang="0">
                    <a:pos x="52" y="30"/>
                  </a:cxn>
                  <a:cxn ang="0">
                    <a:pos x="34" y="30"/>
                  </a:cxn>
                  <a:cxn ang="0">
                    <a:pos x="34" y="36"/>
                  </a:cxn>
                  <a:cxn ang="0">
                    <a:pos x="37" y="36"/>
                  </a:cxn>
                  <a:cxn ang="0">
                    <a:pos x="41" y="40"/>
                  </a:cxn>
                  <a:cxn ang="0">
                    <a:pos x="41" y="51"/>
                  </a:cxn>
                  <a:cxn ang="0">
                    <a:pos x="37" y="55"/>
                  </a:cxn>
                  <a:cxn ang="0">
                    <a:pos x="26" y="55"/>
                  </a:cxn>
                  <a:cxn ang="0">
                    <a:pos x="23" y="51"/>
                  </a:cxn>
                  <a:cxn ang="0">
                    <a:pos x="23" y="40"/>
                  </a:cxn>
                  <a:cxn ang="0">
                    <a:pos x="26" y="36"/>
                  </a:cxn>
                  <a:cxn ang="0">
                    <a:pos x="29" y="36"/>
                  </a:cxn>
                  <a:cxn ang="0">
                    <a:pos x="29" y="30"/>
                  </a:cxn>
                  <a:cxn ang="0">
                    <a:pos x="11" y="30"/>
                  </a:cxn>
                  <a:cxn ang="0">
                    <a:pos x="11" y="36"/>
                  </a:cxn>
                  <a:cxn ang="0">
                    <a:pos x="15" y="36"/>
                  </a:cxn>
                  <a:cxn ang="0">
                    <a:pos x="18" y="40"/>
                  </a:cxn>
                  <a:cxn ang="0">
                    <a:pos x="18" y="51"/>
                  </a:cxn>
                  <a:cxn ang="0">
                    <a:pos x="15" y="55"/>
                  </a:cxn>
                  <a:cxn ang="0">
                    <a:pos x="3" y="55"/>
                  </a:cxn>
                  <a:cxn ang="0">
                    <a:pos x="0" y="51"/>
                  </a:cxn>
                  <a:cxn ang="0">
                    <a:pos x="0" y="40"/>
                  </a:cxn>
                  <a:cxn ang="0">
                    <a:pos x="3" y="36"/>
                  </a:cxn>
                  <a:cxn ang="0">
                    <a:pos x="7" y="36"/>
                  </a:cxn>
                  <a:cxn ang="0">
                    <a:pos x="7" y="30"/>
                  </a:cxn>
                  <a:cxn ang="0">
                    <a:pos x="11" y="25"/>
                  </a:cxn>
                  <a:cxn ang="0">
                    <a:pos x="29" y="25"/>
                  </a:cxn>
                  <a:cxn ang="0">
                    <a:pos x="29" y="18"/>
                  </a:cxn>
                  <a:cxn ang="0">
                    <a:pos x="26" y="18"/>
                  </a:cxn>
                  <a:cxn ang="0">
                    <a:pos x="23" y="15"/>
                  </a:cxn>
                  <a:cxn ang="0">
                    <a:pos x="23" y="3"/>
                  </a:cxn>
                  <a:cxn ang="0">
                    <a:pos x="26" y="0"/>
                  </a:cxn>
                  <a:cxn ang="0">
                    <a:pos x="37" y="0"/>
                  </a:cxn>
                  <a:cxn ang="0">
                    <a:pos x="41" y="3"/>
                  </a:cxn>
                  <a:cxn ang="0">
                    <a:pos x="41" y="15"/>
                  </a:cxn>
                  <a:cxn ang="0">
                    <a:pos x="37" y="18"/>
                  </a:cxn>
                  <a:cxn ang="0">
                    <a:pos x="34" y="18"/>
                  </a:cxn>
                  <a:cxn ang="0">
                    <a:pos x="34" y="25"/>
                  </a:cxn>
                  <a:cxn ang="0">
                    <a:pos x="52" y="25"/>
                  </a:cxn>
                  <a:cxn ang="0">
                    <a:pos x="57" y="30"/>
                  </a:cxn>
                  <a:cxn ang="0">
                    <a:pos x="57" y="36"/>
                  </a:cxn>
                  <a:cxn ang="0">
                    <a:pos x="60" y="36"/>
                  </a:cxn>
                  <a:cxn ang="0">
                    <a:pos x="64" y="40"/>
                  </a:cxn>
                  <a:cxn ang="0">
                    <a:pos x="64" y="51"/>
                  </a:cxn>
                </a:cxnLst>
                <a:rect l="0" t="0" r="r" b="b"/>
                <a:pathLst>
                  <a:path w="64" h="55">
                    <a:moveTo>
                      <a:pt x="64" y="51"/>
                    </a:moveTo>
                    <a:cubicBezTo>
                      <a:pt x="64" y="53"/>
                      <a:pt x="62" y="55"/>
                      <a:pt x="60" y="55"/>
                    </a:cubicBezTo>
                    <a:cubicBezTo>
                      <a:pt x="49" y="55"/>
                      <a:pt x="49" y="55"/>
                      <a:pt x="49" y="55"/>
                    </a:cubicBezTo>
                    <a:cubicBezTo>
                      <a:pt x="47" y="55"/>
                      <a:pt x="45" y="53"/>
                      <a:pt x="45" y="51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38"/>
                      <a:pt x="47" y="36"/>
                      <a:pt x="49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0"/>
                      <a:pt x="52" y="30"/>
                      <a:pt x="52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9" y="36"/>
                      <a:pt x="41" y="38"/>
                      <a:pt x="41" y="4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3"/>
                      <a:pt x="39" y="55"/>
                      <a:pt x="37" y="55"/>
                    </a:cubicBezTo>
                    <a:cubicBezTo>
                      <a:pt x="26" y="55"/>
                      <a:pt x="26" y="55"/>
                      <a:pt x="26" y="55"/>
                    </a:cubicBezTo>
                    <a:cubicBezTo>
                      <a:pt x="24" y="55"/>
                      <a:pt x="23" y="53"/>
                      <a:pt x="23" y="5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3" y="38"/>
                      <a:pt x="24" y="36"/>
                      <a:pt x="26" y="36"/>
                    </a:cubicBezTo>
                    <a:cubicBezTo>
                      <a:pt x="29" y="36"/>
                      <a:pt x="29" y="36"/>
                      <a:pt x="29" y="36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7" y="36"/>
                      <a:pt x="18" y="38"/>
                      <a:pt x="18" y="40"/>
                    </a:cubicBezTo>
                    <a:cubicBezTo>
                      <a:pt x="18" y="51"/>
                      <a:pt x="18" y="51"/>
                      <a:pt x="18" y="51"/>
                    </a:cubicBezTo>
                    <a:cubicBezTo>
                      <a:pt x="18" y="53"/>
                      <a:pt x="17" y="55"/>
                      <a:pt x="15" y="55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1" y="55"/>
                      <a:pt x="0" y="53"/>
                      <a:pt x="0" y="5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38"/>
                      <a:pt x="1" y="36"/>
                      <a:pt x="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27"/>
                      <a:pt x="9" y="25"/>
                      <a:pt x="11" y="25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4" y="18"/>
                      <a:pt x="23" y="17"/>
                      <a:pt x="23" y="15"/>
                    </a:cubicBezTo>
                    <a:cubicBezTo>
                      <a:pt x="23" y="3"/>
                      <a:pt x="23" y="3"/>
                      <a:pt x="23" y="3"/>
                    </a:cubicBezTo>
                    <a:cubicBezTo>
                      <a:pt x="23" y="1"/>
                      <a:pt x="24" y="0"/>
                      <a:pt x="26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41" y="1"/>
                      <a:pt x="41" y="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7"/>
                      <a:pt x="39" y="18"/>
                      <a:pt x="37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52" y="25"/>
                      <a:pt x="52" y="25"/>
                      <a:pt x="52" y="25"/>
                    </a:cubicBezTo>
                    <a:cubicBezTo>
                      <a:pt x="55" y="25"/>
                      <a:pt x="57" y="27"/>
                      <a:pt x="57" y="30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2" y="36"/>
                      <a:pt x="64" y="38"/>
                      <a:pt x="64" y="40"/>
                    </a:cubicBezTo>
                    <a:lnTo>
                      <a:pt x="64" y="5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6" name="Group 23"/>
            <p:cNvGrpSpPr/>
            <p:nvPr/>
          </p:nvGrpSpPr>
          <p:grpSpPr>
            <a:xfrm>
              <a:off x="2984103" y="1712948"/>
              <a:ext cx="1184043" cy="1184043"/>
              <a:chOff x="2083284" y="1636066"/>
              <a:chExt cx="888032" cy="888032"/>
            </a:xfrm>
          </p:grpSpPr>
          <p:sp>
            <p:nvSpPr>
              <p:cNvPr id="59" name="Oval 24"/>
              <p:cNvSpPr/>
              <p:nvPr/>
            </p:nvSpPr>
            <p:spPr>
              <a:xfrm>
                <a:off x="2083284" y="1636066"/>
                <a:ext cx="888032" cy="88803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0" name="Freeform: Shape 25"/>
              <p:cNvSpPr>
                <a:spLocks/>
              </p:cNvSpPr>
              <p:nvPr/>
            </p:nvSpPr>
            <p:spPr bwMode="auto">
              <a:xfrm>
                <a:off x="2357278" y="1910060"/>
                <a:ext cx="340044" cy="340044"/>
              </a:xfrm>
              <a:custGeom>
                <a:avLst/>
                <a:gdLst/>
                <a:ahLst/>
                <a:cxnLst>
                  <a:cxn ang="0">
                    <a:pos x="55" y="31"/>
                  </a:cxn>
                  <a:cxn ang="0">
                    <a:pos x="54" y="33"/>
                  </a:cxn>
                  <a:cxn ang="0">
                    <a:pos x="47" y="34"/>
                  </a:cxn>
                  <a:cxn ang="0">
                    <a:pos x="46" y="37"/>
                  </a:cxn>
                  <a:cxn ang="0">
                    <a:pos x="49" y="42"/>
                  </a:cxn>
                  <a:cxn ang="0">
                    <a:pos x="50" y="43"/>
                  </a:cxn>
                  <a:cxn ang="0">
                    <a:pos x="49" y="44"/>
                  </a:cxn>
                  <a:cxn ang="0">
                    <a:pos x="43" y="50"/>
                  </a:cxn>
                  <a:cxn ang="0">
                    <a:pos x="42" y="50"/>
                  </a:cxn>
                  <a:cxn ang="0">
                    <a:pos x="37" y="46"/>
                  </a:cxn>
                  <a:cxn ang="0">
                    <a:pos x="33" y="47"/>
                  </a:cxn>
                  <a:cxn ang="0">
                    <a:pos x="32" y="54"/>
                  </a:cxn>
                  <a:cxn ang="0">
                    <a:pos x="31" y="55"/>
                  </a:cxn>
                  <a:cxn ang="0">
                    <a:pos x="23" y="55"/>
                  </a:cxn>
                  <a:cxn ang="0">
                    <a:pos x="22" y="54"/>
                  </a:cxn>
                  <a:cxn ang="0">
                    <a:pos x="21" y="47"/>
                  </a:cxn>
                  <a:cxn ang="0">
                    <a:pos x="18" y="46"/>
                  </a:cxn>
                  <a:cxn ang="0">
                    <a:pos x="13" y="50"/>
                  </a:cxn>
                  <a:cxn ang="0">
                    <a:pos x="12" y="50"/>
                  </a:cxn>
                  <a:cxn ang="0">
                    <a:pos x="11" y="50"/>
                  </a:cxn>
                  <a:cxn ang="0">
                    <a:pos x="5" y="44"/>
                  </a:cxn>
                  <a:cxn ang="0">
                    <a:pos x="5" y="43"/>
                  </a:cxn>
                  <a:cxn ang="0">
                    <a:pos x="5" y="42"/>
                  </a:cxn>
                  <a:cxn ang="0">
                    <a:pos x="9" y="37"/>
                  </a:cxn>
                  <a:cxn ang="0">
                    <a:pos x="7" y="33"/>
                  </a:cxn>
                  <a:cxn ang="0">
                    <a:pos x="1" y="33"/>
                  </a:cxn>
                  <a:cxn ang="0">
                    <a:pos x="0" y="31"/>
                  </a:cxn>
                  <a:cxn ang="0">
                    <a:pos x="0" y="23"/>
                  </a:cxn>
                  <a:cxn ang="0">
                    <a:pos x="1" y="22"/>
                  </a:cxn>
                  <a:cxn ang="0">
                    <a:pos x="7" y="21"/>
                  </a:cxn>
                  <a:cxn ang="0">
                    <a:pos x="9" y="18"/>
                  </a:cxn>
                  <a:cxn ang="0">
                    <a:pos x="5" y="13"/>
                  </a:cxn>
                  <a:cxn ang="0">
                    <a:pos x="5" y="12"/>
                  </a:cxn>
                  <a:cxn ang="0">
                    <a:pos x="5" y="11"/>
                  </a:cxn>
                  <a:cxn ang="0">
                    <a:pos x="12" y="5"/>
                  </a:cxn>
                  <a:cxn ang="0">
                    <a:pos x="13" y="5"/>
                  </a:cxn>
                  <a:cxn ang="0">
                    <a:pos x="18" y="9"/>
                  </a:cxn>
                  <a:cxn ang="0">
                    <a:pos x="21" y="8"/>
                  </a:cxn>
                  <a:cxn ang="0">
                    <a:pos x="22" y="1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32" y="1"/>
                  </a:cxn>
                  <a:cxn ang="0">
                    <a:pos x="33" y="8"/>
                  </a:cxn>
                  <a:cxn ang="0">
                    <a:pos x="37" y="9"/>
                  </a:cxn>
                  <a:cxn ang="0">
                    <a:pos x="42" y="5"/>
                  </a:cxn>
                  <a:cxn ang="0">
                    <a:pos x="43" y="5"/>
                  </a:cxn>
                  <a:cxn ang="0">
                    <a:pos x="43" y="5"/>
                  </a:cxn>
                  <a:cxn ang="0">
                    <a:pos x="49" y="11"/>
                  </a:cxn>
                  <a:cxn ang="0">
                    <a:pos x="50" y="12"/>
                  </a:cxn>
                  <a:cxn ang="0">
                    <a:pos x="49" y="13"/>
                  </a:cxn>
                  <a:cxn ang="0">
                    <a:pos x="46" y="18"/>
                  </a:cxn>
                  <a:cxn ang="0">
                    <a:pos x="47" y="21"/>
                  </a:cxn>
                  <a:cxn ang="0">
                    <a:pos x="54" y="22"/>
                  </a:cxn>
                  <a:cxn ang="0">
                    <a:pos x="55" y="23"/>
                  </a:cxn>
                  <a:cxn ang="0">
                    <a:pos x="55" y="31"/>
                  </a:cxn>
                  <a:cxn ang="0">
                    <a:pos x="27" y="18"/>
                  </a:cxn>
                  <a:cxn ang="0">
                    <a:pos x="18" y="27"/>
                  </a:cxn>
                  <a:cxn ang="0">
                    <a:pos x="27" y="36"/>
                  </a:cxn>
                  <a:cxn ang="0">
                    <a:pos x="36" y="27"/>
                  </a:cxn>
                  <a:cxn ang="0">
                    <a:pos x="27" y="18"/>
                  </a:cxn>
                </a:cxnLst>
                <a:rect l="0" t="0" r="r" b="b"/>
                <a:pathLst>
                  <a:path w="55" h="55">
                    <a:moveTo>
                      <a:pt x="55" y="31"/>
                    </a:moveTo>
                    <a:cubicBezTo>
                      <a:pt x="55" y="32"/>
                      <a:pt x="54" y="33"/>
                      <a:pt x="54" y="33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35"/>
                      <a:pt x="46" y="36"/>
                      <a:pt x="46" y="37"/>
                    </a:cubicBezTo>
                    <a:cubicBezTo>
                      <a:pt x="47" y="39"/>
                      <a:pt x="48" y="40"/>
                      <a:pt x="49" y="42"/>
                    </a:cubicBezTo>
                    <a:cubicBezTo>
                      <a:pt x="50" y="42"/>
                      <a:pt x="50" y="42"/>
                      <a:pt x="50" y="43"/>
                    </a:cubicBezTo>
                    <a:cubicBezTo>
                      <a:pt x="50" y="43"/>
                      <a:pt x="50" y="43"/>
                      <a:pt x="49" y="44"/>
                    </a:cubicBezTo>
                    <a:cubicBezTo>
                      <a:pt x="49" y="45"/>
                      <a:pt x="44" y="50"/>
                      <a:pt x="43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6" y="46"/>
                      <a:pt x="35" y="47"/>
                      <a:pt x="33" y="47"/>
                    </a:cubicBezTo>
                    <a:cubicBezTo>
                      <a:pt x="33" y="49"/>
                      <a:pt x="33" y="52"/>
                      <a:pt x="32" y="54"/>
                    </a:cubicBezTo>
                    <a:cubicBezTo>
                      <a:pt x="32" y="54"/>
                      <a:pt x="32" y="55"/>
                      <a:pt x="31" y="55"/>
                    </a:cubicBezTo>
                    <a:cubicBezTo>
                      <a:pt x="23" y="55"/>
                      <a:pt x="23" y="55"/>
                      <a:pt x="23" y="55"/>
                    </a:cubicBezTo>
                    <a:cubicBezTo>
                      <a:pt x="23" y="55"/>
                      <a:pt x="22" y="54"/>
                      <a:pt x="22" y="54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47"/>
                      <a:pt x="19" y="46"/>
                      <a:pt x="18" y="46"/>
                    </a:cubicBezTo>
                    <a:cubicBezTo>
                      <a:pt x="13" y="50"/>
                      <a:pt x="13" y="50"/>
                      <a:pt x="13" y="50"/>
                    </a:cubicBezTo>
                    <a:cubicBezTo>
                      <a:pt x="12" y="50"/>
                      <a:pt x="12" y="50"/>
                      <a:pt x="12" y="50"/>
                    </a:cubicBezTo>
                    <a:cubicBezTo>
                      <a:pt x="11" y="50"/>
                      <a:pt x="11" y="50"/>
                      <a:pt x="11" y="50"/>
                    </a:cubicBezTo>
                    <a:cubicBezTo>
                      <a:pt x="9" y="48"/>
                      <a:pt x="7" y="46"/>
                      <a:pt x="5" y="44"/>
                    </a:cubicBezTo>
                    <a:cubicBezTo>
                      <a:pt x="5" y="43"/>
                      <a:pt x="5" y="43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6" y="40"/>
                      <a:pt x="8" y="39"/>
                      <a:pt x="9" y="37"/>
                    </a:cubicBezTo>
                    <a:cubicBezTo>
                      <a:pt x="8" y="36"/>
                      <a:pt x="8" y="35"/>
                      <a:pt x="7" y="33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0" y="32"/>
                      <a:pt x="0" y="32"/>
                      <a:pt x="0" y="31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2"/>
                      <a:pt x="1" y="2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8" y="20"/>
                      <a:pt x="8" y="19"/>
                      <a:pt x="9" y="18"/>
                    </a:cubicBezTo>
                    <a:cubicBezTo>
                      <a:pt x="8" y="16"/>
                      <a:pt x="6" y="14"/>
                      <a:pt x="5" y="13"/>
                    </a:cubicBezTo>
                    <a:cubicBezTo>
                      <a:pt x="5" y="13"/>
                      <a:pt x="5" y="12"/>
                      <a:pt x="5" y="12"/>
                    </a:cubicBezTo>
                    <a:cubicBezTo>
                      <a:pt x="5" y="12"/>
                      <a:pt x="5" y="11"/>
                      <a:pt x="5" y="11"/>
                    </a:cubicBezTo>
                    <a:cubicBezTo>
                      <a:pt x="6" y="10"/>
                      <a:pt x="11" y="5"/>
                      <a:pt x="12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9" y="8"/>
                      <a:pt x="20" y="8"/>
                      <a:pt x="21" y="8"/>
                    </a:cubicBezTo>
                    <a:cubicBezTo>
                      <a:pt x="21" y="5"/>
                      <a:pt x="21" y="3"/>
                      <a:pt x="22" y="1"/>
                    </a:cubicBezTo>
                    <a:cubicBezTo>
                      <a:pt x="22" y="0"/>
                      <a:pt x="23" y="0"/>
                      <a:pt x="23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0"/>
                      <a:pt x="32" y="0"/>
                      <a:pt x="32" y="1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8"/>
                      <a:pt x="36" y="8"/>
                      <a:pt x="37" y="9"/>
                    </a:cubicBezTo>
                    <a:cubicBezTo>
                      <a:pt x="42" y="5"/>
                      <a:pt x="42" y="5"/>
                      <a:pt x="42" y="5"/>
                    </a:cubicBezTo>
                    <a:cubicBezTo>
                      <a:pt x="42" y="5"/>
                      <a:pt x="42" y="5"/>
                      <a:pt x="43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5" y="7"/>
                      <a:pt x="48" y="9"/>
                      <a:pt x="49" y="11"/>
                    </a:cubicBezTo>
                    <a:cubicBezTo>
                      <a:pt x="50" y="11"/>
                      <a:pt x="50" y="12"/>
                      <a:pt x="50" y="12"/>
                    </a:cubicBezTo>
                    <a:cubicBezTo>
                      <a:pt x="50" y="12"/>
                      <a:pt x="49" y="13"/>
                      <a:pt x="49" y="13"/>
                    </a:cubicBezTo>
                    <a:cubicBezTo>
                      <a:pt x="48" y="14"/>
                      <a:pt x="47" y="16"/>
                      <a:pt x="46" y="18"/>
                    </a:cubicBezTo>
                    <a:cubicBezTo>
                      <a:pt x="46" y="19"/>
                      <a:pt x="47" y="20"/>
                      <a:pt x="47" y="21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54" y="22"/>
                      <a:pt x="55" y="23"/>
                      <a:pt x="55" y="23"/>
                    </a:cubicBezTo>
                    <a:lnTo>
                      <a:pt x="55" y="31"/>
                    </a:lnTo>
                    <a:close/>
                    <a:moveTo>
                      <a:pt x="27" y="18"/>
                    </a:moveTo>
                    <a:cubicBezTo>
                      <a:pt x="22" y="18"/>
                      <a:pt x="18" y="22"/>
                      <a:pt x="18" y="27"/>
                    </a:cubicBezTo>
                    <a:cubicBezTo>
                      <a:pt x="18" y="32"/>
                      <a:pt x="22" y="36"/>
                      <a:pt x="27" y="36"/>
                    </a:cubicBezTo>
                    <a:cubicBezTo>
                      <a:pt x="32" y="36"/>
                      <a:pt x="36" y="32"/>
                      <a:pt x="36" y="27"/>
                    </a:cubicBezTo>
                    <a:cubicBezTo>
                      <a:pt x="36" y="22"/>
                      <a:pt x="32" y="18"/>
                      <a:pt x="27" y="18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7" name="Group 26"/>
            <p:cNvGrpSpPr/>
            <p:nvPr/>
          </p:nvGrpSpPr>
          <p:grpSpPr>
            <a:xfrm>
              <a:off x="4424082" y="2759154"/>
              <a:ext cx="1184043" cy="1184043"/>
              <a:chOff x="3163268" y="2420720"/>
              <a:chExt cx="888032" cy="888032"/>
            </a:xfrm>
          </p:grpSpPr>
          <p:sp>
            <p:nvSpPr>
              <p:cNvPr id="57" name="Oval 27"/>
              <p:cNvSpPr/>
              <p:nvPr/>
            </p:nvSpPr>
            <p:spPr>
              <a:xfrm>
                <a:off x="3163268" y="2420720"/>
                <a:ext cx="888032" cy="888032"/>
              </a:xfrm>
              <a:prstGeom prst="ellipse">
                <a:avLst/>
              </a:prstGeom>
              <a:solidFill>
                <a:schemeClr val="accent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8" name="Freeform: Shape 28"/>
              <p:cNvSpPr>
                <a:spLocks/>
              </p:cNvSpPr>
              <p:nvPr/>
            </p:nvSpPr>
            <p:spPr bwMode="auto">
              <a:xfrm>
                <a:off x="3430119" y="2721861"/>
                <a:ext cx="354330" cy="285750"/>
              </a:xfrm>
              <a:custGeom>
                <a:avLst/>
                <a:gdLst/>
                <a:ahLst/>
                <a:cxnLst>
                  <a:cxn ang="0">
                    <a:pos x="55" y="27"/>
                  </a:cxn>
                  <a:cxn ang="0">
                    <a:pos x="54" y="27"/>
                  </a:cxn>
                  <a:cxn ang="0">
                    <a:pos x="54" y="27"/>
                  </a:cxn>
                  <a:cxn ang="0">
                    <a:pos x="53" y="27"/>
                  </a:cxn>
                  <a:cxn ang="0">
                    <a:pos x="28" y="6"/>
                  </a:cxn>
                  <a:cxn ang="0">
                    <a:pos x="4" y="27"/>
                  </a:cxn>
                  <a:cxn ang="0">
                    <a:pos x="3" y="27"/>
                  </a:cxn>
                  <a:cxn ang="0">
                    <a:pos x="2" y="27"/>
                  </a:cxn>
                  <a:cxn ang="0">
                    <a:pos x="0" y="24"/>
                  </a:cxn>
                  <a:cxn ang="0">
                    <a:pos x="0" y="23"/>
                  </a:cxn>
                  <a:cxn ang="0">
                    <a:pos x="26" y="1"/>
                  </a:cxn>
                  <a:cxn ang="0">
                    <a:pos x="31" y="1"/>
                  </a:cxn>
                  <a:cxn ang="0">
                    <a:pos x="40" y="8"/>
                  </a:cxn>
                  <a:cxn ang="0">
                    <a:pos x="40" y="1"/>
                  </a:cxn>
                  <a:cxn ang="0">
                    <a:pos x="41" y="0"/>
                  </a:cxn>
                  <a:cxn ang="0">
                    <a:pos x="48" y="0"/>
                  </a:cxn>
                  <a:cxn ang="0">
                    <a:pos x="49" y="1"/>
                  </a:cxn>
                  <a:cxn ang="0">
                    <a:pos x="49" y="16"/>
                  </a:cxn>
                  <a:cxn ang="0">
                    <a:pos x="57" y="23"/>
                  </a:cxn>
                  <a:cxn ang="0">
                    <a:pos x="57" y="24"/>
                  </a:cxn>
                  <a:cxn ang="0">
                    <a:pos x="55" y="27"/>
                  </a:cxn>
                  <a:cxn ang="0">
                    <a:pos x="49" y="44"/>
                  </a:cxn>
                  <a:cxn ang="0">
                    <a:pos x="47" y="46"/>
                  </a:cxn>
                  <a:cxn ang="0">
                    <a:pos x="33" y="46"/>
                  </a:cxn>
                  <a:cxn ang="0">
                    <a:pos x="33" y="32"/>
                  </a:cxn>
                  <a:cxn ang="0">
                    <a:pos x="24" y="32"/>
                  </a:cxn>
                  <a:cxn ang="0">
                    <a:pos x="24" y="46"/>
                  </a:cxn>
                  <a:cxn ang="0">
                    <a:pos x="10" y="46"/>
                  </a:cxn>
                  <a:cxn ang="0">
                    <a:pos x="8" y="44"/>
                  </a:cxn>
                  <a:cxn ang="0">
                    <a:pos x="8" y="27"/>
                  </a:cxn>
                  <a:cxn ang="0">
                    <a:pos x="8" y="26"/>
                  </a:cxn>
                  <a:cxn ang="0">
                    <a:pos x="28" y="9"/>
                  </a:cxn>
                  <a:cxn ang="0">
                    <a:pos x="49" y="26"/>
                  </a:cxn>
                  <a:cxn ang="0">
                    <a:pos x="49" y="27"/>
                  </a:cxn>
                  <a:cxn ang="0">
                    <a:pos x="49" y="44"/>
                  </a:cxn>
                </a:cxnLst>
                <a:rect l="0" t="0" r="r" b="b"/>
                <a:pathLst>
                  <a:path w="57" h="46">
                    <a:moveTo>
                      <a:pt x="55" y="27"/>
                    </a:moveTo>
                    <a:cubicBezTo>
                      <a:pt x="55" y="27"/>
                      <a:pt x="54" y="27"/>
                      <a:pt x="54" y="27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54" y="27"/>
                      <a:pt x="53" y="27"/>
                      <a:pt x="53" y="27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4" y="27"/>
                      <a:pt x="3" y="27"/>
                      <a:pt x="3" y="27"/>
                    </a:cubicBezTo>
                    <a:cubicBezTo>
                      <a:pt x="3" y="27"/>
                      <a:pt x="2" y="27"/>
                      <a:pt x="2" y="27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4"/>
                      <a:pt x="0" y="23"/>
                      <a:pt x="0" y="23"/>
                    </a:cubicBezTo>
                    <a:cubicBezTo>
                      <a:pt x="26" y="1"/>
                      <a:pt x="26" y="1"/>
                      <a:pt x="26" y="1"/>
                    </a:cubicBezTo>
                    <a:cubicBezTo>
                      <a:pt x="27" y="0"/>
                      <a:pt x="30" y="0"/>
                      <a:pt x="31" y="1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0" y="1"/>
                      <a:pt x="40" y="0"/>
                      <a:pt x="41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9" y="0"/>
                      <a:pt x="49" y="1"/>
                      <a:pt x="49" y="1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57" y="23"/>
                      <a:pt x="57" y="23"/>
                      <a:pt x="57" y="23"/>
                    </a:cubicBezTo>
                    <a:cubicBezTo>
                      <a:pt x="57" y="23"/>
                      <a:pt x="57" y="24"/>
                      <a:pt x="57" y="24"/>
                    </a:cubicBezTo>
                    <a:lnTo>
                      <a:pt x="55" y="27"/>
                    </a:lnTo>
                    <a:close/>
                    <a:moveTo>
                      <a:pt x="49" y="44"/>
                    </a:moveTo>
                    <a:cubicBezTo>
                      <a:pt x="49" y="45"/>
                      <a:pt x="48" y="46"/>
                      <a:pt x="47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9" y="46"/>
                      <a:pt x="8" y="45"/>
                      <a:pt x="8" y="44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8" y="27"/>
                      <a:pt x="8" y="26"/>
                      <a:pt x="8" y="26"/>
                    </a:cubicBezTo>
                    <a:cubicBezTo>
                      <a:pt x="28" y="9"/>
                      <a:pt x="28" y="9"/>
                      <a:pt x="28" y="9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9" y="26"/>
                      <a:pt x="49" y="27"/>
                      <a:pt x="49" y="27"/>
                    </a:cubicBezTo>
                    <a:lnTo>
                      <a:pt x="49" y="44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Group 29"/>
            <p:cNvGrpSpPr/>
            <p:nvPr/>
          </p:nvGrpSpPr>
          <p:grpSpPr>
            <a:xfrm>
              <a:off x="3874059" y="4451951"/>
              <a:ext cx="1184043" cy="1184043"/>
              <a:chOff x="2750751" y="3690318"/>
              <a:chExt cx="888032" cy="888032"/>
            </a:xfrm>
          </p:grpSpPr>
          <p:sp>
            <p:nvSpPr>
              <p:cNvPr id="55" name="Oval 30"/>
              <p:cNvSpPr/>
              <p:nvPr/>
            </p:nvSpPr>
            <p:spPr>
              <a:xfrm>
                <a:off x="2750751" y="3690318"/>
                <a:ext cx="888032" cy="888032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6" name="Freeform: Shape 31"/>
              <p:cNvSpPr>
                <a:spLocks/>
              </p:cNvSpPr>
              <p:nvPr/>
            </p:nvSpPr>
            <p:spPr bwMode="auto">
              <a:xfrm>
                <a:off x="2996170" y="3978600"/>
                <a:ext cx="397194" cy="311468"/>
              </a:xfrm>
              <a:custGeom>
                <a:avLst/>
                <a:gdLst/>
                <a:ahLst/>
                <a:cxnLst>
                  <a:cxn ang="0">
                    <a:pos x="45" y="14"/>
                  </a:cxn>
                  <a:cxn ang="0">
                    <a:pos x="32" y="10"/>
                  </a:cxn>
                  <a:cxn ang="0">
                    <a:pos x="18" y="14"/>
                  </a:cxn>
                  <a:cxn ang="0">
                    <a:pos x="0" y="14"/>
                  </a:cxn>
                  <a:cxn ang="0">
                    <a:pos x="64" y="14"/>
                  </a:cxn>
                  <a:cxn ang="0">
                    <a:pos x="0" y="15"/>
                  </a:cxn>
                  <a:cxn ang="0">
                    <a:pos x="18" y="20"/>
                  </a:cxn>
                  <a:cxn ang="0">
                    <a:pos x="2" y="22"/>
                  </a:cxn>
                  <a:cxn ang="0">
                    <a:pos x="9" y="35"/>
                  </a:cxn>
                  <a:cxn ang="0">
                    <a:pos x="1" y="36"/>
                  </a:cxn>
                  <a:cxn ang="0">
                    <a:pos x="0" y="28"/>
                  </a:cxn>
                  <a:cxn ang="0">
                    <a:pos x="8" y="27"/>
                  </a:cxn>
                  <a:cxn ang="0">
                    <a:pos x="9" y="35"/>
                  </a:cxn>
                  <a:cxn ang="0">
                    <a:pos x="15" y="50"/>
                  </a:cxn>
                  <a:cxn ang="0">
                    <a:pos x="7" y="49"/>
                  </a:cxn>
                  <a:cxn ang="0">
                    <a:pos x="8" y="41"/>
                  </a:cxn>
                  <a:cxn ang="0">
                    <a:pos x="16" y="42"/>
                  </a:cxn>
                  <a:cxn ang="0">
                    <a:pos x="23" y="35"/>
                  </a:cxn>
                  <a:cxn ang="0">
                    <a:pos x="15" y="36"/>
                  </a:cxn>
                  <a:cxn ang="0">
                    <a:pos x="13" y="28"/>
                  </a:cxn>
                  <a:cxn ang="0">
                    <a:pos x="21" y="27"/>
                  </a:cxn>
                  <a:cxn ang="0">
                    <a:pos x="23" y="35"/>
                  </a:cxn>
                  <a:cxn ang="0">
                    <a:pos x="28" y="50"/>
                  </a:cxn>
                  <a:cxn ang="0">
                    <a:pos x="20" y="49"/>
                  </a:cxn>
                  <a:cxn ang="0">
                    <a:pos x="21" y="41"/>
                  </a:cxn>
                  <a:cxn ang="0">
                    <a:pos x="29" y="42"/>
                  </a:cxn>
                  <a:cxn ang="0">
                    <a:pos x="36" y="35"/>
                  </a:cxn>
                  <a:cxn ang="0">
                    <a:pos x="28" y="36"/>
                  </a:cxn>
                  <a:cxn ang="0">
                    <a:pos x="27" y="28"/>
                  </a:cxn>
                  <a:cxn ang="0">
                    <a:pos x="35" y="27"/>
                  </a:cxn>
                  <a:cxn ang="0">
                    <a:pos x="36" y="35"/>
                  </a:cxn>
                  <a:cxn ang="0">
                    <a:pos x="42" y="50"/>
                  </a:cxn>
                  <a:cxn ang="0">
                    <a:pos x="34" y="49"/>
                  </a:cxn>
                  <a:cxn ang="0">
                    <a:pos x="35" y="41"/>
                  </a:cxn>
                  <a:cxn ang="0">
                    <a:pos x="43" y="42"/>
                  </a:cxn>
                  <a:cxn ang="0">
                    <a:pos x="50" y="35"/>
                  </a:cxn>
                  <a:cxn ang="0">
                    <a:pos x="42" y="36"/>
                  </a:cxn>
                  <a:cxn ang="0">
                    <a:pos x="41" y="28"/>
                  </a:cxn>
                  <a:cxn ang="0">
                    <a:pos x="49" y="27"/>
                  </a:cxn>
                  <a:cxn ang="0">
                    <a:pos x="50" y="35"/>
                  </a:cxn>
                  <a:cxn ang="0">
                    <a:pos x="61" y="22"/>
                  </a:cxn>
                  <a:cxn ang="0">
                    <a:pos x="45" y="20"/>
                  </a:cxn>
                  <a:cxn ang="0">
                    <a:pos x="64" y="15"/>
                  </a:cxn>
                  <a:cxn ang="0">
                    <a:pos x="57" y="49"/>
                  </a:cxn>
                  <a:cxn ang="0">
                    <a:pos x="49" y="50"/>
                  </a:cxn>
                  <a:cxn ang="0">
                    <a:pos x="48" y="42"/>
                  </a:cxn>
                  <a:cxn ang="0">
                    <a:pos x="56" y="41"/>
                  </a:cxn>
                  <a:cxn ang="0">
                    <a:pos x="57" y="49"/>
                  </a:cxn>
                  <a:cxn ang="0">
                    <a:pos x="63" y="36"/>
                  </a:cxn>
                  <a:cxn ang="0">
                    <a:pos x="55" y="35"/>
                  </a:cxn>
                  <a:cxn ang="0">
                    <a:pos x="56" y="27"/>
                  </a:cxn>
                  <a:cxn ang="0">
                    <a:pos x="64" y="28"/>
                  </a:cxn>
                </a:cxnLst>
                <a:rect l="0" t="0" r="r" b="b"/>
                <a:pathLst>
                  <a:path w="64" h="50">
                    <a:moveTo>
                      <a:pt x="64" y="14"/>
                    </a:move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4" y="10"/>
                      <a:pt x="32" y="10"/>
                    </a:cubicBezTo>
                    <a:cubicBezTo>
                      <a:pt x="19" y="10"/>
                      <a:pt x="18" y="12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1"/>
                      <a:pt x="4" y="0"/>
                      <a:pt x="32" y="0"/>
                    </a:cubicBezTo>
                    <a:cubicBezTo>
                      <a:pt x="59" y="0"/>
                      <a:pt x="64" y="11"/>
                      <a:pt x="64" y="14"/>
                    </a:cubicBezTo>
                    <a:close/>
                    <a:moveTo>
                      <a:pt x="0" y="2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7" y="22"/>
                      <a:pt x="16" y="22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1" y="22"/>
                      <a:pt x="0" y="21"/>
                      <a:pt x="0" y="20"/>
                    </a:cubicBezTo>
                    <a:close/>
                    <a:moveTo>
                      <a:pt x="9" y="35"/>
                    </a:moveTo>
                    <a:cubicBezTo>
                      <a:pt x="9" y="36"/>
                      <a:pt x="8" y="36"/>
                      <a:pt x="8" y="36"/>
                    </a:cubicBezTo>
                    <a:cubicBezTo>
                      <a:pt x="1" y="36"/>
                      <a:pt x="1" y="36"/>
                      <a:pt x="1" y="36"/>
                    </a:cubicBezTo>
                    <a:cubicBezTo>
                      <a:pt x="0" y="36"/>
                      <a:pt x="0" y="36"/>
                      <a:pt x="0" y="35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7"/>
                      <a:pt x="0" y="27"/>
                      <a:pt x="1" y="27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8" y="27"/>
                      <a:pt x="9" y="27"/>
                      <a:pt x="9" y="28"/>
                    </a:cubicBezTo>
                    <a:lnTo>
                      <a:pt x="9" y="35"/>
                    </a:lnTo>
                    <a:close/>
                    <a:moveTo>
                      <a:pt x="16" y="49"/>
                    </a:moveTo>
                    <a:cubicBezTo>
                      <a:pt x="16" y="49"/>
                      <a:pt x="15" y="50"/>
                      <a:pt x="15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7" y="50"/>
                      <a:pt x="7" y="49"/>
                      <a:pt x="7" y="49"/>
                    </a:cubicBezTo>
                    <a:cubicBezTo>
                      <a:pt x="7" y="42"/>
                      <a:pt x="7" y="42"/>
                      <a:pt x="7" y="42"/>
                    </a:cubicBezTo>
                    <a:cubicBezTo>
                      <a:pt x="7" y="41"/>
                      <a:pt x="7" y="41"/>
                      <a:pt x="8" y="41"/>
                    </a:cubicBezTo>
                    <a:cubicBezTo>
                      <a:pt x="15" y="41"/>
                      <a:pt x="15" y="41"/>
                      <a:pt x="15" y="41"/>
                    </a:cubicBezTo>
                    <a:cubicBezTo>
                      <a:pt x="15" y="41"/>
                      <a:pt x="16" y="41"/>
                      <a:pt x="16" y="42"/>
                    </a:cubicBezTo>
                    <a:lnTo>
                      <a:pt x="16" y="49"/>
                    </a:lnTo>
                    <a:close/>
                    <a:moveTo>
                      <a:pt x="23" y="35"/>
                    </a:moveTo>
                    <a:cubicBezTo>
                      <a:pt x="23" y="36"/>
                      <a:pt x="22" y="36"/>
                      <a:pt x="21" y="36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4" y="36"/>
                      <a:pt x="13" y="36"/>
                      <a:pt x="13" y="35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3" y="27"/>
                      <a:pt x="14" y="27"/>
                      <a:pt x="15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2" y="27"/>
                      <a:pt x="23" y="27"/>
                      <a:pt x="23" y="28"/>
                    </a:cubicBezTo>
                    <a:lnTo>
                      <a:pt x="23" y="35"/>
                    </a:lnTo>
                    <a:close/>
                    <a:moveTo>
                      <a:pt x="29" y="49"/>
                    </a:moveTo>
                    <a:cubicBezTo>
                      <a:pt x="29" y="49"/>
                      <a:pt x="29" y="50"/>
                      <a:pt x="28" y="50"/>
                    </a:cubicBezTo>
                    <a:cubicBezTo>
                      <a:pt x="21" y="50"/>
                      <a:pt x="21" y="50"/>
                      <a:pt x="21" y="50"/>
                    </a:cubicBezTo>
                    <a:cubicBezTo>
                      <a:pt x="21" y="50"/>
                      <a:pt x="20" y="49"/>
                      <a:pt x="20" y="49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1"/>
                      <a:pt x="21" y="41"/>
                      <a:pt x="21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2"/>
                    </a:cubicBezTo>
                    <a:lnTo>
                      <a:pt x="29" y="49"/>
                    </a:lnTo>
                    <a:close/>
                    <a:moveTo>
                      <a:pt x="36" y="35"/>
                    </a:moveTo>
                    <a:cubicBezTo>
                      <a:pt x="36" y="36"/>
                      <a:pt x="36" y="36"/>
                      <a:pt x="35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36"/>
                      <a:pt x="27" y="36"/>
                      <a:pt x="27" y="35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8" y="27"/>
                      <a:pt x="28" y="27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6" y="27"/>
                      <a:pt x="36" y="27"/>
                      <a:pt x="36" y="28"/>
                    </a:cubicBezTo>
                    <a:lnTo>
                      <a:pt x="36" y="35"/>
                    </a:lnTo>
                    <a:close/>
                    <a:moveTo>
                      <a:pt x="43" y="49"/>
                    </a:moveTo>
                    <a:cubicBezTo>
                      <a:pt x="43" y="49"/>
                      <a:pt x="43" y="50"/>
                      <a:pt x="42" y="50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5" y="50"/>
                      <a:pt x="34" y="49"/>
                      <a:pt x="34" y="49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1"/>
                      <a:pt x="35" y="41"/>
                      <a:pt x="35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2"/>
                    </a:cubicBezTo>
                    <a:lnTo>
                      <a:pt x="43" y="49"/>
                    </a:lnTo>
                    <a:close/>
                    <a:moveTo>
                      <a:pt x="50" y="35"/>
                    </a:moveTo>
                    <a:cubicBezTo>
                      <a:pt x="50" y="36"/>
                      <a:pt x="50" y="36"/>
                      <a:pt x="49" y="36"/>
                    </a:cubicBezTo>
                    <a:cubicBezTo>
                      <a:pt x="42" y="36"/>
                      <a:pt x="42" y="36"/>
                      <a:pt x="42" y="36"/>
                    </a:cubicBezTo>
                    <a:cubicBezTo>
                      <a:pt x="41" y="36"/>
                      <a:pt x="41" y="36"/>
                      <a:pt x="41" y="35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7"/>
                      <a:pt x="41" y="27"/>
                      <a:pt x="42" y="27"/>
                    </a:cubicBezTo>
                    <a:cubicBezTo>
                      <a:pt x="49" y="27"/>
                      <a:pt x="49" y="27"/>
                      <a:pt x="49" y="27"/>
                    </a:cubicBezTo>
                    <a:cubicBezTo>
                      <a:pt x="50" y="27"/>
                      <a:pt x="50" y="27"/>
                      <a:pt x="50" y="28"/>
                    </a:cubicBezTo>
                    <a:lnTo>
                      <a:pt x="50" y="35"/>
                    </a:lnTo>
                    <a:close/>
                    <a:moveTo>
                      <a:pt x="64" y="20"/>
                    </a:moveTo>
                    <a:cubicBezTo>
                      <a:pt x="64" y="21"/>
                      <a:pt x="63" y="22"/>
                      <a:pt x="61" y="22"/>
                    </a:cubicBezTo>
                    <a:cubicBezTo>
                      <a:pt x="48" y="22"/>
                      <a:pt x="48" y="22"/>
                      <a:pt x="48" y="22"/>
                    </a:cubicBezTo>
                    <a:cubicBezTo>
                      <a:pt x="46" y="22"/>
                      <a:pt x="45" y="21"/>
                      <a:pt x="45" y="20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64" y="15"/>
                      <a:pt x="64" y="15"/>
                      <a:pt x="64" y="15"/>
                    </a:cubicBezTo>
                    <a:lnTo>
                      <a:pt x="64" y="20"/>
                    </a:lnTo>
                    <a:close/>
                    <a:moveTo>
                      <a:pt x="57" y="49"/>
                    </a:moveTo>
                    <a:cubicBezTo>
                      <a:pt x="57" y="49"/>
                      <a:pt x="56" y="50"/>
                      <a:pt x="56" y="50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8" y="50"/>
                      <a:pt x="48" y="49"/>
                      <a:pt x="48" y="49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48" y="41"/>
                      <a:pt x="48" y="41"/>
                      <a:pt x="49" y="41"/>
                    </a:cubicBezTo>
                    <a:cubicBezTo>
                      <a:pt x="56" y="41"/>
                      <a:pt x="56" y="41"/>
                      <a:pt x="56" y="41"/>
                    </a:cubicBezTo>
                    <a:cubicBezTo>
                      <a:pt x="56" y="41"/>
                      <a:pt x="57" y="41"/>
                      <a:pt x="57" y="42"/>
                    </a:cubicBezTo>
                    <a:lnTo>
                      <a:pt x="57" y="49"/>
                    </a:lnTo>
                    <a:close/>
                    <a:moveTo>
                      <a:pt x="64" y="35"/>
                    </a:moveTo>
                    <a:cubicBezTo>
                      <a:pt x="64" y="36"/>
                      <a:pt x="63" y="36"/>
                      <a:pt x="63" y="36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5" y="36"/>
                      <a:pt x="55" y="36"/>
                      <a:pt x="55" y="35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55" y="27"/>
                      <a:pt x="55" y="27"/>
                      <a:pt x="56" y="27"/>
                    </a:cubicBezTo>
                    <a:cubicBezTo>
                      <a:pt x="63" y="27"/>
                      <a:pt x="63" y="27"/>
                      <a:pt x="63" y="27"/>
                    </a:cubicBezTo>
                    <a:cubicBezTo>
                      <a:pt x="63" y="27"/>
                      <a:pt x="64" y="27"/>
                      <a:pt x="64" y="28"/>
                    </a:cubicBezTo>
                    <a:lnTo>
                      <a:pt x="64" y="35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49" name="Group 32"/>
            <p:cNvGrpSpPr/>
            <p:nvPr/>
          </p:nvGrpSpPr>
          <p:grpSpPr>
            <a:xfrm>
              <a:off x="2094147" y="4451951"/>
              <a:ext cx="1184043" cy="1184043"/>
              <a:chOff x="1415817" y="3690318"/>
              <a:chExt cx="888032" cy="888032"/>
            </a:xfrm>
          </p:grpSpPr>
          <p:sp>
            <p:nvSpPr>
              <p:cNvPr id="53" name="Oval 33"/>
              <p:cNvSpPr/>
              <p:nvPr/>
            </p:nvSpPr>
            <p:spPr>
              <a:xfrm>
                <a:off x="1415817" y="3690318"/>
                <a:ext cx="888032" cy="888032"/>
              </a:xfrm>
              <a:prstGeom prst="ellipse">
                <a:avLst/>
              </a:prstGeom>
              <a:solidFill>
                <a:schemeClr val="accent5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4" name="Freeform: Shape 34"/>
              <p:cNvSpPr>
                <a:spLocks/>
              </p:cNvSpPr>
              <p:nvPr/>
            </p:nvSpPr>
            <p:spPr bwMode="auto">
              <a:xfrm>
                <a:off x="1662665" y="3991459"/>
                <a:ext cx="394336" cy="285750"/>
              </a:xfrm>
              <a:custGeom>
                <a:avLst/>
                <a:gdLst/>
                <a:ahLst/>
                <a:cxnLst>
                  <a:cxn ang="0">
                    <a:pos x="64" y="42"/>
                  </a:cxn>
                  <a:cxn ang="0">
                    <a:pos x="62" y="44"/>
                  </a:cxn>
                  <a:cxn ang="0">
                    <a:pos x="61" y="45"/>
                  </a:cxn>
                  <a:cxn ang="0">
                    <a:pos x="60" y="44"/>
                  </a:cxn>
                  <a:cxn ang="0">
                    <a:pos x="45" y="30"/>
                  </a:cxn>
                  <a:cxn ang="0">
                    <a:pos x="45" y="36"/>
                  </a:cxn>
                  <a:cxn ang="0">
                    <a:pos x="35" y="46"/>
                  </a:cxn>
                  <a:cxn ang="0">
                    <a:pos x="10" y="46"/>
                  </a:cxn>
                  <a:cxn ang="0">
                    <a:pos x="0" y="36"/>
                  </a:cxn>
                  <a:cxn ang="0">
                    <a:pos x="0" y="10"/>
                  </a:cxn>
                  <a:cxn ang="0">
                    <a:pos x="10" y="0"/>
                  </a:cxn>
                  <a:cxn ang="0">
                    <a:pos x="35" y="0"/>
                  </a:cxn>
                  <a:cxn ang="0">
                    <a:pos x="45" y="10"/>
                  </a:cxn>
                  <a:cxn ang="0">
                    <a:pos x="45" y="16"/>
                  </a:cxn>
                  <a:cxn ang="0">
                    <a:pos x="60" y="2"/>
                  </a:cxn>
                  <a:cxn ang="0">
                    <a:pos x="61" y="1"/>
                  </a:cxn>
                  <a:cxn ang="0">
                    <a:pos x="62" y="1"/>
                  </a:cxn>
                  <a:cxn ang="0">
                    <a:pos x="64" y="4"/>
                  </a:cxn>
                  <a:cxn ang="0">
                    <a:pos x="64" y="42"/>
                  </a:cxn>
                </a:cxnLst>
                <a:rect l="0" t="0" r="r" b="b"/>
                <a:pathLst>
                  <a:path w="64" h="46">
                    <a:moveTo>
                      <a:pt x="64" y="42"/>
                    </a:moveTo>
                    <a:cubicBezTo>
                      <a:pt x="64" y="43"/>
                      <a:pt x="63" y="44"/>
                      <a:pt x="62" y="44"/>
                    </a:cubicBezTo>
                    <a:cubicBezTo>
                      <a:pt x="62" y="45"/>
                      <a:pt x="62" y="45"/>
                      <a:pt x="61" y="45"/>
                    </a:cubicBezTo>
                    <a:cubicBezTo>
                      <a:pt x="61" y="45"/>
                      <a:pt x="60" y="44"/>
                      <a:pt x="60" y="44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5" y="36"/>
                      <a:pt x="45" y="36"/>
                      <a:pt x="45" y="36"/>
                    </a:cubicBezTo>
                    <a:cubicBezTo>
                      <a:pt x="45" y="41"/>
                      <a:pt x="41" y="46"/>
                      <a:pt x="35" y="46"/>
                    </a:cubicBezTo>
                    <a:cubicBezTo>
                      <a:pt x="10" y="46"/>
                      <a:pt x="10" y="46"/>
                      <a:pt x="10" y="46"/>
                    </a:cubicBezTo>
                    <a:cubicBezTo>
                      <a:pt x="4" y="46"/>
                      <a:pt x="0" y="41"/>
                      <a:pt x="0" y="36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41" y="0"/>
                      <a:pt x="45" y="5"/>
                      <a:pt x="45" y="10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60" y="2"/>
                      <a:pt x="60" y="2"/>
                      <a:pt x="60" y="2"/>
                    </a:cubicBezTo>
                    <a:cubicBezTo>
                      <a:pt x="60" y="1"/>
                      <a:pt x="61" y="1"/>
                      <a:pt x="61" y="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3" y="2"/>
                      <a:pt x="64" y="3"/>
                      <a:pt x="64" y="4"/>
                    </a:cubicBezTo>
                    <a:lnTo>
                      <a:pt x="64" y="42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50" name="Group 35"/>
            <p:cNvGrpSpPr/>
            <p:nvPr/>
          </p:nvGrpSpPr>
          <p:grpSpPr>
            <a:xfrm>
              <a:off x="1544125" y="2759154"/>
              <a:ext cx="1184043" cy="1184043"/>
              <a:chOff x="1003300" y="2420720"/>
              <a:chExt cx="888032" cy="888032"/>
            </a:xfrm>
          </p:grpSpPr>
          <p:sp>
            <p:nvSpPr>
              <p:cNvPr id="51" name="Oval 36"/>
              <p:cNvSpPr/>
              <p:nvPr/>
            </p:nvSpPr>
            <p:spPr>
              <a:xfrm>
                <a:off x="1003300" y="2420720"/>
                <a:ext cx="888032" cy="888032"/>
              </a:xfrm>
              <a:prstGeom prst="ellipse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52" name="Freeform: Shape 37"/>
              <p:cNvSpPr>
                <a:spLocks/>
              </p:cNvSpPr>
              <p:nvPr/>
            </p:nvSpPr>
            <p:spPr bwMode="auto">
              <a:xfrm>
                <a:off x="1264437" y="2694714"/>
                <a:ext cx="365758" cy="340044"/>
              </a:xfrm>
              <a:custGeom>
                <a:avLst/>
                <a:gdLst/>
                <a:ahLst/>
                <a:cxnLst>
                  <a:cxn ang="0">
                    <a:pos x="10" y="37"/>
                  </a:cxn>
                  <a:cxn ang="0">
                    <a:pos x="0" y="25"/>
                  </a:cxn>
                  <a:cxn ang="0">
                    <a:pos x="6" y="18"/>
                  </a:cxn>
                  <a:cxn ang="0">
                    <a:pos x="15" y="30"/>
                  </a:cxn>
                  <a:cxn ang="0">
                    <a:pos x="10" y="37"/>
                  </a:cxn>
                  <a:cxn ang="0">
                    <a:pos x="50" y="50"/>
                  </a:cxn>
                  <a:cxn ang="0">
                    <a:pos x="43" y="55"/>
                  </a:cxn>
                  <a:cxn ang="0">
                    <a:pos x="29" y="52"/>
                  </a:cxn>
                  <a:cxn ang="0">
                    <a:pos x="15" y="55"/>
                  </a:cxn>
                  <a:cxn ang="0">
                    <a:pos x="9" y="50"/>
                  </a:cxn>
                  <a:cxn ang="0">
                    <a:pos x="29" y="29"/>
                  </a:cxn>
                  <a:cxn ang="0">
                    <a:pos x="50" y="50"/>
                  </a:cxn>
                  <a:cxn ang="0">
                    <a:pos x="21" y="21"/>
                  </a:cxn>
                  <a:cxn ang="0">
                    <a:pos x="12" y="9"/>
                  </a:cxn>
                  <a:cxn ang="0">
                    <a:pos x="18" y="0"/>
                  </a:cxn>
                  <a:cxn ang="0">
                    <a:pos x="28" y="13"/>
                  </a:cxn>
                  <a:cxn ang="0">
                    <a:pos x="21" y="21"/>
                  </a:cxn>
                  <a:cxn ang="0">
                    <a:pos x="31" y="13"/>
                  </a:cxn>
                  <a:cxn ang="0">
                    <a:pos x="41" y="0"/>
                  </a:cxn>
                  <a:cxn ang="0">
                    <a:pos x="47" y="9"/>
                  </a:cxn>
                  <a:cxn ang="0">
                    <a:pos x="38" y="21"/>
                  </a:cxn>
                  <a:cxn ang="0">
                    <a:pos x="31" y="13"/>
                  </a:cxn>
                  <a:cxn ang="0">
                    <a:pos x="59" y="25"/>
                  </a:cxn>
                  <a:cxn ang="0">
                    <a:pos x="49" y="37"/>
                  </a:cxn>
                  <a:cxn ang="0">
                    <a:pos x="44" y="30"/>
                  </a:cxn>
                  <a:cxn ang="0">
                    <a:pos x="53" y="18"/>
                  </a:cxn>
                  <a:cxn ang="0">
                    <a:pos x="59" y="25"/>
                  </a:cxn>
                </a:cxnLst>
                <a:rect l="0" t="0" r="r" b="b"/>
                <a:pathLst>
                  <a:path w="59" h="55">
                    <a:moveTo>
                      <a:pt x="10" y="37"/>
                    </a:moveTo>
                    <a:cubicBezTo>
                      <a:pt x="4" y="37"/>
                      <a:pt x="0" y="30"/>
                      <a:pt x="0" y="25"/>
                    </a:cubicBezTo>
                    <a:cubicBezTo>
                      <a:pt x="0" y="21"/>
                      <a:pt x="2" y="18"/>
                      <a:pt x="6" y="18"/>
                    </a:cubicBezTo>
                    <a:cubicBezTo>
                      <a:pt x="11" y="18"/>
                      <a:pt x="15" y="25"/>
                      <a:pt x="15" y="30"/>
                    </a:cubicBezTo>
                    <a:cubicBezTo>
                      <a:pt x="15" y="33"/>
                      <a:pt x="14" y="37"/>
                      <a:pt x="10" y="37"/>
                    </a:cubicBezTo>
                    <a:close/>
                    <a:moveTo>
                      <a:pt x="50" y="50"/>
                    </a:moveTo>
                    <a:cubicBezTo>
                      <a:pt x="50" y="54"/>
                      <a:pt x="46" y="55"/>
                      <a:pt x="43" y="55"/>
                    </a:cubicBezTo>
                    <a:cubicBezTo>
                      <a:pt x="38" y="55"/>
                      <a:pt x="34" y="52"/>
                      <a:pt x="29" y="52"/>
                    </a:cubicBezTo>
                    <a:cubicBezTo>
                      <a:pt x="25" y="52"/>
                      <a:pt x="21" y="55"/>
                      <a:pt x="15" y="55"/>
                    </a:cubicBezTo>
                    <a:cubicBezTo>
                      <a:pt x="12" y="55"/>
                      <a:pt x="9" y="54"/>
                      <a:pt x="9" y="50"/>
                    </a:cubicBezTo>
                    <a:cubicBezTo>
                      <a:pt x="9" y="41"/>
                      <a:pt x="21" y="29"/>
                      <a:pt x="29" y="29"/>
                    </a:cubicBezTo>
                    <a:cubicBezTo>
                      <a:pt x="38" y="29"/>
                      <a:pt x="50" y="41"/>
                      <a:pt x="50" y="50"/>
                    </a:cubicBezTo>
                    <a:close/>
                    <a:moveTo>
                      <a:pt x="21" y="21"/>
                    </a:moveTo>
                    <a:cubicBezTo>
                      <a:pt x="15" y="21"/>
                      <a:pt x="12" y="14"/>
                      <a:pt x="12" y="9"/>
                    </a:cubicBezTo>
                    <a:cubicBezTo>
                      <a:pt x="12" y="5"/>
                      <a:pt x="14" y="0"/>
                      <a:pt x="18" y="0"/>
                    </a:cubicBezTo>
                    <a:cubicBezTo>
                      <a:pt x="24" y="0"/>
                      <a:pt x="28" y="8"/>
                      <a:pt x="28" y="13"/>
                    </a:cubicBezTo>
                    <a:cubicBezTo>
                      <a:pt x="28" y="17"/>
                      <a:pt x="26" y="21"/>
                      <a:pt x="21" y="21"/>
                    </a:cubicBezTo>
                    <a:close/>
                    <a:moveTo>
                      <a:pt x="31" y="13"/>
                    </a:moveTo>
                    <a:cubicBezTo>
                      <a:pt x="31" y="8"/>
                      <a:pt x="35" y="0"/>
                      <a:pt x="41" y="0"/>
                    </a:cubicBezTo>
                    <a:cubicBezTo>
                      <a:pt x="45" y="0"/>
                      <a:pt x="47" y="5"/>
                      <a:pt x="47" y="9"/>
                    </a:cubicBezTo>
                    <a:cubicBezTo>
                      <a:pt x="47" y="14"/>
                      <a:pt x="44" y="21"/>
                      <a:pt x="38" y="21"/>
                    </a:cubicBezTo>
                    <a:cubicBezTo>
                      <a:pt x="33" y="21"/>
                      <a:pt x="31" y="17"/>
                      <a:pt x="31" y="13"/>
                    </a:cubicBezTo>
                    <a:close/>
                    <a:moveTo>
                      <a:pt x="59" y="25"/>
                    </a:moveTo>
                    <a:cubicBezTo>
                      <a:pt x="59" y="30"/>
                      <a:pt x="55" y="37"/>
                      <a:pt x="49" y="37"/>
                    </a:cubicBezTo>
                    <a:cubicBezTo>
                      <a:pt x="45" y="37"/>
                      <a:pt x="44" y="33"/>
                      <a:pt x="44" y="30"/>
                    </a:cubicBezTo>
                    <a:cubicBezTo>
                      <a:pt x="44" y="25"/>
                      <a:pt x="48" y="18"/>
                      <a:pt x="53" y="18"/>
                    </a:cubicBezTo>
                    <a:cubicBezTo>
                      <a:pt x="57" y="18"/>
                      <a:pt x="59" y="21"/>
                      <a:pt x="59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" name="Group 89"/>
          <p:cNvGrpSpPr/>
          <p:nvPr/>
        </p:nvGrpSpPr>
        <p:grpSpPr>
          <a:xfrm>
            <a:off x="4575005" y="3194623"/>
            <a:ext cx="3627928" cy="481859"/>
            <a:chOff x="5831273" y="4278292"/>
            <a:chExt cx="4837237" cy="642478"/>
          </a:xfrm>
        </p:grpSpPr>
        <p:grpSp>
          <p:nvGrpSpPr>
            <p:cNvPr id="34" name="Group 67"/>
            <p:cNvGrpSpPr/>
            <p:nvPr/>
          </p:nvGrpSpPr>
          <p:grpSpPr>
            <a:xfrm>
              <a:off x="5831273" y="4294731"/>
              <a:ext cx="609600" cy="609600"/>
              <a:chOff x="5831273" y="5140838"/>
              <a:chExt cx="609600" cy="609600"/>
            </a:xfrm>
          </p:grpSpPr>
          <p:sp>
            <p:nvSpPr>
              <p:cNvPr id="38" name="Oval 68"/>
              <p:cNvSpPr/>
              <p:nvPr/>
            </p:nvSpPr>
            <p:spPr>
              <a:xfrm>
                <a:off x="5831273" y="5140838"/>
                <a:ext cx="609600" cy="609600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4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9" name="Oval 69"/>
              <p:cNvSpPr/>
              <p:nvPr/>
            </p:nvSpPr>
            <p:spPr>
              <a:xfrm>
                <a:off x="5917446" y="5227013"/>
                <a:ext cx="437252" cy="437252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35" name="Group 70"/>
            <p:cNvGrpSpPr/>
            <p:nvPr/>
          </p:nvGrpSpPr>
          <p:grpSpPr>
            <a:xfrm>
              <a:off x="6440873" y="4278292"/>
              <a:ext cx="4227637" cy="642478"/>
              <a:chOff x="7284132" y="5074715"/>
              <a:chExt cx="2262955" cy="642478"/>
            </a:xfrm>
          </p:grpSpPr>
          <p:sp>
            <p:nvSpPr>
              <p:cNvPr id="36" name="TextBox 71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ماه ۸ تا ۱۰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7" name="TextBox 72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میکروسیلیس، آلومینا؛ ساخت نمونه و آزمون مکانیکی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" name="Group 90"/>
          <p:cNvGrpSpPr/>
          <p:nvPr/>
        </p:nvGrpSpPr>
        <p:grpSpPr>
          <a:xfrm>
            <a:off x="4575005" y="2523838"/>
            <a:ext cx="3627928" cy="481859"/>
            <a:chOff x="5831273" y="3477735"/>
            <a:chExt cx="4837237" cy="642478"/>
          </a:xfrm>
        </p:grpSpPr>
        <p:grpSp>
          <p:nvGrpSpPr>
            <p:cNvPr id="28" name="Group 64"/>
            <p:cNvGrpSpPr/>
            <p:nvPr/>
          </p:nvGrpSpPr>
          <p:grpSpPr>
            <a:xfrm>
              <a:off x="5831273" y="3494174"/>
              <a:ext cx="609600" cy="609600"/>
              <a:chOff x="5831273" y="4138950"/>
              <a:chExt cx="609600" cy="609600"/>
            </a:xfrm>
          </p:grpSpPr>
          <p:sp>
            <p:nvSpPr>
              <p:cNvPr id="32" name="Oval 65"/>
              <p:cNvSpPr/>
              <p:nvPr/>
            </p:nvSpPr>
            <p:spPr>
              <a:xfrm>
                <a:off x="5831273" y="4138950"/>
                <a:ext cx="609600" cy="609600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3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3" name="Oval 66"/>
              <p:cNvSpPr/>
              <p:nvPr/>
            </p:nvSpPr>
            <p:spPr>
              <a:xfrm>
                <a:off x="5917446" y="4225125"/>
                <a:ext cx="437252" cy="437252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9" name="Group 73"/>
            <p:cNvGrpSpPr/>
            <p:nvPr/>
          </p:nvGrpSpPr>
          <p:grpSpPr>
            <a:xfrm>
              <a:off x="6440873" y="3477735"/>
              <a:ext cx="4227637" cy="642478"/>
              <a:chOff x="7284132" y="5074715"/>
              <a:chExt cx="2262955" cy="642478"/>
            </a:xfrm>
          </p:grpSpPr>
          <p:sp>
            <p:nvSpPr>
              <p:cNvPr id="30" name="TextBox 74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ماه ۵ تا ۷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31" name="TextBox 75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آزمون مقدماتی و غربالگری مقدار ماینیت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" name="Group 91"/>
          <p:cNvGrpSpPr/>
          <p:nvPr/>
        </p:nvGrpSpPr>
        <p:grpSpPr>
          <a:xfrm>
            <a:off x="4575005" y="1853053"/>
            <a:ext cx="3627928" cy="481859"/>
            <a:chOff x="5831273" y="2307867"/>
            <a:chExt cx="4837237" cy="642478"/>
          </a:xfrm>
        </p:grpSpPr>
        <p:grpSp>
          <p:nvGrpSpPr>
            <p:cNvPr id="22" name="Group 61"/>
            <p:cNvGrpSpPr/>
            <p:nvPr/>
          </p:nvGrpSpPr>
          <p:grpSpPr>
            <a:xfrm>
              <a:off x="5831273" y="2324306"/>
              <a:ext cx="609600" cy="609600"/>
              <a:chOff x="5831273" y="3137061"/>
              <a:chExt cx="609600" cy="609600"/>
            </a:xfrm>
          </p:grpSpPr>
          <p:sp>
            <p:nvSpPr>
              <p:cNvPr id="26" name="Oval 62"/>
              <p:cNvSpPr/>
              <p:nvPr/>
            </p:nvSpPr>
            <p:spPr>
              <a:xfrm>
                <a:off x="5831273" y="3137061"/>
                <a:ext cx="609600" cy="609600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accent2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2"/>
                    </a:solidFill>
                  </a14:hiddenFill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7" name="Oval 63"/>
              <p:cNvSpPr/>
              <p:nvPr/>
            </p:nvSpPr>
            <p:spPr>
              <a:xfrm>
                <a:off x="5917446" y="3223236"/>
                <a:ext cx="437252" cy="437252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Group 76"/>
            <p:cNvGrpSpPr/>
            <p:nvPr/>
          </p:nvGrpSpPr>
          <p:grpSpPr>
            <a:xfrm>
              <a:off x="6440873" y="2307867"/>
              <a:ext cx="4227637" cy="642478"/>
              <a:chOff x="7284132" y="5074715"/>
              <a:chExt cx="2262955" cy="642478"/>
            </a:xfrm>
          </p:grpSpPr>
          <p:sp>
            <p:nvSpPr>
              <p:cNvPr id="24" name="TextBox 77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838383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ماه ۳ تا ۴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838383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5" name="TextBox 78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سنتز و شناسایی ماینیت اکسیدی و احیایی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" name="Group 92"/>
          <p:cNvGrpSpPr/>
          <p:nvPr/>
        </p:nvGrpSpPr>
        <p:grpSpPr>
          <a:xfrm>
            <a:off x="4575005" y="1182268"/>
            <a:ext cx="3627928" cy="481859"/>
            <a:chOff x="5831273" y="1576357"/>
            <a:chExt cx="4837237" cy="642478"/>
          </a:xfrm>
        </p:grpSpPr>
        <p:grpSp>
          <p:nvGrpSpPr>
            <p:cNvPr id="16" name="Group 58"/>
            <p:cNvGrpSpPr/>
            <p:nvPr/>
          </p:nvGrpSpPr>
          <p:grpSpPr>
            <a:xfrm>
              <a:off x="5831273" y="1592796"/>
              <a:ext cx="609600" cy="609600"/>
              <a:chOff x="5831273" y="2135171"/>
              <a:chExt cx="609600" cy="609600"/>
            </a:xfrm>
          </p:grpSpPr>
          <p:sp>
            <p:nvSpPr>
              <p:cNvPr id="20" name="Oval 59"/>
              <p:cNvSpPr/>
              <p:nvPr/>
            </p:nvSpPr>
            <p:spPr>
              <a:xfrm>
                <a:off x="5831273" y="2135171"/>
                <a:ext cx="609600" cy="609600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accent1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21" name="Oval 60"/>
              <p:cNvSpPr/>
              <p:nvPr/>
            </p:nvSpPr>
            <p:spPr>
              <a:xfrm>
                <a:off x="5917446" y="2221346"/>
                <a:ext cx="437252" cy="43725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Group 79"/>
            <p:cNvGrpSpPr/>
            <p:nvPr/>
          </p:nvGrpSpPr>
          <p:grpSpPr>
            <a:xfrm>
              <a:off x="6440873" y="1576357"/>
              <a:ext cx="4227637" cy="642478"/>
              <a:chOff x="7284132" y="5074715"/>
              <a:chExt cx="2262955" cy="642478"/>
            </a:xfrm>
          </p:grpSpPr>
          <p:sp>
            <p:nvSpPr>
              <p:cNvPr id="18" name="TextBox 80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ماه ۱ تا ۲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9" name="TextBox 81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مرور منابع، طرح آزمایش و تهیهٔ مواد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" name="Group 88"/>
          <p:cNvGrpSpPr/>
          <p:nvPr/>
        </p:nvGrpSpPr>
        <p:grpSpPr>
          <a:xfrm>
            <a:off x="4575005" y="3865407"/>
            <a:ext cx="3627928" cy="481859"/>
            <a:chOff x="5831273" y="5153876"/>
            <a:chExt cx="4837237" cy="642478"/>
          </a:xfrm>
        </p:grpSpPr>
        <p:grpSp>
          <p:nvGrpSpPr>
            <p:cNvPr id="10" name="Group 82"/>
            <p:cNvGrpSpPr/>
            <p:nvPr/>
          </p:nvGrpSpPr>
          <p:grpSpPr>
            <a:xfrm>
              <a:off x="5831273" y="5170315"/>
              <a:ext cx="609600" cy="609600"/>
              <a:chOff x="5831273" y="5140838"/>
              <a:chExt cx="609600" cy="609600"/>
            </a:xfrm>
          </p:grpSpPr>
          <p:sp>
            <p:nvSpPr>
              <p:cNvPr id="14" name="Oval 83"/>
              <p:cNvSpPr/>
              <p:nvPr/>
            </p:nvSpPr>
            <p:spPr>
              <a:xfrm>
                <a:off x="5831273" y="5140838"/>
                <a:ext cx="609600" cy="609600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accent5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5">
                        <a:lumMod val="100000"/>
                      </a:schemeClr>
                    </a:solidFill>
                  </a14:hiddenFill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5" name="Oval 84"/>
              <p:cNvSpPr/>
              <p:nvPr/>
            </p:nvSpPr>
            <p:spPr>
              <a:xfrm>
                <a:off x="5917446" y="5227013"/>
                <a:ext cx="437252" cy="437252"/>
              </a:xfrm>
              <a:prstGeom prst="ellipse">
                <a:avLst/>
              </a:prstGeom>
              <a:solidFill>
                <a:schemeClr val="accent5">
                  <a:lumMod val="100000"/>
                </a:schemeClr>
              </a:solidFill>
              <a:ln w="1270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5">
                        <a:lumMod val="10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85"/>
            <p:cNvGrpSpPr/>
            <p:nvPr/>
          </p:nvGrpSpPr>
          <p:grpSpPr>
            <a:xfrm>
              <a:off x="6440873" y="5153876"/>
              <a:ext cx="4227637" cy="642478"/>
              <a:chOff x="7284132" y="5074715"/>
              <a:chExt cx="2262955" cy="642478"/>
            </a:xfrm>
          </p:grpSpPr>
          <p:sp>
            <p:nvSpPr>
              <p:cNvPr id="12" name="TextBox 86"/>
              <p:cNvSpPr txBox="1"/>
              <p:nvPr/>
            </p:nvSpPr>
            <p:spPr>
              <a:xfrm>
                <a:off x="7284132" y="5074715"/>
                <a:ext cx="2262955" cy="291403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4">
                        <a:lumMod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square" lIns="360000" tIns="0" rIns="288000" bIns="0" anchor="ctr" anchorCtr="0">
                <a:normAutofit fontScale="92500"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altLang="en-US" sz="1600" b="1" i="0" u="none" strike="noStrike" kern="1200" cap="none" normalizeH="0" baseline="0" noProof="0" dirty="0">
                    <a:ln>
                      <a:noFill/>
                    </a:ln>
                    <a:solidFill>
                      <a:srgbClr val="2A465C">
                        <a:lumMod val="100000"/>
                      </a:srgbClr>
                    </a:solidFill>
                    <a:effectLst/>
                    <a:uLnTx/>
                    <a:uFillTx/>
                    <a:latin typeface="+mj-lt"/>
                    <a:ea typeface="微软雅黑"/>
                    <a:cs typeface="+mn-ea"/>
                    <a:sym typeface="+mn-lt"/>
                  </a:rPr>
                  <a:t>ماه ۱۱ و ۱۲</a:t>
                </a:r>
                <a:endParaRPr kumimoji="0" lang="fa-IR" altLang="en-US" sz="1600" b="1" i="0" u="none" strike="noStrike" kern="1200" cap="none" normalizeH="0" baseline="0" noProof="0" dirty="0">
                  <a:ln>
                    <a:noFill/>
                  </a:ln>
                  <a:solidFill>
                    <a:srgbClr val="2A465C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TextBox 87"/>
              <p:cNvSpPr txBox="1">
                <a:spLocks/>
              </p:cNvSpPr>
              <p:nvPr/>
            </p:nvSpPr>
            <p:spPr>
              <a:xfrm>
                <a:off x="7284132" y="5366119"/>
                <a:ext cx="2262955" cy="351074"/>
              </a:xfrm>
              <a:prstGeom prst="rect">
                <a:avLst/>
              </a:prstGeom>
            </p:spPr>
            <p:txBody>
              <a:bodyPr vert="horz" wrap="square" lIns="360000" tIns="0" rIns="288000" bIns="0" anchor="ctr" anchorCtr="0">
                <a:normAutofit fontScale="85000"/>
              </a:bodyPr>
              <a:lstStyle/>
              <a:p>
                <a:pPr lvl="0" rtl="1" algn="r">
                  <a:lnSpc>
                    <a:spcPct val="120000"/>
                  </a:lnSpc>
                  <a:defRPr/>
                </a:pPr>
                <a:r>
                  <a:rPr lang="fa-IR" altLang="en-US" sz="1050" dirty="0">
                    <a:solidFill>
                      <a:srgbClr val="000000">
                        <a:lumMod val="100000"/>
                      </a:srgbClr>
                    </a:solidFill>
                    <a:latin typeface="+mj-lt"/>
                    <a:ea typeface="微软雅黑"/>
                    <a:cs typeface="+mn-ea"/>
                    <a:sym typeface="+mn-lt"/>
                  </a:rPr>
                  <a:t>XRD، TG/DSC، SEM/EDS؛ تحلیل و نگارش</a:t>
                </a:r>
                <a:endParaRPr kumimoji="0" lang="fa-IR" altLang="en-US" sz="105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100000"/>
                    </a:srgbClr>
                  </a:solidFill>
                  <a:effectLst/>
                  <a:uLnTx/>
                  <a:uFillTx/>
                  <a:latin typeface="+mj-lt"/>
                  <a:ea typeface="微软雅黑"/>
                  <a:cs typeface="+mn-ea"/>
                  <a:sym typeface="+mn-lt"/>
                </a:endParaRPr>
              </a:p>
            </p:txBody>
          </p:sp>
        </p:grpSp>
      </p:grpSp>
      <p:sp>
        <p:nvSpPr>
          <p:cNvPr id="75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lt"/>
                <a:ea typeface="微软雅黑"/>
                <a:cs typeface="+mn-ea"/>
                <a:sym typeface="+mn-lt"/>
              </a:rPr>
              <a:t>برنامهٔ زمان‌بندی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j-lt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21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572000" y="1167594"/>
            <a:ext cx="3739686" cy="3198416"/>
            <a:chOff x="646443" y="1864296"/>
            <a:chExt cx="4412590" cy="3773926"/>
          </a:xfrm>
        </p:grpSpPr>
        <p:sp>
          <p:nvSpPr>
            <p:cNvPr id="8" name="任意多边形: 形状 7"/>
            <p:cNvSpPr>
              <a:spLocks/>
            </p:cNvSpPr>
            <p:nvPr/>
          </p:nvSpPr>
          <p:spPr bwMode="auto">
            <a:xfrm>
              <a:off x="646443" y="1864296"/>
              <a:ext cx="3273714" cy="3773926"/>
            </a:xfrm>
            <a:custGeom>
              <a:avLst/>
              <a:gdLst>
                <a:gd name="T0" fmla="*/ 317 w 351"/>
                <a:gd name="T1" fmla="*/ 153 h 405"/>
                <a:gd name="T2" fmla="*/ 237 w 351"/>
                <a:gd name="T3" fmla="*/ 377 h 405"/>
                <a:gd name="T4" fmla="*/ 34 w 351"/>
                <a:gd name="T5" fmla="*/ 252 h 405"/>
                <a:gd name="T6" fmla="*/ 114 w 351"/>
                <a:gd name="T7" fmla="*/ 28 h 405"/>
                <a:gd name="T8" fmla="*/ 317 w 351"/>
                <a:gd name="T9" fmla="*/ 153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405">
                  <a:moveTo>
                    <a:pt x="317" y="153"/>
                  </a:moveTo>
                  <a:cubicBezTo>
                    <a:pt x="351" y="250"/>
                    <a:pt x="315" y="350"/>
                    <a:pt x="237" y="377"/>
                  </a:cubicBezTo>
                  <a:cubicBezTo>
                    <a:pt x="158" y="405"/>
                    <a:pt x="68" y="349"/>
                    <a:pt x="34" y="252"/>
                  </a:cubicBezTo>
                  <a:cubicBezTo>
                    <a:pt x="0" y="155"/>
                    <a:pt x="36" y="55"/>
                    <a:pt x="114" y="28"/>
                  </a:cubicBezTo>
                  <a:cubicBezTo>
                    <a:pt x="193" y="0"/>
                    <a:pt x="283" y="56"/>
                    <a:pt x="317" y="153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9" name="任意多边形: 形状 8"/>
            <p:cNvSpPr>
              <a:spLocks/>
            </p:cNvSpPr>
            <p:nvPr/>
          </p:nvSpPr>
          <p:spPr bwMode="auto">
            <a:xfrm>
              <a:off x="972476" y="1864296"/>
              <a:ext cx="2956614" cy="3622076"/>
            </a:xfrm>
            <a:custGeom>
              <a:avLst/>
              <a:gdLst>
                <a:gd name="T0" fmla="*/ 284 w 317"/>
                <a:gd name="T1" fmla="*/ 150 h 389"/>
                <a:gd name="T2" fmla="*/ 218 w 317"/>
                <a:gd name="T3" fmla="*/ 364 h 389"/>
                <a:gd name="T4" fmla="*/ 33 w 317"/>
                <a:gd name="T5" fmla="*/ 238 h 389"/>
                <a:gd name="T6" fmla="*/ 99 w 317"/>
                <a:gd name="T7" fmla="*/ 24 h 389"/>
                <a:gd name="T8" fmla="*/ 284 w 317"/>
                <a:gd name="T9" fmla="*/ 15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389">
                  <a:moveTo>
                    <a:pt x="284" y="150"/>
                  </a:moveTo>
                  <a:cubicBezTo>
                    <a:pt x="317" y="244"/>
                    <a:pt x="287" y="340"/>
                    <a:pt x="218" y="364"/>
                  </a:cubicBezTo>
                  <a:cubicBezTo>
                    <a:pt x="149" y="389"/>
                    <a:pt x="66" y="332"/>
                    <a:pt x="33" y="238"/>
                  </a:cubicBezTo>
                  <a:cubicBezTo>
                    <a:pt x="0" y="144"/>
                    <a:pt x="30" y="48"/>
                    <a:pt x="99" y="24"/>
                  </a:cubicBezTo>
                  <a:cubicBezTo>
                    <a:pt x="168" y="0"/>
                    <a:pt x="251" y="56"/>
                    <a:pt x="284" y="15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0" name="任意多边形: 形状 9"/>
            <p:cNvSpPr>
              <a:spLocks/>
            </p:cNvSpPr>
            <p:nvPr/>
          </p:nvSpPr>
          <p:spPr bwMode="auto">
            <a:xfrm>
              <a:off x="1093061" y="2002746"/>
              <a:ext cx="2724372" cy="3336240"/>
            </a:xfrm>
            <a:custGeom>
              <a:avLst/>
              <a:gdLst>
                <a:gd name="T0" fmla="*/ 261 w 292"/>
                <a:gd name="T1" fmla="*/ 139 h 358"/>
                <a:gd name="T2" fmla="*/ 200 w 292"/>
                <a:gd name="T3" fmla="*/ 336 h 358"/>
                <a:gd name="T4" fmla="*/ 30 w 292"/>
                <a:gd name="T5" fmla="*/ 220 h 358"/>
                <a:gd name="T6" fmla="*/ 91 w 292"/>
                <a:gd name="T7" fmla="*/ 22 h 358"/>
                <a:gd name="T8" fmla="*/ 261 w 292"/>
                <a:gd name="T9" fmla="*/ 139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2" h="358">
                  <a:moveTo>
                    <a:pt x="261" y="139"/>
                  </a:moveTo>
                  <a:cubicBezTo>
                    <a:pt x="292" y="225"/>
                    <a:pt x="264" y="314"/>
                    <a:pt x="200" y="336"/>
                  </a:cubicBezTo>
                  <a:cubicBezTo>
                    <a:pt x="137" y="358"/>
                    <a:pt x="60" y="306"/>
                    <a:pt x="30" y="220"/>
                  </a:cubicBezTo>
                  <a:cubicBezTo>
                    <a:pt x="0" y="133"/>
                    <a:pt x="27" y="44"/>
                    <a:pt x="91" y="22"/>
                  </a:cubicBezTo>
                  <a:cubicBezTo>
                    <a:pt x="155" y="0"/>
                    <a:pt x="231" y="52"/>
                    <a:pt x="261" y="1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1" name="任意多边形: 形状 10"/>
            <p:cNvSpPr>
              <a:spLocks/>
            </p:cNvSpPr>
            <p:nvPr/>
          </p:nvSpPr>
          <p:spPr bwMode="auto">
            <a:xfrm>
              <a:off x="2093487" y="2087605"/>
              <a:ext cx="1715015" cy="3037004"/>
            </a:xfrm>
            <a:custGeom>
              <a:avLst/>
              <a:gdLst>
                <a:gd name="T0" fmla="*/ 96 w 184"/>
                <a:gd name="T1" fmla="*/ 326 h 326"/>
                <a:gd name="T2" fmla="*/ 154 w 184"/>
                <a:gd name="T3" fmla="*/ 130 h 326"/>
                <a:gd name="T4" fmla="*/ 0 w 184"/>
                <a:gd name="T5" fmla="*/ 9 h 326"/>
                <a:gd name="T6" fmla="*/ 96 w 184"/>
                <a:gd name="T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4" h="326">
                  <a:moveTo>
                    <a:pt x="96" y="326"/>
                  </a:moveTo>
                  <a:cubicBezTo>
                    <a:pt x="158" y="303"/>
                    <a:pt x="184" y="215"/>
                    <a:pt x="154" y="130"/>
                  </a:cubicBezTo>
                  <a:cubicBezTo>
                    <a:pt x="127" y="50"/>
                    <a:pt x="60" y="0"/>
                    <a:pt x="0" y="9"/>
                  </a:cubicBezTo>
                  <a:lnTo>
                    <a:pt x="96" y="326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2" name="任意多边形: 形状 11"/>
            <p:cNvSpPr>
              <a:spLocks/>
            </p:cNvSpPr>
            <p:nvPr/>
          </p:nvSpPr>
          <p:spPr bwMode="auto">
            <a:xfrm>
              <a:off x="1410162" y="2310914"/>
              <a:ext cx="2192898" cy="2643980"/>
            </a:xfrm>
            <a:custGeom>
              <a:avLst/>
              <a:gdLst>
                <a:gd name="T0" fmla="*/ 211 w 235"/>
                <a:gd name="T1" fmla="*/ 110 h 284"/>
                <a:gd name="T2" fmla="*/ 76 w 235"/>
                <a:gd name="T3" fmla="*/ 18 h 284"/>
                <a:gd name="T4" fmla="*/ 24 w 235"/>
                <a:gd name="T5" fmla="*/ 176 h 284"/>
                <a:gd name="T6" fmla="*/ 163 w 235"/>
                <a:gd name="T7" fmla="*/ 267 h 284"/>
                <a:gd name="T8" fmla="*/ 211 w 235"/>
                <a:gd name="T9" fmla="*/ 110 h 284"/>
                <a:gd name="T10" fmla="*/ 154 w 235"/>
                <a:gd name="T11" fmla="*/ 241 h 284"/>
                <a:gd name="T12" fmla="*/ 49 w 235"/>
                <a:gd name="T13" fmla="*/ 167 h 284"/>
                <a:gd name="T14" fmla="*/ 85 w 235"/>
                <a:gd name="T15" fmla="*/ 43 h 284"/>
                <a:gd name="T16" fmla="*/ 192 w 235"/>
                <a:gd name="T17" fmla="*/ 117 h 284"/>
                <a:gd name="T18" fmla="*/ 154 w 235"/>
                <a:gd name="T19" fmla="*/ 241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5" h="284">
                  <a:moveTo>
                    <a:pt x="211" y="110"/>
                  </a:moveTo>
                  <a:cubicBezTo>
                    <a:pt x="187" y="41"/>
                    <a:pt x="126" y="0"/>
                    <a:pt x="76" y="18"/>
                  </a:cubicBezTo>
                  <a:cubicBezTo>
                    <a:pt x="25" y="35"/>
                    <a:pt x="0" y="107"/>
                    <a:pt x="24" y="176"/>
                  </a:cubicBezTo>
                  <a:cubicBezTo>
                    <a:pt x="48" y="244"/>
                    <a:pt x="112" y="284"/>
                    <a:pt x="163" y="267"/>
                  </a:cubicBezTo>
                  <a:cubicBezTo>
                    <a:pt x="213" y="249"/>
                    <a:pt x="235" y="179"/>
                    <a:pt x="211" y="110"/>
                  </a:cubicBezTo>
                  <a:close/>
                  <a:moveTo>
                    <a:pt x="154" y="241"/>
                  </a:moveTo>
                  <a:cubicBezTo>
                    <a:pt x="113" y="255"/>
                    <a:pt x="68" y="222"/>
                    <a:pt x="49" y="167"/>
                  </a:cubicBezTo>
                  <a:cubicBezTo>
                    <a:pt x="30" y="113"/>
                    <a:pt x="44" y="57"/>
                    <a:pt x="85" y="43"/>
                  </a:cubicBezTo>
                  <a:cubicBezTo>
                    <a:pt x="125" y="29"/>
                    <a:pt x="173" y="62"/>
                    <a:pt x="192" y="117"/>
                  </a:cubicBezTo>
                  <a:cubicBezTo>
                    <a:pt x="211" y="171"/>
                    <a:pt x="194" y="227"/>
                    <a:pt x="154" y="24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3" name="任意多边形: 形状 12"/>
            <p:cNvSpPr>
              <a:spLocks/>
            </p:cNvSpPr>
            <p:nvPr/>
          </p:nvSpPr>
          <p:spPr bwMode="auto">
            <a:xfrm>
              <a:off x="2187278" y="2346644"/>
              <a:ext cx="1415782" cy="2460868"/>
            </a:xfrm>
            <a:custGeom>
              <a:avLst/>
              <a:gdLst>
                <a:gd name="T0" fmla="*/ 128 w 152"/>
                <a:gd name="T1" fmla="*/ 106 h 264"/>
                <a:gd name="T2" fmla="*/ 0 w 152"/>
                <a:gd name="T3" fmla="*/ 12 h 264"/>
                <a:gd name="T4" fmla="*/ 7 w 152"/>
                <a:gd name="T5" fmla="*/ 38 h 264"/>
                <a:gd name="T6" fmla="*/ 109 w 152"/>
                <a:gd name="T7" fmla="*/ 113 h 264"/>
                <a:gd name="T8" fmla="*/ 71 w 152"/>
                <a:gd name="T9" fmla="*/ 237 h 264"/>
                <a:gd name="T10" fmla="*/ 67 w 152"/>
                <a:gd name="T11" fmla="*/ 238 h 264"/>
                <a:gd name="T12" fmla="*/ 75 w 152"/>
                <a:gd name="T13" fmla="*/ 264 h 264"/>
                <a:gd name="T14" fmla="*/ 80 w 152"/>
                <a:gd name="T15" fmla="*/ 263 h 264"/>
                <a:gd name="T16" fmla="*/ 128 w 152"/>
                <a:gd name="T17" fmla="*/ 10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264">
                  <a:moveTo>
                    <a:pt x="128" y="106"/>
                  </a:moveTo>
                  <a:cubicBezTo>
                    <a:pt x="105" y="40"/>
                    <a:pt x="49" y="0"/>
                    <a:pt x="0" y="12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46" y="28"/>
                    <a:pt x="91" y="61"/>
                    <a:pt x="109" y="113"/>
                  </a:cubicBezTo>
                  <a:cubicBezTo>
                    <a:pt x="128" y="167"/>
                    <a:pt x="111" y="223"/>
                    <a:pt x="71" y="237"/>
                  </a:cubicBezTo>
                  <a:cubicBezTo>
                    <a:pt x="70" y="237"/>
                    <a:pt x="68" y="238"/>
                    <a:pt x="67" y="238"/>
                  </a:cubicBezTo>
                  <a:cubicBezTo>
                    <a:pt x="75" y="264"/>
                    <a:pt x="75" y="264"/>
                    <a:pt x="75" y="264"/>
                  </a:cubicBezTo>
                  <a:cubicBezTo>
                    <a:pt x="77" y="264"/>
                    <a:pt x="78" y="263"/>
                    <a:pt x="80" y="263"/>
                  </a:cubicBezTo>
                  <a:cubicBezTo>
                    <a:pt x="130" y="245"/>
                    <a:pt x="152" y="175"/>
                    <a:pt x="128" y="1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4" name="任意多边形: 形状 13"/>
            <p:cNvSpPr>
              <a:spLocks/>
            </p:cNvSpPr>
            <p:nvPr/>
          </p:nvSpPr>
          <p:spPr bwMode="auto">
            <a:xfrm>
              <a:off x="1861245" y="2824524"/>
              <a:ext cx="1321991" cy="1621226"/>
            </a:xfrm>
            <a:custGeom>
              <a:avLst/>
              <a:gdLst>
                <a:gd name="T0" fmla="*/ 127 w 142"/>
                <a:gd name="T1" fmla="*/ 68 h 174"/>
                <a:gd name="T2" fmla="*/ 45 w 142"/>
                <a:gd name="T3" fmla="*/ 11 h 174"/>
                <a:gd name="T4" fmla="*/ 15 w 142"/>
                <a:gd name="T5" fmla="*/ 107 h 174"/>
                <a:gd name="T6" fmla="*/ 98 w 142"/>
                <a:gd name="T7" fmla="*/ 163 h 174"/>
                <a:gd name="T8" fmla="*/ 127 w 142"/>
                <a:gd name="T9" fmla="*/ 68 h 174"/>
                <a:gd name="T10" fmla="*/ 89 w 142"/>
                <a:gd name="T11" fmla="*/ 139 h 174"/>
                <a:gd name="T12" fmla="*/ 35 w 142"/>
                <a:gd name="T13" fmla="*/ 100 h 174"/>
                <a:gd name="T14" fmla="*/ 53 w 142"/>
                <a:gd name="T15" fmla="*/ 35 h 174"/>
                <a:gd name="T16" fmla="*/ 109 w 142"/>
                <a:gd name="T17" fmla="*/ 74 h 174"/>
                <a:gd name="T18" fmla="*/ 89 w 142"/>
                <a:gd name="T19" fmla="*/ 13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" h="174">
                  <a:moveTo>
                    <a:pt x="127" y="68"/>
                  </a:moveTo>
                  <a:cubicBezTo>
                    <a:pt x="112" y="26"/>
                    <a:pt x="75" y="0"/>
                    <a:pt x="45" y="11"/>
                  </a:cubicBezTo>
                  <a:cubicBezTo>
                    <a:pt x="14" y="22"/>
                    <a:pt x="0" y="65"/>
                    <a:pt x="15" y="107"/>
                  </a:cubicBezTo>
                  <a:cubicBezTo>
                    <a:pt x="30" y="149"/>
                    <a:pt x="67" y="174"/>
                    <a:pt x="98" y="163"/>
                  </a:cubicBezTo>
                  <a:cubicBezTo>
                    <a:pt x="129" y="152"/>
                    <a:pt x="142" y="109"/>
                    <a:pt x="127" y="68"/>
                  </a:cubicBezTo>
                  <a:close/>
                  <a:moveTo>
                    <a:pt x="89" y="139"/>
                  </a:moveTo>
                  <a:cubicBezTo>
                    <a:pt x="68" y="146"/>
                    <a:pt x="45" y="128"/>
                    <a:pt x="35" y="100"/>
                  </a:cubicBezTo>
                  <a:cubicBezTo>
                    <a:pt x="25" y="71"/>
                    <a:pt x="32" y="43"/>
                    <a:pt x="53" y="35"/>
                  </a:cubicBezTo>
                  <a:cubicBezTo>
                    <a:pt x="74" y="28"/>
                    <a:pt x="99" y="45"/>
                    <a:pt x="109" y="74"/>
                  </a:cubicBezTo>
                  <a:cubicBezTo>
                    <a:pt x="119" y="102"/>
                    <a:pt x="110" y="132"/>
                    <a:pt x="89" y="1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5" name="任意多边形: 形状 14"/>
            <p:cNvSpPr>
              <a:spLocks/>
            </p:cNvSpPr>
            <p:nvPr/>
          </p:nvSpPr>
          <p:spPr bwMode="auto">
            <a:xfrm>
              <a:off x="2316796" y="2851321"/>
              <a:ext cx="866440" cy="1500637"/>
            </a:xfrm>
            <a:custGeom>
              <a:avLst/>
              <a:gdLst>
                <a:gd name="T0" fmla="*/ 0 w 93"/>
                <a:gd name="T1" fmla="*/ 7 h 161"/>
                <a:gd name="T2" fmla="*/ 8 w 93"/>
                <a:gd name="T3" fmla="*/ 31 h 161"/>
                <a:gd name="T4" fmla="*/ 60 w 93"/>
                <a:gd name="T5" fmla="*/ 71 h 161"/>
                <a:gd name="T6" fmla="*/ 40 w 93"/>
                <a:gd name="T7" fmla="*/ 136 h 161"/>
                <a:gd name="T8" fmla="*/ 39 w 93"/>
                <a:gd name="T9" fmla="*/ 136 h 161"/>
                <a:gd name="T10" fmla="*/ 46 w 93"/>
                <a:gd name="T11" fmla="*/ 161 h 161"/>
                <a:gd name="T12" fmla="*/ 49 w 93"/>
                <a:gd name="T13" fmla="*/ 160 h 161"/>
                <a:gd name="T14" fmla="*/ 78 w 93"/>
                <a:gd name="T15" fmla="*/ 65 h 161"/>
                <a:gd name="T16" fmla="*/ 0 w 93"/>
                <a:gd name="T17" fmla="*/ 7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161">
                  <a:moveTo>
                    <a:pt x="0" y="7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28" y="27"/>
                    <a:pt x="51" y="44"/>
                    <a:pt x="60" y="71"/>
                  </a:cubicBezTo>
                  <a:cubicBezTo>
                    <a:pt x="70" y="99"/>
                    <a:pt x="61" y="129"/>
                    <a:pt x="40" y="136"/>
                  </a:cubicBezTo>
                  <a:cubicBezTo>
                    <a:pt x="40" y="136"/>
                    <a:pt x="39" y="136"/>
                    <a:pt x="39" y="136"/>
                  </a:cubicBezTo>
                  <a:cubicBezTo>
                    <a:pt x="46" y="161"/>
                    <a:pt x="46" y="161"/>
                    <a:pt x="46" y="161"/>
                  </a:cubicBezTo>
                  <a:cubicBezTo>
                    <a:pt x="47" y="160"/>
                    <a:pt x="48" y="160"/>
                    <a:pt x="49" y="160"/>
                  </a:cubicBezTo>
                  <a:cubicBezTo>
                    <a:pt x="80" y="149"/>
                    <a:pt x="93" y="106"/>
                    <a:pt x="78" y="65"/>
                  </a:cubicBezTo>
                  <a:cubicBezTo>
                    <a:pt x="64" y="25"/>
                    <a:pt x="30" y="0"/>
                    <a:pt x="0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6" name="任意多边形: 形状 15"/>
            <p:cNvSpPr>
              <a:spLocks/>
            </p:cNvSpPr>
            <p:nvPr/>
          </p:nvSpPr>
          <p:spPr bwMode="auto">
            <a:xfrm>
              <a:off x="2272134" y="3324736"/>
              <a:ext cx="500213" cy="625266"/>
            </a:xfrm>
            <a:custGeom>
              <a:avLst/>
              <a:gdLst>
                <a:gd name="T0" fmla="*/ 49 w 54"/>
                <a:gd name="T1" fmla="*/ 26 h 67"/>
                <a:gd name="T2" fmla="*/ 37 w 54"/>
                <a:gd name="T3" fmla="*/ 62 h 67"/>
                <a:gd name="T4" fmla="*/ 5 w 54"/>
                <a:gd name="T5" fmla="*/ 41 h 67"/>
                <a:gd name="T6" fmla="*/ 17 w 54"/>
                <a:gd name="T7" fmla="*/ 4 h 67"/>
                <a:gd name="T8" fmla="*/ 49 w 54"/>
                <a:gd name="T9" fmla="*/ 2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67">
                  <a:moveTo>
                    <a:pt x="49" y="26"/>
                  </a:moveTo>
                  <a:cubicBezTo>
                    <a:pt x="54" y="42"/>
                    <a:pt x="49" y="58"/>
                    <a:pt x="37" y="62"/>
                  </a:cubicBezTo>
                  <a:cubicBezTo>
                    <a:pt x="25" y="67"/>
                    <a:pt x="11" y="57"/>
                    <a:pt x="5" y="41"/>
                  </a:cubicBezTo>
                  <a:cubicBezTo>
                    <a:pt x="0" y="24"/>
                    <a:pt x="5" y="8"/>
                    <a:pt x="17" y="4"/>
                  </a:cubicBezTo>
                  <a:cubicBezTo>
                    <a:pt x="29" y="0"/>
                    <a:pt x="43" y="9"/>
                    <a:pt x="49" y="2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7" name="任意多边形: 形状 16"/>
            <p:cNvSpPr>
              <a:spLocks/>
            </p:cNvSpPr>
            <p:nvPr/>
          </p:nvSpPr>
          <p:spPr bwMode="auto">
            <a:xfrm>
              <a:off x="2446317" y="3333669"/>
              <a:ext cx="326033" cy="571671"/>
            </a:xfrm>
            <a:custGeom>
              <a:avLst/>
              <a:gdLst>
                <a:gd name="T0" fmla="*/ 0 w 35"/>
                <a:gd name="T1" fmla="*/ 2 h 61"/>
                <a:gd name="T2" fmla="*/ 18 w 35"/>
                <a:gd name="T3" fmla="*/ 61 h 61"/>
                <a:gd name="T4" fmla="*/ 18 w 35"/>
                <a:gd name="T5" fmla="*/ 61 h 61"/>
                <a:gd name="T6" fmla="*/ 30 w 35"/>
                <a:gd name="T7" fmla="*/ 25 h 61"/>
                <a:gd name="T8" fmla="*/ 0 w 35"/>
                <a:gd name="T9" fmla="*/ 2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61">
                  <a:moveTo>
                    <a:pt x="0" y="2"/>
                  </a:move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30" y="57"/>
                    <a:pt x="35" y="41"/>
                    <a:pt x="30" y="25"/>
                  </a:cubicBezTo>
                  <a:cubicBezTo>
                    <a:pt x="24" y="10"/>
                    <a:pt x="12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8" name="任意多边形: 形状 17"/>
            <p:cNvSpPr>
              <a:spLocks/>
            </p:cNvSpPr>
            <p:nvPr/>
          </p:nvSpPr>
          <p:spPr bwMode="auto">
            <a:xfrm>
              <a:off x="3951419" y="2199258"/>
              <a:ext cx="826245" cy="839642"/>
            </a:xfrm>
            <a:custGeom>
              <a:avLst/>
              <a:gdLst>
                <a:gd name="T0" fmla="*/ 0 w 185"/>
                <a:gd name="T1" fmla="*/ 188 h 188"/>
                <a:gd name="T2" fmla="*/ 20 w 185"/>
                <a:gd name="T3" fmla="*/ 85 h 188"/>
                <a:gd name="T4" fmla="*/ 185 w 185"/>
                <a:gd name="T5" fmla="*/ 0 h 188"/>
                <a:gd name="T6" fmla="*/ 160 w 185"/>
                <a:gd name="T7" fmla="*/ 119 h 188"/>
                <a:gd name="T8" fmla="*/ 0 w 185"/>
                <a:gd name="T9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" h="188">
                  <a:moveTo>
                    <a:pt x="0" y="188"/>
                  </a:moveTo>
                  <a:lnTo>
                    <a:pt x="20" y="85"/>
                  </a:lnTo>
                  <a:lnTo>
                    <a:pt x="185" y="0"/>
                  </a:lnTo>
                  <a:lnTo>
                    <a:pt x="160" y="119"/>
                  </a:lnTo>
                  <a:lnTo>
                    <a:pt x="0" y="188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19" name="任意多边形: 形状 18"/>
            <p:cNvSpPr>
              <a:spLocks/>
            </p:cNvSpPr>
            <p:nvPr/>
          </p:nvSpPr>
          <p:spPr bwMode="auto">
            <a:xfrm>
              <a:off x="3951419" y="2730735"/>
              <a:ext cx="1107614" cy="540410"/>
            </a:xfrm>
            <a:custGeom>
              <a:avLst/>
              <a:gdLst>
                <a:gd name="T0" fmla="*/ 0 w 248"/>
                <a:gd name="T1" fmla="*/ 69 h 121"/>
                <a:gd name="T2" fmla="*/ 87 w 248"/>
                <a:gd name="T3" fmla="*/ 121 h 121"/>
                <a:gd name="T4" fmla="*/ 248 w 248"/>
                <a:gd name="T5" fmla="*/ 69 h 121"/>
                <a:gd name="T6" fmla="*/ 160 w 248"/>
                <a:gd name="T7" fmla="*/ 0 h 121"/>
                <a:gd name="T8" fmla="*/ 0 w 248"/>
                <a:gd name="T9" fmla="*/ 6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8" h="121">
                  <a:moveTo>
                    <a:pt x="0" y="69"/>
                  </a:moveTo>
                  <a:lnTo>
                    <a:pt x="87" y="121"/>
                  </a:lnTo>
                  <a:lnTo>
                    <a:pt x="248" y="69"/>
                  </a:lnTo>
                  <a:lnTo>
                    <a:pt x="160" y="0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20" name="任意多边形: 形状 19"/>
            <p:cNvSpPr>
              <a:spLocks/>
            </p:cNvSpPr>
            <p:nvPr/>
          </p:nvSpPr>
          <p:spPr bwMode="auto">
            <a:xfrm>
              <a:off x="2419520" y="2619080"/>
              <a:ext cx="2371545" cy="1107613"/>
            </a:xfrm>
            <a:custGeom>
              <a:avLst/>
              <a:gdLst>
                <a:gd name="T0" fmla="*/ 11 w 254"/>
                <a:gd name="T1" fmla="*/ 119 h 119"/>
                <a:gd name="T2" fmla="*/ 2 w 254"/>
                <a:gd name="T3" fmla="*/ 113 h 119"/>
                <a:gd name="T4" fmla="*/ 7 w 254"/>
                <a:gd name="T5" fmla="*/ 100 h 119"/>
                <a:gd name="T6" fmla="*/ 239 w 254"/>
                <a:gd name="T7" fmla="*/ 2 h 119"/>
                <a:gd name="T8" fmla="*/ 252 w 254"/>
                <a:gd name="T9" fmla="*/ 8 h 119"/>
                <a:gd name="T10" fmla="*/ 247 w 254"/>
                <a:gd name="T11" fmla="*/ 21 h 119"/>
                <a:gd name="T12" fmla="*/ 15 w 254"/>
                <a:gd name="T13" fmla="*/ 118 h 119"/>
                <a:gd name="T14" fmla="*/ 11 w 254"/>
                <a:gd name="T1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" h="119">
                  <a:moveTo>
                    <a:pt x="11" y="119"/>
                  </a:moveTo>
                  <a:cubicBezTo>
                    <a:pt x="7" y="119"/>
                    <a:pt x="3" y="117"/>
                    <a:pt x="2" y="113"/>
                  </a:cubicBezTo>
                  <a:cubicBezTo>
                    <a:pt x="0" y="108"/>
                    <a:pt x="2" y="102"/>
                    <a:pt x="7" y="100"/>
                  </a:cubicBezTo>
                  <a:cubicBezTo>
                    <a:pt x="239" y="2"/>
                    <a:pt x="239" y="2"/>
                    <a:pt x="239" y="2"/>
                  </a:cubicBezTo>
                  <a:cubicBezTo>
                    <a:pt x="244" y="0"/>
                    <a:pt x="250" y="3"/>
                    <a:pt x="252" y="8"/>
                  </a:cubicBezTo>
                  <a:cubicBezTo>
                    <a:pt x="254" y="13"/>
                    <a:pt x="252" y="19"/>
                    <a:pt x="247" y="21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4" y="119"/>
                    <a:pt x="12" y="119"/>
                    <a:pt x="11" y="119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16545" y="1780145"/>
            <a:ext cx="3216266" cy="1712057"/>
            <a:chOff x="954040" y="2231039"/>
            <a:chExt cx="4288354" cy="2282742"/>
          </a:xfrm>
        </p:grpSpPr>
        <p:sp>
          <p:nvSpPr>
            <p:cNvPr id="6" name="文本框 66"/>
            <p:cNvSpPr txBox="1"/>
            <p:nvPr/>
          </p:nvSpPr>
          <p:spPr>
            <a:xfrm>
              <a:off x="954041" y="2231039"/>
              <a:ext cx="4288353" cy="1077218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a-IR" altLang="en-US" sz="3200" b="0" i="0" u="none" strike="noStrike" kern="1200" cap="none" normalizeH="0" baseline="0" noProof="0" dirty="0">
                  <a:ln>
                    <a:noFill/>
                  </a:ln>
                  <a:solidFill>
                    <a:srgbClr val="000000">
                      <a:lumMod val="60000"/>
                      <a:lumOff val="40000"/>
                    </a:srgbClr>
                  </a:solidFill>
                  <a:effectLst/>
                  <a:uLnTx/>
                  <a:uFillTx/>
                  <a:ea typeface="微软雅黑"/>
                  <a:cs typeface="Lucida Sans Unicode" pitchFamily="34" charset="0"/>
                  <a:sym typeface="+mn-lt"/>
                </a:rPr>
                <a:t>جمع‌بندی</a:t>
              </a:r>
              <a:endParaRPr kumimoji="0" lang="fa-IR" altLang="zh-CN" sz="32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0000"/>
                    <a:lumOff val="40000"/>
                  </a:srgbClr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954040" y="3559674"/>
              <a:ext cx="4288353" cy="954107"/>
            </a:xfrm>
            <a:prstGeom prst="rect">
              <a:avLst/>
            </a:prstGeom>
          </p:spPr>
          <p:txBody>
            <a:bodyPr wrap="square">
              <a:normAutofit fontScale="85000"/>
            </a:bodyPr>
            <a:lstStyle/>
            <a:p>
              <a:pPr lvl="0" rtl="1" algn="r">
                <a:defRPr/>
              </a:pPr>
              <a:r>
                <a:rPr lang="fa-IR" altLang="en-US" sz="1400" dirty="0">
                  <a:solidFill>
                    <a:srgbClr val="000000"/>
                  </a:solidFill>
                  <a:ea typeface="微软雅黑"/>
                  <a:cs typeface="Lucida Sans Unicode" pitchFamily="34" charset="0"/>
                  <a:sym typeface="+mn-lt"/>
                </a:rPr>
                <a:t>هدف، ترکیبی با تعادل میان کارپذیری، گیرش، تخلخل و استحکام است؛ الکتراید و جرم گرافیت‌دار فقط پس از آزمون مستقیم بررسی می‌شوند.</a:t>
              </a:r>
              <a:endParaRPr kumimoji="0" lang="fa-IR" altLang="en-US" sz="1400" b="0" i="0" u="none" strike="noStrike" kern="1200" cap="none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/>
                <a:cs typeface="Lucida Sans Unicode" pitchFamily="34" charset="0"/>
                <a:sym typeface="+mn-lt"/>
              </a:endParaRP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n-lt"/>
                <a:ea typeface="微软雅黑"/>
                <a:cs typeface="Lucida Sans Unicode" pitchFamily="34" charset="0"/>
                <a:sym typeface="+mn-lt"/>
              </a:rPr>
              <a:t>نتیجه‌گیری</a:t>
            </a:r>
            <a:endParaRPr kumimoji="0" lang="fa-IR" altLang="zh-CN" sz="1800" b="0" i="0" u="none" strike="noStrike" kern="1200" cap="none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n-lt"/>
              <a:ea typeface="微软雅黑"/>
              <a:cs typeface="Lucida Sans Unicode" pitchFamily="34" charset="0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908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第一PPT模板网-WWW.1PPT.COM"/>
</p:tagLst>
</file>

<file path=ppt/theme/theme1.xml><?xml version="1.0" encoding="utf-8"?>
<a:theme xmlns:a="http://schemas.openxmlformats.org/drawingml/2006/main" name="News Agency Presentation Template www.templatesppt.com">
  <a:themeElements>
    <a:clrScheme name="自定义 23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A465C"/>
      </a:accent1>
      <a:accent2>
        <a:srgbClr val="838383"/>
      </a:accent2>
      <a:accent3>
        <a:srgbClr val="2A465C"/>
      </a:accent3>
      <a:accent4>
        <a:srgbClr val="838383"/>
      </a:accent4>
      <a:accent5>
        <a:srgbClr val="2A465C"/>
      </a:accent5>
      <a:accent6>
        <a:srgbClr val="838383"/>
      </a:accent6>
      <a:hlink>
        <a:srgbClr val="2A465C"/>
      </a:hlink>
      <a:folHlink>
        <a:srgbClr val="83838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3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4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5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6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7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8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9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10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1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1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13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14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15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ppt/theme/themeOverride16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2A465C"/>
    </a:accent1>
    <a:accent2>
      <a:srgbClr val="838383"/>
    </a:accent2>
    <a:accent3>
      <a:srgbClr val="2A465C"/>
    </a:accent3>
    <a:accent4>
      <a:srgbClr val="838383"/>
    </a:accent4>
    <a:accent5>
      <a:srgbClr val="2A465C"/>
    </a:accent5>
    <a:accent6>
      <a:srgbClr val="838383"/>
    </a:accent6>
    <a:hlink>
      <a:srgbClr val="2A465C"/>
    </a:hlink>
    <a:folHlink>
      <a:srgbClr val="83838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2725</Words>
  <Application>Microsoft Macintosh PowerPoint</Application>
  <PresentationFormat>Ekran Gösterisi (16:9)</PresentationFormat>
  <Paragraphs>475</Paragraphs>
  <Slides>41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47" baseType="lpstr">
      <vt:lpstr>Arial</vt:lpstr>
      <vt:lpstr>Calibri</vt:lpstr>
      <vt:lpstr>Helvetica Neue</vt:lpstr>
      <vt:lpstr>Lucida Sans Unicode</vt:lpstr>
      <vt:lpstr>Noto Sans Symbols</vt:lpstr>
      <vt:lpstr>News Agency Presentation Template www.templatesppt.com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>Templatesppt.com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 Agency Presentation Template</dc:title>
  <dc:subject/>
  <dc:creator>Templatesppt.com</dc:creator>
  <cp:keywords>News Agency Presentation Template</cp:keywords>
  <dc:description>News Agency Presentation Template
www.Templatesppt.com</dc:description>
  <cp:lastModifiedBy>Resul Gok</cp:lastModifiedBy>
  <cp:revision>270</cp:revision>
  <dcterms:created xsi:type="dcterms:W3CDTF">2015-12-11T17:46:17Z</dcterms:created>
  <dcterms:modified xsi:type="dcterms:W3CDTF">2022-07-21T11:13:56Z</dcterms:modified>
  <cp:category>Technology</cp:category>
</cp:coreProperties>
</file>